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59" r:id="rId4"/>
    <p:sldId id="260" r:id="rId5"/>
    <p:sldId id="261" r:id="rId6"/>
    <p:sldId id="262" r:id="rId7"/>
    <p:sldId id="263" r:id="rId8"/>
    <p:sldId id="264" r:id="rId9"/>
    <p:sldId id="265" r:id="rId10"/>
    <p:sldId id="268" r:id="rId11"/>
    <p:sldId id="269" r:id="rId12"/>
    <p:sldId id="270" r:id="rId13"/>
    <p:sldId id="271" r:id="rId14"/>
    <p:sldId id="266" r:id="rId15"/>
    <p:sldId id="267" r:id="rId16"/>
    <p:sldId id="272" r:id="rId17"/>
    <p:sldId id="273" r:id="rId18"/>
    <p:sldId id="274" r:id="rId19"/>
    <p:sldId id="275" r:id="rId20"/>
    <p:sldId id="280" r:id="rId21"/>
    <p:sldId id="281" r:id="rId22"/>
    <p:sldId id="276" r:id="rId23"/>
    <p:sldId id="282" r:id="rId24"/>
    <p:sldId id="278" r:id="rId25"/>
    <p:sldId id="283" r:id="rId26"/>
    <p:sldId id="277" r:id="rId27"/>
    <p:sldId id="284" r:id="rId28"/>
    <p:sldId id="285" r:id="rId29"/>
    <p:sldId id="279" r:id="rId30"/>
    <p:sldId id="287" r:id="rId31"/>
    <p:sldId id="258" r:id="rId32"/>
    <p:sldId id="286"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70" autoAdjust="0"/>
  </p:normalViewPr>
  <p:slideViewPr>
    <p:cSldViewPr snapToGrid="0">
      <p:cViewPr varScale="1">
        <p:scale>
          <a:sx n="63" d="100"/>
          <a:sy n="63" d="100"/>
        </p:scale>
        <p:origin x="1046"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A7D3A-1FFE-41C4-989E-2B73E97F90F1}" type="datetimeFigureOut">
              <a:rPr lang="zh-CN" altLang="en-US" smtClean="0"/>
              <a:t>2025/10/30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4CDF8-0931-4761-8DFC-7411ABD13171}" type="slidenum">
              <a:rPr lang="zh-CN" altLang="en-US" smtClean="0"/>
              <a:t>‹#›</a:t>
            </a:fld>
            <a:endParaRPr lang="zh-CN" altLang="en-US"/>
          </a:p>
        </p:txBody>
      </p:sp>
    </p:spTree>
    <p:extLst>
      <p:ext uri="{BB962C8B-B14F-4D97-AF65-F5344CB8AC3E}">
        <p14:creationId xmlns:p14="http://schemas.microsoft.com/office/powerpoint/2010/main" val="1671519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baike.com/sowiki/%E8%A7%92%E7%9B%B4%E5%BE%84?prd=content_doc_search"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www.baike.com/sowiki/%E8%A7%92%E7%9B%B4%E5%BE%84?prd=content_doc_search"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根据成像的等光程性，保证光程的一致性。发光的随机性，通过分波前的方法，实现相位差的稳定性。</a:t>
            </a:r>
          </a:p>
        </p:txBody>
      </p:sp>
      <p:sp>
        <p:nvSpPr>
          <p:cNvPr id="4" name="灯片编号占位符 3"/>
          <p:cNvSpPr>
            <a:spLocks noGrp="1"/>
          </p:cNvSpPr>
          <p:nvPr>
            <p:ph type="sldNum" sz="quarter" idx="5"/>
          </p:nvPr>
        </p:nvSpPr>
        <p:spPr/>
        <p:txBody>
          <a:bodyPr/>
          <a:lstStyle/>
          <a:p>
            <a:fld id="{A634CDF8-0931-4761-8DFC-7411ABD13171}" type="slidenum">
              <a:rPr lang="zh-CN" altLang="en-US" smtClean="0"/>
              <a:t>5</a:t>
            </a:fld>
            <a:endParaRPr lang="zh-CN" altLang="en-US"/>
          </a:p>
        </p:txBody>
      </p:sp>
    </p:spTree>
    <p:extLst>
      <p:ext uri="{BB962C8B-B14F-4D97-AF65-F5344CB8AC3E}">
        <p14:creationId xmlns:p14="http://schemas.microsoft.com/office/powerpoint/2010/main" val="3035936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杨氏双缝干涉装置是分波前装置的原型。</a:t>
            </a:r>
          </a:p>
        </p:txBody>
      </p:sp>
      <p:sp>
        <p:nvSpPr>
          <p:cNvPr id="4" name="灯片编号占位符 3"/>
          <p:cNvSpPr>
            <a:spLocks noGrp="1"/>
          </p:cNvSpPr>
          <p:nvPr>
            <p:ph type="sldNum" sz="quarter" idx="5"/>
          </p:nvPr>
        </p:nvSpPr>
        <p:spPr/>
        <p:txBody>
          <a:bodyPr/>
          <a:lstStyle/>
          <a:p>
            <a:fld id="{A634CDF8-0931-4761-8DFC-7411ABD13171}" type="slidenum">
              <a:rPr lang="zh-CN" altLang="en-US" smtClean="0"/>
              <a:t>6</a:t>
            </a:fld>
            <a:endParaRPr lang="zh-CN" altLang="en-US"/>
          </a:p>
        </p:txBody>
      </p:sp>
    </p:spTree>
    <p:extLst>
      <p:ext uri="{BB962C8B-B14F-4D97-AF65-F5344CB8AC3E}">
        <p14:creationId xmlns:p14="http://schemas.microsoft.com/office/powerpoint/2010/main" val="3832625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中央条纹是由没有经过反射到</a:t>
            </a:r>
            <a:r>
              <a:rPr lang="en-US" altLang="zh-CN" dirty="0"/>
              <a:t>S</a:t>
            </a:r>
            <a:r>
              <a:rPr lang="zh-CN" altLang="en-US" dirty="0"/>
              <a:t>和经过反射的</a:t>
            </a:r>
            <a:r>
              <a:rPr lang="en-US" altLang="zh-CN" dirty="0"/>
              <a:t>S</a:t>
            </a:r>
            <a:r>
              <a:rPr lang="zh-CN" altLang="en-US" dirty="0"/>
              <a:t>‘在相同光程下的干涉结果，但是由于反射叠加了半波损失，因此相位相差</a:t>
            </a:r>
            <a:r>
              <a:rPr lang="en-US" altLang="zh-CN" dirty="0"/>
              <a:t>π</a:t>
            </a:r>
            <a:r>
              <a:rPr lang="zh-CN" altLang="en-US" dirty="0"/>
              <a:t>，故中央是暗条纹。</a:t>
            </a:r>
          </a:p>
        </p:txBody>
      </p:sp>
      <p:sp>
        <p:nvSpPr>
          <p:cNvPr id="4" name="灯片编号占位符 3"/>
          <p:cNvSpPr>
            <a:spLocks noGrp="1"/>
          </p:cNvSpPr>
          <p:nvPr>
            <p:ph type="sldNum" sz="quarter" idx="5"/>
          </p:nvPr>
        </p:nvSpPr>
        <p:spPr/>
        <p:txBody>
          <a:bodyPr/>
          <a:lstStyle/>
          <a:p>
            <a:fld id="{A634CDF8-0931-4761-8DFC-7411ABD13171}" type="slidenum">
              <a:rPr lang="zh-CN" altLang="en-US" smtClean="0"/>
              <a:t>8</a:t>
            </a:fld>
            <a:endParaRPr lang="zh-CN" altLang="en-US"/>
          </a:p>
        </p:txBody>
      </p:sp>
    </p:spTree>
    <p:extLst>
      <p:ext uri="{BB962C8B-B14F-4D97-AF65-F5344CB8AC3E}">
        <p14:creationId xmlns:p14="http://schemas.microsoft.com/office/powerpoint/2010/main" val="1481810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r>
                  <a:rPr lang="zh-CN" altLang="en-US" dirty="0"/>
                  <a:t>距离公式需要进行验证。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菲涅耳双棱镜实际做的时候不是做两个棱镜，而是用一个棱镜倒过来放。顶点离底边很近。菲涅耳双棱镜的顶角需要很小，才可以看到比较明显的干涉条纹。计算</a:t>
                </a:r>
                <a:r>
                  <a:rPr lang="en-US" altLang="zh-CN" dirty="0"/>
                  <a:t>h</a:t>
                </a:r>
                <a:r>
                  <a:rPr lang="zh-CN" altLang="en-US" dirty="0"/>
                  <a:t>的高度可以从两个棱镜交叉点处的光线，以平行光轴方向入射（沿着光轴）方向的光线来看，可以看到从两个棱镜出射的光线，分别向上和向下的偏移角是</a:t>
                </a:r>
                <a:r>
                  <a:rPr lang="zh-CN" altLang="en-US" sz="1300" i="0">
                    <a:latin typeface="Cambria Math" panose="02040503050406030204" pitchFamily="18" charset="0"/>
                  </a:rPr>
                  <a:t>(𝑛−1)𝛼𝑙┤</a:t>
                </a:r>
                <a:r>
                  <a:rPr lang="zh-CN" altLang="en-US" dirty="0"/>
                  <a:t>，如果忽略棱镜的厚度（在</a:t>
                </a:r>
                <a:r>
                  <a:rPr lang="zh-CN" altLang="en-US" sz="1300" i="0">
                    <a:latin typeface="Cambria Math" panose="02040503050406030204" pitchFamily="18" charset="0"/>
                  </a:rPr>
                  <a:t>𝛼</a:t>
                </a:r>
                <a:r>
                  <a:rPr lang="zh-CN" altLang="en-US" dirty="0"/>
                  <a:t>很小的时候成立），则可以得到</a:t>
                </a:r>
                <a:r>
                  <a:rPr lang="zh-CN" altLang="en-US" sz="1300" i="0">
                    <a:latin typeface="Cambria Math" panose="02040503050406030204" pitchFamily="18" charset="0"/>
                  </a:rPr>
                  <a:t>ℎ≈(𝑛−1)𝛼𝑙</a:t>
                </a:r>
                <a:endParaRPr lang="zh-CN" altLang="en-US" dirty="0"/>
              </a:p>
            </p:txBody>
          </p:sp>
        </mc:Fallback>
      </mc:AlternateContent>
      <p:sp>
        <p:nvSpPr>
          <p:cNvPr id="4" name="灯片编号占位符 3"/>
          <p:cNvSpPr>
            <a:spLocks noGrp="1"/>
          </p:cNvSpPr>
          <p:nvPr>
            <p:ph type="sldNum" sz="quarter" idx="5"/>
          </p:nvPr>
        </p:nvSpPr>
        <p:spPr/>
        <p:txBody>
          <a:bodyPr/>
          <a:lstStyle/>
          <a:p>
            <a:fld id="{A634CDF8-0931-4761-8DFC-7411ABD13171}" type="slidenum">
              <a:rPr lang="zh-CN" altLang="en-US" smtClean="0"/>
              <a:t>10</a:t>
            </a:fld>
            <a:endParaRPr lang="zh-CN" altLang="en-US"/>
          </a:p>
        </p:txBody>
      </p:sp>
    </p:spTree>
    <p:extLst>
      <p:ext uri="{BB962C8B-B14F-4D97-AF65-F5344CB8AC3E}">
        <p14:creationId xmlns:p14="http://schemas.microsoft.com/office/powerpoint/2010/main" val="2155560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A634CDF8-0931-4761-8DFC-7411ABD13171}" type="slidenum">
              <a:rPr lang="zh-CN" altLang="en-US" smtClean="0"/>
              <a:t>21</a:t>
            </a:fld>
            <a:endParaRPr lang="zh-CN" altLang="en-US"/>
          </a:p>
        </p:txBody>
      </p:sp>
    </p:spTree>
    <p:extLst>
      <p:ext uri="{BB962C8B-B14F-4D97-AF65-F5344CB8AC3E}">
        <p14:creationId xmlns:p14="http://schemas.microsoft.com/office/powerpoint/2010/main" val="1259330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找错误。科研素养的养成。</a:t>
            </a:r>
          </a:p>
        </p:txBody>
      </p:sp>
      <p:sp>
        <p:nvSpPr>
          <p:cNvPr id="4" name="灯片编号占位符 3"/>
          <p:cNvSpPr>
            <a:spLocks noGrp="1"/>
          </p:cNvSpPr>
          <p:nvPr>
            <p:ph type="sldNum" sz="quarter" idx="5"/>
          </p:nvPr>
        </p:nvSpPr>
        <p:spPr/>
        <p:txBody>
          <a:bodyPr/>
          <a:lstStyle/>
          <a:p>
            <a:fld id="{A634CDF8-0931-4761-8DFC-7411ABD13171}" type="slidenum">
              <a:rPr lang="zh-CN" altLang="en-US" smtClean="0"/>
              <a:t>23</a:t>
            </a:fld>
            <a:endParaRPr lang="zh-CN" altLang="en-US"/>
          </a:p>
        </p:txBody>
      </p:sp>
    </p:spTree>
    <p:extLst>
      <p:ext uri="{BB962C8B-B14F-4D97-AF65-F5344CB8AC3E}">
        <p14:creationId xmlns:p14="http://schemas.microsoft.com/office/powerpoint/2010/main" val="3065198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因为用长度单位去描述遥远的星体没有什么太大意义，所以我们通常描述天体的大小的时候都是以地球上看到的角度的大小来描述，即天体的张角。天体两极的张角就是</a:t>
                </a:r>
                <a:r>
                  <a:rPr lang="zh-CN" altLang="en-US" sz="1200" b="0" i="0" u="none" strike="noStrike" kern="1200" dirty="0">
                    <a:solidFill>
                      <a:schemeClr val="tx1"/>
                    </a:solidFill>
                    <a:effectLst/>
                    <a:latin typeface="+mn-lt"/>
                    <a:ea typeface="+mn-ea"/>
                    <a:cs typeface="+mn-cs"/>
                    <a:hlinkClick r:id="rId3"/>
                  </a:rPr>
                  <a:t>角直径</a:t>
                </a:r>
                <a:r>
                  <a:rPr lang="zh-CN" altLang="en-US" sz="1200" b="0" i="0" kern="1200" dirty="0">
                    <a:solidFill>
                      <a:schemeClr val="tx1"/>
                    </a:solidFill>
                    <a:effectLst/>
                    <a:latin typeface="+mn-lt"/>
                    <a:ea typeface="+mn-ea"/>
                    <a:cs typeface="+mn-cs"/>
                  </a:rPr>
                  <a:t>。</a:t>
                </a:r>
                <a:endParaRPr lang="en-US" altLang="zh-CN" dirty="0"/>
              </a:p>
              <a:p>
                <a:r>
                  <a:rPr lang="zh-CN" altLang="en-US" dirty="0"/>
                  <a:t>根据干涉场的反衬度随双孔间隔</a:t>
                </a:r>
                <a:r>
                  <a:rPr lang="en-US" altLang="zh-CN" dirty="0"/>
                  <a:t>d</a:t>
                </a:r>
                <a:r>
                  <a:rPr lang="zh-CN" altLang="en-US" dirty="0"/>
                  <a:t>的增加而下降的原理，找到干涉条纹 消失的点，就可以测量遥远形体的角径</a:t>
                </a:r>
                <a14:m>
                  <m:oMath xmlns:m="http://schemas.openxmlformats.org/officeDocument/2006/math">
                    <m:f>
                      <m:fPr>
                        <m:ctrlPr>
                          <a:rPr lang="zh-CN" altLang="en-US" sz="1300" i="1">
                            <a:latin typeface="Cambria Math" panose="02040503050406030204" pitchFamily="18" charset="0"/>
                          </a:rPr>
                        </m:ctrlPr>
                      </m:fPr>
                      <m:num>
                        <m:r>
                          <a:rPr lang="zh-CN" altLang="en-US" sz="1300" i="1">
                            <a:latin typeface="Cambria Math" panose="02040503050406030204" pitchFamily="18" charset="0"/>
                          </a:rPr>
                          <m:t>𝜆</m:t>
                        </m:r>
                      </m:num>
                      <m:den>
                        <m:r>
                          <a:rPr lang="zh-CN" altLang="en-US" sz="1300" i="1">
                            <a:latin typeface="Cambria Math" panose="02040503050406030204" pitchFamily="18" charset="0"/>
                          </a:rPr>
                          <m:t>h</m:t>
                        </m:r>
                      </m:den>
                    </m:f>
                  </m:oMath>
                </a14:m>
                <a:r>
                  <a:rPr lang="zh-CN" altLang="en-US" dirty="0"/>
                  <a:t>。但是为了得到很好的分辨率，经常需要将</a:t>
                </a:r>
                <a:r>
                  <a:rPr lang="en-US" altLang="zh-CN" dirty="0"/>
                  <a:t>h</a:t>
                </a:r>
                <a:r>
                  <a:rPr lang="zh-CN" altLang="en-US" dirty="0"/>
                  <a:t>在大尺度内（</a:t>
                </a:r>
                <a:r>
                  <a:rPr lang="en-US" altLang="zh-CN" dirty="0"/>
                  <a:t>m</a:t>
                </a:r>
                <a:r>
                  <a:rPr lang="zh-CN" altLang="en-US" dirty="0"/>
                  <a:t>的量级）范围内调整，在实验上不容易操作。而且，随着</a:t>
                </a:r>
                <a:r>
                  <a:rPr lang="en-US" altLang="zh-CN" dirty="0"/>
                  <a:t>d</a:t>
                </a:r>
                <a:r>
                  <a:rPr lang="zh-CN" altLang="en-US" dirty="0"/>
                  <a:t>的增加，条纹间距会缩小，过密的条纹可能超过人眼甚至是仪器的辨识精度，从而使测量失效。</a:t>
                </a:r>
                <a:endParaRPr lang="en-US" altLang="zh-CN" dirty="0"/>
              </a:p>
              <a:p>
                <a:r>
                  <a:rPr lang="zh-CN" altLang="en-US" dirty="0"/>
                  <a:t>根据物像的等光程性，从（</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）到（</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）不会有附加的光程差，也就是说（</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）和（</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）的相干程度相同，这便归结到一个面光源直接面对一对基线为</a:t>
                </a:r>
                <a:r>
                  <a:rPr lang="en-US" altLang="zh-CN" dirty="0"/>
                  <a:t>h</a:t>
                </a:r>
                <a:r>
                  <a:rPr lang="zh-CN" altLang="en-US" dirty="0"/>
                  <a:t>的双孔（</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a:t>
                </a:r>
                <a:endParaRPr lang="en-US" altLang="zh-CN" dirty="0"/>
              </a:p>
              <a:p>
                <a:r>
                  <a:rPr lang="zh-CN" altLang="en-US" dirty="0"/>
                  <a:t>这一装置巧妙地解决了测角精度和条纹宽间距之间的矛盾。</a:t>
                </a:r>
                <a:endParaRPr lang="en-US" altLang="zh-CN" dirty="0"/>
              </a:p>
            </p:txBody>
          </p:sp>
        </mc:Choice>
        <mc:Fallback xmlns="">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因为用长度单位去描述遥远的星体没有什么太大意义，所以我们通常描述天体的大小的时候都是以地球上看到的角度的大小来描述，即天体的张角。天体两极的张角就是</a:t>
                </a:r>
                <a:r>
                  <a:rPr lang="zh-CN" altLang="en-US" sz="1200" b="0" i="0" u="none" strike="noStrike" kern="1200" dirty="0">
                    <a:solidFill>
                      <a:schemeClr val="tx1"/>
                    </a:solidFill>
                    <a:effectLst/>
                    <a:latin typeface="+mn-lt"/>
                    <a:ea typeface="+mn-ea"/>
                    <a:cs typeface="+mn-cs"/>
                    <a:hlinkClick r:id="rId4"/>
                  </a:rPr>
                  <a:t>角直径</a:t>
                </a:r>
                <a:r>
                  <a:rPr lang="zh-CN" altLang="en-US" sz="1200" b="0" i="0" kern="1200" dirty="0">
                    <a:solidFill>
                      <a:schemeClr val="tx1"/>
                    </a:solidFill>
                    <a:effectLst/>
                    <a:latin typeface="+mn-lt"/>
                    <a:ea typeface="+mn-ea"/>
                    <a:cs typeface="+mn-cs"/>
                  </a:rPr>
                  <a:t>。</a:t>
                </a:r>
                <a:endParaRPr lang="en-US" altLang="zh-CN" dirty="0"/>
              </a:p>
              <a:p>
                <a:r>
                  <a:rPr lang="zh-CN" altLang="en-US" dirty="0"/>
                  <a:t>根据干涉场的反衬度随双孔间隔</a:t>
                </a:r>
                <a:r>
                  <a:rPr lang="en-US" altLang="zh-CN" dirty="0"/>
                  <a:t>d</a:t>
                </a:r>
                <a:r>
                  <a:rPr lang="zh-CN" altLang="en-US" dirty="0"/>
                  <a:t>的增加而下降的原理，找到干涉条纹 消失的点，就可以测量遥远形体的角径</a:t>
                </a:r>
                <a:r>
                  <a:rPr lang="zh-CN" altLang="en-US" sz="1300" i="0">
                    <a:latin typeface="Cambria Math" panose="02040503050406030204" pitchFamily="18" charset="0"/>
                  </a:rPr>
                  <a:t>𝜆/ℎ</a:t>
                </a:r>
                <a:r>
                  <a:rPr lang="zh-CN" altLang="en-US" dirty="0"/>
                  <a:t>。但是为了得到很好的分辨率，经常需要将</a:t>
                </a:r>
                <a:r>
                  <a:rPr lang="en-US" altLang="zh-CN" dirty="0"/>
                  <a:t>h</a:t>
                </a:r>
                <a:r>
                  <a:rPr lang="zh-CN" altLang="en-US" dirty="0"/>
                  <a:t>在大尺度内（</a:t>
                </a:r>
                <a:r>
                  <a:rPr lang="en-US" altLang="zh-CN" dirty="0"/>
                  <a:t>m</a:t>
                </a:r>
                <a:r>
                  <a:rPr lang="zh-CN" altLang="en-US" dirty="0"/>
                  <a:t>的量级）范围内调整，在实验上不容易操作。而且，随着</a:t>
                </a:r>
                <a:r>
                  <a:rPr lang="en-US" altLang="zh-CN" dirty="0"/>
                  <a:t>d</a:t>
                </a:r>
                <a:r>
                  <a:rPr lang="zh-CN" altLang="en-US" dirty="0"/>
                  <a:t>的增加，条纹间距会缩小，过密的条纹可能超过人眼甚至是仪器的辨识精度，从而使测量失效。</a:t>
                </a:r>
                <a:endParaRPr lang="en-US" altLang="zh-CN" dirty="0"/>
              </a:p>
              <a:p>
                <a:r>
                  <a:rPr lang="zh-CN" altLang="en-US" dirty="0"/>
                  <a:t>根据物像的等光程性，从（</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）到（</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）不会有附加的光程差，也就是说（</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）和（</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）的相干程度相同，这便归结到一个面光源直接面对一对基线为</a:t>
                </a:r>
                <a:r>
                  <a:rPr lang="en-US" altLang="zh-CN" dirty="0"/>
                  <a:t>h</a:t>
                </a:r>
                <a:r>
                  <a:rPr lang="zh-CN" altLang="en-US" dirty="0"/>
                  <a:t>的双孔（</a:t>
                </a:r>
                <a:r>
                  <a:rPr lang="en-US" altLang="zh-CN" dirty="0"/>
                  <a:t>S</a:t>
                </a:r>
                <a:r>
                  <a:rPr lang="en-US" altLang="zh-CN" baseline="-25000" dirty="0"/>
                  <a:t>1</a:t>
                </a:r>
                <a:r>
                  <a:rPr lang="en-US" altLang="zh-CN" dirty="0"/>
                  <a:t>’</a:t>
                </a:r>
                <a:r>
                  <a:rPr lang="zh-CN" altLang="en-US" dirty="0"/>
                  <a:t>，</a:t>
                </a:r>
                <a:r>
                  <a:rPr lang="en-US" altLang="zh-CN" dirty="0"/>
                  <a:t>S</a:t>
                </a:r>
                <a:r>
                  <a:rPr lang="en-US" altLang="zh-CN" baseline="-25000" dirty="0"/>
                  <a:t>2</a:t>
                </a:r>
                <a:r>
                  <a:rPr lang="en-US" altLang="zh-CN" dirty="0"/>
                  <a:t>’</a:t>
                </a:r>
                <a:r>
                  <a:rPr lang="zh-CN" altLang="en-US" dirty="0"/>
                  <a:t>）。</a:t>
                </a:r>
                <a:endParaRPr lang="en-US" altLang="zh-CN" dirty="0"/>
              </a:p>
              <a:p>
                <a:r>
                  <a:rPr lang="zh-CN" altLang="en-US" dirty="0"/>
                  <a:t>这一装置巧妙地解决了测角精度和条纹宽间距之间的矛盾。</a:t>
                </a:r>
                <a:endParaRPr lang="en-US" altLang="zh-CN" dirty="0"/>
              </a:p>
            </p:txBody>
          </p:sp>
        </mc:Fallback>
      </mc:AlternateContent>
      <p:sp>
        <p:nvSpPr>
          <p:cNvPr id="4" name="灯片编号占位符 3"/>
          <p:cNvSpPr>
            <a:spLocks noGrp="1"/>
          </p:cNvSpPr>
          <p:nvPr>
            <p:ph type="sldNum" sz="quarter" idx="5"/>
          </p:nvPr>
        </p:nvSpPr>
        <p:spPr/>
        <p:txBody>
          <a:bodyPr/>
          <a:lstStyle/>
          <a:p>
            <a:fld id="{A634CDF8-0931-4761-8DFC-7411ABD13171}" type="slidenum">
              <a:rPr lang="zh-CN" altLang="en-US" smtClean="0"/>
              <a:t>28</a:t>
            </a:fld>
            <a:endParaRPr lang="zh-CN" altLang="en-US"/>
          </a:p>
        </p:txBody>
      </p:sp>
    </p:spTree>
    <p:extLst>
      <p:ext uri="{BB962C8B-B14F-4D97-AF65-F5344CB8AC3E}">
        <p14:creationId xmlns:p14="http://schemas.microsoft.com/office/powerpoint/2010/main" val="4598531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迈克尔逊星体干涉仪的问世，在光学技术史上有特别的意义，在光源与双孔（</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）位置不变的条件下，它通过镜面移动，而改变长点（</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）的相关程度，并予以探测，这使它成为现代光学相关实验的先导。</a:t>
            </a:r>
          </a:p>
          <a:p>
            <a:endParaRPr lang="zh-CN" altLang="en-US" dirty="0"/>
          </a:p>
        </p:txBody>
      </p:sp>
      <p:sp>
        <p:nvSpPr>
          <p:cNvPr id="4" name="灯片编号占位符 3"/>
          <p:cNvSpPr>
            <a:spLocks noGrp="1"/>
          </p:cNvSpPr>
          <p:nvPr>
            <p:ph type="sldNum" sz="quarter" idx="5"/>
          </p:nvPr>
        </p:nvSpPr>
        <p:spPr/>
        <p:txBody>
          <a:bodyPr/>
          <a:lstStyle/>
          <a:p>
            <a:fld id="{A634CDF8-0931-4761-8DFC-7411ABD13171}" type="slidenum">
              <a:rPr lang="zh-CN" altLang="en-US" smtClean="0"/>
              <a:t>29</a:t>
            </a:fld>
            <a:endParaRPr lang="zh-CN" altLang="en-US"/>
          </a:p>
        </p:txBody>
      </p:sp>
    </p:spTree>
    <p:extLst>
      <p:ext uri="{BB962C8B-B14F-4D97-AF65-F5344CB8AC3E}">
        <p14:creationId xmlns:p14="http://schemas.microsoft.com/office/powerpoint/2010/main" val="81813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3536299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2614145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1282533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4095018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263844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2592831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748912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255893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67323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237397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330964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D9D112-7335-4FD0-BA5F-3CA759713C89}" type="datetimeFigureOut">
              <a:rPr lang="zh-CN" altLang="en-US" smtClean="0"/>
              <a:t>2025/10/30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FAA784-3185-4BB0-84B5-122BEA908427}" type="slidenum">
              <a:rPr lang="zh-CN" altLang="en-US" smtClean="0"/>
              <a:t>‹#›</a:t>
            </a:fld>
            <a:endParaRPr lang="zh-CN" altLang="en-US"/>
          </a:p>
        </p:txBody>
      </p:sp>
    </p:spTree>
    <p:extLst>
      <p:ext uri="{BB962C8B-B14F-4D97-AF65-F5344CB8AC3E}">
        <p14:creationId xmlns:p14="http://schemas.microsoft.com/office/powerpoint/2010/main" val="6762992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w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3" Type="http://schemas.openxmlformats.org/officeDocument/2006/relationships/image" Target="../media/image11.wmf"/><Relationship Id="rId18" Type="http://schemas.openxmlformats.org/officeDocument/2006/relationships/oleObject" Target="../embeddings/oleObject12.bin"/><Relationship Id="rId26" Type="http://schemas.openxmlformats.org/officeDocument/2006/relationships/oleObject" Target="../embeddings/oleObject16.bin"/><Relationship Id="rId3" Type="http://schemas.openxmlformats.org/officeDocument/2006/relationships/image" Target="../media/image6.wmf"/><Relationship Id="rId21" Type="http://schemas.openxmlformats.org/officeDocument/2006/relationships/image" Target="../media/image15.wmf"/><Relationship Id="rId7" Type="http://schemas.openxmlformats.org/officeDocument/2006/relationships/image" Target="../media/image8.wmf"/><Relationship Id="rId12" Type="http://schemas.openxmlformats.org/officeDocument/2006/relationships/oleObject" Target="../embeddings/oleObject9.bin"/><Relationship Id="rId17" Type="http://schemas.openxmlformats.org/officeDocument/2006/relationships/image" Target="../media/image13.wmf"/><Relationship Id="rId25" Type="http://schemas.openxmlformats.org/officeDocument/2006/relationships/image" Target="../media/image17.wmf"/><Relationship Id="rId33" Type="http://schemas.openxmlformats.org/officeDocument/2006/relationships/image" Target="../media/image21.wmf"/><Relationship Id="rId2" Type="http://schemas.openxmlformats.org/officeDocument/2006/relationships/oleObject" Target="../embeddings/oleObject4.bin"/><Relationship Id="rId16" Type="http://schemas.openxmlformats.org/officeDocument/2006/relationships/oleObject" Target="../embeddings/oleObject11.bin"/><Relationship Id="rId20" Type="http://schemas.openxmlformats.org/officeDocument/2006/relationships/oleObject" Target="../embeddings/oleObject13.bin"/><Relationship Id="rId29" Type="http://schemas.openxmlformats.org/officeDocument/2006/relationships/image" Target="../media/image19.wmf"/><Relationship Id="rId1" Type="http://schemas.openxmlformats.org/officeDocument/2006/relationships/slideLayout" Target="../slideLayouts/slideLayout7.xml"/><Relationship Id="rId6" Type="http://schemas.openxmlformats.org/officeDocument/2006/relationships/oleObject" Target="../embeddings/oleObject6.bin"/><Relationship Id="rId11" Type="http://schemas.openxmlformats.org/officeDocument/2006/relationships/image" Target="../media/image10.wmf"/><Relationship Id="rId24" Type="http://schemas.openxmlformats.org/officeDocument/2006/relationships/oleObject" Target="../embeddings/oleObject15.bin"/><Relationship Id="rId32" Type="http://schemas.openxmlformats.org/officeDocument/2006/relationships/oleObject" Target="../embeddings/oleObject19.bin"/><Relationship Id="rId5" Type="http://schemas.openxmlformats.org/officeDocument/2006/relationships/image" Target="../media/image7.wmf"/><Relationship Id="rId15" Type="http://schemas.openxmlformats.org/officeDocument/2006/relationships/image" Target="../media/image12.wmf"/><Relationship Id="rId23" Type="http://schemas.openxmlformats.org/officeDocument/2006/relationships/image" Target="../media/image16.wmf"/><Relationship Id="rId28" Type="http://schemas.openxmlformats.org/officeDocument/2006/relationships/oleObject" Target="../embeddings/oleObject17.bin"/><Relationship Id="rId10" Type="http://schemas.openxmlformats.org/officeDocument/2006/relationships/oleObject" Target="../embeddings/oleObject8.bin"/><Relationship Id="rId19" Type="http://schemas.openxmlformats.org/officeDocument/2006/relationships/image" Target="../media/image14.wmf"/><Relationship Id="rId31" Type="http://schemas.openxmlformats.org/officeDocument/2006/relationships/image" Target="../media/image20.wmf"/><Relationship Id="rId4" Type="http://schemas.openxmlformats.org/officeDocument/2006/relationships/oleObject" Target="../embeddings/oleObject5.bin"/><Relationship Id="rId9" Type="http://schemas.openxmlformats.org/officeDocument/2006/relationships/image" Target="../media/image9.wmf"/><Relationship Id="rId14" Type="http://schemas.openxmlformats.org/officeDocument/2006/relationships/oleObject" Target="../embeddings/oleObject10.bin"/><Relationship Id="rId22" Type="http://schemas.openxmlformats.org/officeDocument/2006/relationships/oleObject" Target="../embeddings/oleObject14.bin"/><Relationship Id="rId27" Type="http://schemas.openxmlformats.org/officeDocument/2006/relationships/image" Target="../media/image18.wmf"/><Relationship Id="rId30" Type="http://schemas.openxmlformats.org/officeDocument/2006/relationships/oleObject" Target="../embeddings/oleObject18.bin"/><Relationship Id="rId8"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26.wmf"/><Relationship Id="rId18" Type="http://schemas.openxmlformats.org/officeDocument/2006/relationships/oleObject" Target="../embeddings/oleObject28.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oleObject" Target="../embeddings/oleObject25.bin"/><Relationship Id="rId17" Type="http://schemas.openxmlformats.org/officeDocument/2006/relationships/image" Target="../media/image28.wmf"/><Relationship Id="rId2" Type="http://schemas.openxmlformats.org/officeDocument/2006/relationships/notesSlide" Target="../notesSlides/notesSlide3.xml"/><Relationship Id="rId16"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image" Target="../media/image23.wmf"/><Relationship Id="rId11" Type="http://schemas.openxmlformats.org/officeDocument/2006/relationships/image" Target="../media/image25.wmf"/><Relationship Id="rId5" Type="http://schemas.openxmlformats.org/officeDocument/2006/relationships/oleObject" Target="../embeddings/oleObject21.bin"/><Relationship Id="rId15" Type="http://schemas.openxmlformats.org/officeDocument/2006/relationships/image" Target="../media/image27.wmf"/><Relationship Id="rId10" Type="http://schemas.openxmlformats.org/officeDocument/2006/relationships/oleObject" Target="../embeddings/oleObject24.bin"/><Relationship Id="rId19" Type="http://schemas.openxmlformats.org/officeDocument/2006/relationships/image" Target="../media/image29.wmf"/><Relationship Id="rId4" Type="http://schemas.openxmlformats.org/officeDocument/2006/relationships/image" Target="../media/image22.wmf"/><Relationship Id="rId9" Type="http://schemas.openxmlformats.org/officeDocument/2006/relationships/oleObject" Target="../embeddings/oleObject23.bin"/><Relationship Id="rId14" Type="http://schemas.openxmlformats.org/officeDocument/2006/relationships/oleObject" Target="../embeddings/oleObject26.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3.wmf"/></Relationships>
</file>

<file path=ppt/slides/_rels/slide10.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image" Target="../media/image39.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oleObject" Target="../embeddings/oleObject39.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6.wmf"/><Relationship Id="rId11" Type="http://schemas.openxmlformats.org/officeDocument/2006/relationships/image" Target="../media/image38.wmf"/><Relationship Id="rId5" Type="http://schemas.openxmlformats.org/officeDocument/2006/relationships/oleObject" Target="../embeddings/oleObject35.bin"/><Relationship Id="rId10" Type="http://schemas.openxmlformats.org/officeDocument/2006/relationships/oleObject" Target="../embeddings/oleObject38.bin"/><Relationship Id="rId4" Type="http://schemas.openxmlformats.org/officeDocument/2006/relationships/image" Target="../media/image35.wmf"/><Relationship Id="rId9" Type="http://schemas.openxmlformats.org/officeDocument/2006/relationships/oleObject" Target="../embeddings/oleObject37.bin"/><Relationship Id="rId14" Type="http://schemas.openxmlformats.org/officeDocument/2006/relationships/oleObject" Target="../embeddings/oleObject40.bin"/></Relationships>
</file>

<file path=ppt/slides/_rels/slide1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jpe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45.wmf"/><Relationship Id="rId7" Type="http://schemas.openxmlformats.org/officeDocument/2006/relationships/oleObject" Target="../embeddings/oleObject19.bin"/><Relationship Id="rId2" Type="http://schemas.openxmlformats.org/officeDocument/2006/relationships/oleObject" Target="../embeddings/oleObject41.bin"/><Relationship Id="rId1" Type="http://schemas.openxmlformats.org/officeDocument/2006/relationships/slideLayout" Target="../slideLayouts/slideLayout7.x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53.wmf"/><Relationship Id="rId7" Type="http://schemas.openxmlformats.org/officeDocument/2006/relationships/image" Target="../media/image55.wmf"/><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57.wmf"/><Relationship Id="rId5" Type="http://schemas.openxmlformats.org/officeDocument/2006/relationships/image" Target="../media/image5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5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62.wmf"/><Relationship Id="rId3" Type="http://schemas.openxmlformats.org/officeDocument/2006/relationships/image" Target="../media/image53.wmf"/><Relationship Id="rId7" Type="http://schemas.openxmlformats.org/officeDocument/2006/relationships/image" Target="../media/image59.wmf"/><Relationship Id="rId12" Type="http://schemas.openxmlformats.org/officeDocument/2006/relationships/oleObject" Target="../embeddings/oleObject52.bin"/><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9.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60.wmf"/></Relationships>
</file>

<file path=ppt/slides/_rels/slide21.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63.wmf"/><Relationship Id="rId7" Type="http://schemas.openxmlformats.org/officeDocument/2006/relationships/oleObject" Target="../embeddings/oleObject53.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65.wmf"/><Relationship Id="rId9" Type="http://schemas.openxmlformats.org/officeDocument/2006/relationships/oleObject" Target="../embeddings/oleObject54.bin"/></Relationships>
</file>

<file path=ppt/slides/_rels/slide22.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67.jpeg"/><Relationship Id="rId7" Type="http://schemas.openxmlformats.org/officeDocument/2006/relationships/image" Target="../media/image7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0.wmf"/><Relationship Id="rId5" Type="http://schemas.openxmlformats.org/officeDocument/2006/relationships/image" Target="../media/image69.jpeg"/><Relationship Id="rId10" Type="http://schemas.openxmlformats.org/officeDocument/2006/relationships/image" Target="../media/image74.wmf"/><Relationship Id="rId4" Type="http://schemas.openxmlformats.org/officeDocument/2006/relationships/image" Target="../media/image68.wmf"/><Relationship Id="rId9" Type="http://schemas.openxmlformats.org/officeDocument/2006/relationships/image" Target="../media/image73.jpeg"/></Relationships>
</file>

<file path=ppt/slides/_rels/slide24.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60.bin"/><Relationship Id="rId18" Type="http://schemas.openxmlformats.org/officeDocument/2006/relationships/image" Target="../media/image83.wmf"/><Relationship Id="rId26" Type="http://schemas.openxmlformats.org/officeDocument/2006/relationships/image" Target="../media/image89.png"/><Relationship Id="rId3" Type="http://schemas.openxmlformats.org/officeDocument/2006/relationships/oleObject" Target="../embeddings/oleObject55.bin"/><Relationship Id="rId21" Type="http://schemas.openxmlformats.org/officeDocument/2006/relationships/oleObject" Target="../embeddings/oleObject64.bin"/><Relationship Id="rId7" Type="http://schemas.openxmlformats.org/officeDocument/2006/relationships/oleObject" Target="../embeddings/oleObject57.bin"/><Relationship Id="rId12" Type="http://schemas.openxmlformats.org/officeDocument/2006/relationships/image" Target="../media/image80.wmf"/><Relationship Id="rId17" Type="http://schemas.openxmlformats.org/officeDocument/2006/relationships/oleObject" Target="../embeddings/oleObject62.bin"/><Relationship Id="rId2" Type="http://schemas.openxmlformats.org/officeDocument/2006/relationships/image" Target="../media/image75.emf"/><Relationship Id="rId16" Type="http://schemas.openxmlformats.org/officeDocument/2006/relationships/image" Target="../media/image82.wmf"/><Relationship Id="rId20" Type="http://schemas.openxmlformats.org/officeDocument/2006/relationships/image" Target="../media/image84.wmf"/><Relationship Id="rId1" Type="http://schemas.openxmlformats.org/officeDocument/2006/relationships/slideLayout" Target="../slideLayouts/slideLayout7.xml"/><Relationship Id="rId6" Type="http://schemas.openxmlformats.org/officeDocument/2006/relationships/image" Target="../media/image77.wmf"/><Relationship Id="rId11" Type="http://schemas.openxmlformats.org/officeDocument/2006/relationships/oleObject" Target="../embeddings/oleObject59.bin"/><Relationship Id="rId24" Type="http://schemas.openxmlformats.org/officeDocument/2006/relationships/image" Target="../media/image86.wmf"/><Relationship Id="rId5" Type="http://schemas.openxmlformats.org/officeDocument/2006/relationships/oleObject" Target="../embeddings/oleObject56.bin"/><Relationship Id="rId15" Type="http://schemas.openxmlformats.org/officeDocument/2006/relationships/oleObject" Target="../embeddings/oleObject61.bin"/><Relationship Id="rId23" Type="http://schemas.openxmlformats.org/officeDocument/2006/relationships/oleObject" Target="../embeddings/oleObject65.bin"/><Relationship Id="rId10" Type="http://schemas.openxmlformats.org/officeDocument/2006/relationships/image" Target="../media/image79.wmf"/><Relationship Id="rId19" Type="http://schemas.openxmlformats.org/officeDocument/2006/relationships/oleObject" Target="../embeddings/oleObject63.bin"/><Relationship Id="rId4" Type="http://schemas.openxmlformats.org/officeDocument/2006/relationships/image" Target="../media/image76.wmf"/><Relationship Id="rId9" Type="http://schemas.openxmlformats.org/officeDocument/2006/relationships/oleObject" Target="../embeddings/oleObject58.bin"/><Relationship Id="rId14" Type="http://schemas.openxmlformats.org/officeDocument/2006/relationships/image" Target="../media/image81.wmf"/><Relationship Id="rId22" Type="http://schemas.openxmlformats.org/officeDocument/2006/relationships/image" Target="../media/image85.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90.wmf"/><Relationship Id="rId18" Type="http://schemas.openxmlformats.org/officeDocument/2006/relationships/oleObject" Target="../embeddings/oleObject72.bin"/><Relationship Id="rId3" Type="http://schemas.openxmlformats.org/officeDocument/2006/relationships/image" Target="../media/image97.png"/><Relationship Id="rId7" Type="http://schemas.openxmlformats.org/officeDocument/2006/relationships/image" Target="../media/image87.wmf"/><Relationship Id="rId12" Type="http://schemas.openxmlformats.org/officeDocument/2006/relationships/oleObject" Target="../embeddings/oleObject69.bin"/><Relationship Id="rId17" Type="http://schemas.openxmlformats.org/officeDocument/2006/relationships/image" Target="../media/image92.wmf"/><Relationship Id="rId16" Type="http://schemas.openxmlformats.org/officeDocument/2006/relationships/oleObject" Target="../embeddings/oleObject71.bin"/><Relationship Id="rId1" Type="http://schemas.openxmlformats.org/officeDocument/2006/relationships/slideLayout" Target="../slideLayouts/slideLayout7.xml"/><Relationship Id="rId6" Type="http://schemas.openxmlformats.org/officeDocument/2006/relationships/oleObject" Target="../embeddings/oleObject66.bin"/><Relationship Id="rId11" Type="http://schemas.openxmlformats.org/officeDocument/2006/relationships/image" Target="../media/image89.wmf"/><Relationship Id="rId5" Type="http://schemas.openxmlformats.org/officeDocument/2006/relationships/image" Target="../media/image99.png"/><Relationship Id="rId15" Type="http://schemas.openxmlformats.org/officeDocument/2006/relationships/image" Target="../media/image91.wmf"/><Relationship Id="rId10" Type="http://schemas.openxmlformats.org/officeDocument/2006/relationships/oleObject" Target="../embeddings/oleObject68.bin"/><Relationship Id="rId19" Type="http://schemas.openxmlformats.org/officeDocument/2006/relationships/image" Target="../media/image93.wmf"/><Relationship Id="rId4" Type="http://schemas.openxmlformats.org/officeDocument/2006/relationships/image" Target="../media/image98.png"/><Relationship Id="rId9" Type="http://schemas.openxmlformats.org/officeDocument/2006/relationships/image" Target="../media/image88.wmf"/><Relationship Id="rId14" Type="http://schemas.openxmlformats.org/officeDocument/2006/relationships/oleObject" Target="../embeddings/oleObject70.bin"/></Relationships>
</file>

<file path=ppt/slides/_rels/slide26.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oleObject" Target="../embeddings/oleObject73.bin"/><Relationship Id="rId1" Type="http://schemas.openxmlformats.org/officeDocument/2006/relationships/slideLayout" Target="../slideLayouts/slideLayout7.xml"/><Relationship Id="rId4" Type="http://schemas.openxmlformats.org/officeDocument/2006/relationships/image" Target="../media/image95.emf"/></Relationships>
</file>

<file path=ppt/slides/_rels/slide2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3" Type="http://schemas.openxmlformats.org/officeDocument/2006/relationships/oleObject" Target="../embeddings/oleObject79.bin"/><Relationship Id="rId18" Type="http://schemas.openxmlformats.org/officeDocument/2006/relationships/image" Target="../media/image104.wmf"/><Relationship Id="rId26" Type="http://schemas.openxmlformats.org/officeDocument/2006/relationships/image" Target="../media/image108.wmf"/><Relationship Id="rId3" Type="http://schemas.openxmlformats.org/officeDocument/2006/relationships/oleObject" Target="../embeddings/oleObject74.bin"/><Relationship Id="rId21" Type="http://schemas.openxmlformats.org/officeDocument/2006/relationships/oleObject" Target="../embeddings/oleObject83.bin"/><Relationship Id="rId34" Type="http://schemas.openxmlformats.org/officeDocument/2006/relationships/oleObject" Target="../embeddings/oleObject88.bin"/><Relationship Id="rId7" Type="http://schemas.openxmlformats.org/officeDocument/2006/relationships/oleObject" Target="../embeddings/oleObject76.bin"/><Relationship Id="rId12" Type="http://schemas.openxmlformats.org/officeDocument/2006/relationships/image" Target="../media/image101.wmf"/><Relationship Id="rId17" Type="http://schemas.openxmlformats.org/officeDocument/2006/relationships/oleObject" Target="../embeddings/oleObject81.bin"/><Relationship Id="rId25" Type="http://schemas.openxmlformats.org/officeDocument/2006/relationships/oleObject" Target="../embeddings/oleObject85.bin"/><Relationship Id="rId33"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03.wmf"/><Relationship Id="rId20" Type="http://schemas.openxmlformats.org/officeDocument/2006/relationships/image" Target="../media/image105.wmf"/><Relationship Id="rId1" Type="http://schemas.openxmlformats.org/officeDocument/2006/relationships/slideLayout" Target="../slideLayouts/slideLayout7.xml"/><Relationship Id="rId6" Type="http://schemas.openxmlformats.org/officeDocument/2006/relationships/image" Target="../media/image98.wmf"/><Relationship Id="rId11" Type="http://schemas.openxmlformats.org/officeDocument/2006/relationships/oleObject" Target="../embeddings/oleObject78.bin"/><Relationship Id="rId24" Type="http://schemas.openxmlformats.org/officeDocument/2006/relationships/image" Target="../media/image107.wmf"/><Relationship Id="rId32" Type="http://schemas.openxmlformats.org/officeDocument/2006/relationships/image" Target="../media/image110.wmf"/><Relationship Id="rId37" Type="http://schemas.openxmlformats.org/officeDocument/2006/relationships/image" Target="../media/image112.wmf"/><Relationship Id="rId5" Type="http://schemas.openxmlformats.org/officeDocument/2006/relationships/oleObject" Target="../embeddings/oleObject75.bin"/><Relationship Id="rId15" Type="http://schemas.openxmlformats.org/officeDocument/2006/relationships/oleObject" Target="../embeddings/oleObject80.bin"/><Relationship Id="rId23" Type="http://schemas.openxmlformats.org/officeDocument/2006/relationships/oleObject" Target="../embeddings/oleObject84.bin"/><Relationship Id="rId28" Type="http://schemas.openxmlformats.org/officeDocument/2006/relationships/image" Target="../media/image109.wmf"/><Relationship Id="rId36" Type="http://schemas.openxmlformats.org/officeDocument/2006/relationships/oleObject" Target="../embeddings/oleObject89.bin"/><Relationship Id="rId10" Type="http://schemas.openxmlformats.org/officeDocument/2006/relationships/image" Target="../media/image100.wmf"/><Relationship Id="rId19" Type="http://schemas.openxmlformats.org/officeDocument/2006/relationships/oleObject" Target="../embeddings/oleObject82.bin"/><Relationship Id="rId31" Type="http://schemas.openxmlformats.org/officeDocument/2006/relationships/oleObject" Target="../embeddings/oleObject87.bin"/><Relationship Id="rId4" Type="http://schemas.openxmlformats.org/officeDocument/2006/relationships/image" Target="../media/image97.wmf"/><Relationship Id="rId9" Type="http://schemas.openxmlformats.org/officeDocument/2006/relationships/oleObject" Target="../embeddings/oleObject77.bin"/><Relationship Id="rId14" Type="http://schemas.openxmlformats.org/officeDocument/2006/relationships/image" Target="../media/image102.wmf"/><Relationship Id="rId22" Type="http://schemas.openxmlformats.org/officeDocument/2006/relationships/image" Target="../media/image106.wmf"/><Relationship Id="rId27" Type="http://schemas.openxmlformats.org/officeDocument/2006/relationships/oleObject" Target="../embeddings/oleObject86.bin"/><Relationship Id="rId30" Type="http://schemas.openxmlformats.org/officeDocument/2006/relationships/image" Target="../media/image113.png"/><Relationship Id="rId35" Type="http://schemas.openxmlformats.org/officeDocument/2006/relationships/image" Target="../media/image111.wmf"/><Relationship Id="rId8" Type="http://schemas.openxmlformats.org/officeDocument/2006/relationships/image" Target="../media/image99.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3.wmf"/></Relationships>
</file>

<file path=ppt/slides/_rels/slide3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image" Target="../media/image114.jpeg"/><Relationship Id="rId1" Type="http://schemas.openxmlformats.org/officeDocument/2006/relationships/slideLayout" Target="../slideLayouts/slideLayout7.xml"/><Relationship Id="rId5" Type="http://schemas.openxmlformats.org/officeDocument/2006/relationships/image" Target="../media/image117.jpeg"/><Relationship Id="rId4" Type="http://schemas.openxmlformats.org/officeDocument/2006/relationships/image" Target="../media/image116.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image" Target="../media/image118.wmf"/><Relationship Id="rId18" Type="http://schemas.openxmlformats.org/officeDocument/2006/relationships/oleObject" Target="../embeddings/oleObject99.bin"/><Relationship Id="rId26" Type="http://schemas.openxmlformats.org/officeDocument/2006/relationships/oleObject" Target="../embeddings/oleObject103.bin"/><Relationship Id="rId3" Type="http://schemas.openxmlformats.org/officeDocument/2006/relationships/image" Target="../media/image102.wmf"/><Relationship Id="rId21" Type="http://schemas.openxmlformats.org/officeDocument/2006/relationships/image" Target="../media/image122.wmf"/><Relationship Id="rId7" Type="http://schemas.openxmlformats.org/officeDocument/2006/relationships/image" Target="../media/image107.wmf"/><Relationship Id="rId12" Type="http://schemas.openxmlformats.org/officeDocument/2006/relationships/oleObject" Target="../embeddings/oleObject96.bin"/><Relationship Id="rId17" Type="http://schemas.openxmlformats.org/officeDocument/2006/relationships/image" Target="../media/image120.wmf"/><Relationship Id="rId25" Type="http://schemas.openxmlformats.org/officeDocument/2006/relationships/image" Target="../media/image124.wmf"/><Relationship Id="rId2" Type="http://schemas.openxmlformats.org/officeDocument/2006/relationships/oleObject" Target="../embeddings/oleObject91.bin"/><Relationship Id="rId16" Type="http://schemas.openxmlformats.org/officeDocument/2006/relationships/oleObject" Target="../embeddings/oleObject98.bin"/><Relationship Id="rId20" Type="http://schemas.openxmlformats.org/officeDocument/2006/relationships/oleObject" Target="../embeddings/oleObject100.bin"/><Relationship Id="rId1" Type="http://schemas.openxmlformats.org/officeDocument/2006/relationships/slideLayout" Target="../slideLayouts/slideLayout7.xml"/><Relationship Id="rId6" Type="http://schemas.openxmlformats.org/officeDocument/2006/relationships/oleObject" Target="../embeddings/oleObject93.bin"/><Relationship Id="rId11" Type="http://schemas.openxmlformats.org/officeDocument/2006/relationships/image" Target="../media/image112.wmf"/><Relationship Id="rId24" Type="http://schemas.openxmlformats.org/officeDocument/2006/relationships/oleObject" Target="../embeddings/oleObject102.bin"/><Relationship Id="rId5" Type="http://schemas.openxmlformats.org/officeDocument/2006/relationships/image" Target="../media/image105.wmf"/><Relationship Id="rId15" Type="http://schemas.openxmlformats.org/officeDocument/2006/relationships/image" Target="../media/image119.wmf"/><Relationship Id="rId23" Type="http://schemas.openxmlformats.org/officeDocument/2006/relationships/image" Target="../media/image123.wmf"/><Relationship Id="rId10" Type="http://schemas.openxmlformats.org/officeDocument/2006/relationships/oleObject" Target="../embeddings/oleObject95.bin"/><Relationship Id="rId19" Type="http://schemas.openxmlformats.org/officeDocument/2006/relationships/image" Target="../media/image121.wmf"/><Relationship Id="rId4" Type="http://schemas.openxmlformats.org/officeDocument/2006/relationships/oleObject" Target="../embeddings/oleObject92.bin"/><Relationship Id="rId9" Type="http://schemas.openxmlformats.org/officeDocument/2006/relationships/image" Target="../media/image110.wmf"/><Relationship Id="rId14" Type="http://schemas.openxmlformats.org/officeDocument/2006/relationships/oleObject" Target="../embeddings/oleObject97.bin"/><Relationship Id="rId22" Type="http://schemas.openxmlformats.org/officeDocument/2006/relationships/oleObject" Target="../embeddings/oleObject101.bin"/><Relationship Id="rId27" Type="http://schemas.openxmlformats.org/officeDocument/2006/relationships/image" Target="../media/image12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10103-3DC7-43AF-98A8-66D07849DA6D}"/>
              </a:ext>
            </a:extLst>
          </p:cNvPr>
          <p:cNvSpPr>
            <a:spLocks noGrp="1"/>
          </p:cNvSpPr>
          <p:nvPr>
            <p:ph type="ctrTitle"/>
          </p:nvPr>
        </p:nvSpPr>
        <p:spPr>
          <a:xfrm>
            <a:off x="572784" y="719190"/>
            <a:ext cx="7772400" cy="664021"/>
          </a:xfrm>
        </p:spPr>
        <p:txBody>
          <a:bodyPr>
            <a:normAutofit/>
          </a:bodyPr>
          <a:lstStyle/>
          <a:p>
            <a:r>
              <a:rPr lang="zh-CN" altLang="en-US" sz="3600" dirty="0">
                <a:latin typeface="黑体" panose="02010609060101010101" pitchFamily="49" charset="-122"/>
                <a:ea typeface="黑体" panose="02010609060101010101" pitchFamily="49" charset="-122"/>
              </a:rPr>
              <a:t>第三章 干涉装置 光场的时空相干性</a:t>
            </a:r>
          </a:p>
        </p:txBody>
      </p:sp>
      <p:sp>
        <p:nvSpPr>
          <p:cNvPr id="3" name="副标题 2">
            <a:extLst>
              <a:ext uri="{FF2B5EF4-FFF2-40B4-BE49-F238E27FC236}">
                <a16:creationId xmlns:a16="http://schemas.microsoft.com/office/drawing/2014/main" id="{BEABEC79-F6BC-4510-B20D-2617F27E844D}"/>
              </a:ext>
            </a:extLst>
          </p:cNvPr>
          <p:cNvSpPr>
            <a:spLocks noGrp="1"/>
          </p:cNvSpPr>
          <p:nvPr>
            <p:ph type="subTitle" idx="1"/>
          </p:nvPr>
        </p:nvSpPr>
        <p:spPr>
          <a:xfrm>
            <a:off x="1040258" y="1849348"/>
            <a:ext cx="6858000" cy="3986373"/>
          </a:xfrm>
        </p:spPr>
        <p:txBody>
          <a:bodyPr>
            <a:normAutofit/>
          </a:bodyPr>
          <a:lstStyle/>
          <a:p>
            <a:pPr algn="l">
              <a:lnSpc>
                <a:spcPct val="150000"/>
              </a:lnSpc>
            </a:pPr>
            <a:r>
              <a:rPr lang="en-US" altLang="zh-CN" sz="2800" dirty="0">
                <a:latin typeface="黑体" panose="02010609060101010101" pitchFamily="49" charset="-122"/>
                <a:ea typeface="黑体" panose="02010609060101010101" pitchFamily="49" charset="-122"/>
              </a:rPr>
              <a:t>§1 </a:t>
            </a:r>
            <a:r>
              <a:rPr lang="zh-CN" altLang="en-US" sz="2800" dirty="0">
                <a:latin typeface="黑体" panose="02010609060101010101" pitchFamily="49" charset="-122"/>
                <a:ea typeface="黑体" panose="02010609060101010101" pitchFamily="49" charset="-122"/>
              </a:rPr>
              <a:t>分波前干涉装置   光场的空间相干性</a:t>
            </a:r>
            <a:endParaRPr lang="en-US" altLang="zh-CN" sz="2800" dirty="0">
              <a:latin typeface="黑体" panose="02010609060101010101" pitchFamily="49" charset="-122"/>
              <a:ea typeface="黑体" panose="02010609060101010101" pitchFamily="49" charset="-122"/>
            </a:endParaRPr>
          </a:p>
          <a:p>
            <a:pPr algn="l">
              <a:lnSpc>
                <a:spcPct val="150000"/>
              </a:lnSpc>
            </a:pPr>
            <a:r>
              <a:rPr lang="en-US" altLang="zh-CN" sz="2800" dirty="0">
                <a:latin typeface="黑体" panose="02010609060101010101" pitchFamily="49" charset="-122"/>
                <a:ea typeface="黑体" panose="02010609060101010101" pitchFamily="49" charset="-122"/>
              </a:rPr>
              <a:t>§2 </a:t>
            </a:r>
            <a:r>
              <a:rPr lang="zh-CN" altLang="en-US" sz="2800" dirty="0">
                <a:latin typeface="黑体" panose="02010609060101010101" pitchFamily="49" charset="-122"/>
                <a:ea typeface="黑体" panose="02010609060101010101" pitchFamily="49" charset="-122"/>
              </a:rPr>
              <a:t>薄膜干涉（一）等厚条纹</a:t>
            </a:r>
            <a:endParaRPr lang="en-US" altLang="zh-CN" sz="2800" dirty="0">
              <a:latin typeface="黑体" panose="02010609060101010101" pitchFamily="49" charset="-122"/>
              <a:ea typeface="黑体" panose="02010609060101010101" pitchFamily="49" charset="-122"/>
            </a:endParaRPr>
          </a:p>
          <a:p>
            <a:pPr algn="l">
              <a:lnSpc>
                <a:spcPct val="150000"/>
              </a:lnSpc>
            </a:pPr>
            <a:r>
              <a:rPr lang="en-US" altLang="zh-CN" sz="2800" dirty="0">
                <a:latin typeface="黑体" panose="02010609060101010101" pitchFamily="49" charset="-122"/>
                <a:ea typeface="黑体" panose="02010609060101010101" pitchFamily="49" charset="-122"/>
              </a:rPr>
              <a:t>§3 </a:t>
            </a:r>
            <a:r>
              <a:rPr lang="zh-CN" altLang="en-US" sz="2800" dirty="0">
                <a:latin typeface="黑体" panose="02010609060101010101" pitchFamily="49" charset="-122"/>
                <a:ea typeface="黑体" panose="02010609060101010101" pitchFamily="49" charset="-122"/>
              </a:rPr>
              <a:t>薄膜干涉（二）等倾条纹</a:t>
            </a:r>
            <a:endParaRPr lang="en-US" altLang="zh-CN" sz="2800" dirty="0">
              <a:latin typeface="黑体" panose="02010609060101010101" pitchFamily="49" charset="-122"/>
              <a:ea typeface="黑体" panose="02010609060101010101" pitchFamily="49" charset="-122"/>
            </a:endParaRPr>
          </a:p>
          <a:p>
            <a:pPr algn="l">
              <a:lnSpc>
                <a:spcPct val="150000"/>
              </a:lnSpc>
            </a:pPr>
            <a:r>
              <a:rPr lang="en-US" altLang="zh-CN" sz="2800" dirty="0">
                <a:latin typeface="黑体" panose="02010609060101010101" pitchFamily="49" charset="-122"/>
                <a:ea typeface="黑体" panose="02010609060101010101" pitchFamily="49" charset="-122"/>
              </a:rPr>
              <a:t>§4 </a:t>
            </a:r>
            <a:r>
              <a:rPr lang="zh-CN" altLang="en-US" sz="2800" dirty="0">
                <a:latin typeface="黑体" panose="02010609060101010101" pitchFamily="49" charset="-122"/>
                <a:ea typeface="黑体" panose="02010609060101010101" pitchFamily="49" charset="-122"/>
              </a:rPr>
              <a:t>迈克尔孙干涉仪   光场的时间相干性</a:t>
            </a:r>
            <a:endParaRPr lang="en-US" altLang="zh-CN" sz="2800" dirty="0">
              <a:latin typeface="黑体" panose="02010609060101010101" pitchFamily="49" charset="-122"/>
              <a:ea typeface="黑体" panose="02010609060101010101" pitchFamily="49" charset="-122"/>
            </a:endParaRPr>
          </a:p>
          <a:p>
            <a:pPr algn="l">
              <a:lnSpc>
                <a:spcPct val="150000"/>
              </a:lnSpc>
            </a:pPr>
            <a:r>
              <a:rPr lang="en-US" altLang="zh-CN" sz="2800" dirty="0">
                <a:latin typeface="黑体" panose="02010609060101010101" pitchFamily="49" charset="-122"/>
                <a:ea typeface="黑体" panose="02010609060101010101" pitchFamily="49" charset="-122"/>
              </a:rPr>
              <a:t>§5 </a:t>
            </a:r>
            <a:r>
              <a:rPr lang="zh-CN" altLang="en-US" sz="2800" dirty="0">
                <a:latin typeface="黑体" panose="02010609060101010101" pitchFamily="49" charset="-122"/>
                <a:ea typeface="黑体" panose="02010609060101010101" pitchFamily="49" charset="-122"/>
              </a:rPr>
              <a:t>多光束干涉   法布里</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珀罗干涉仪</a:t>
            </a:r>
          </a:p>
        </p:txBody>
      </p:sp>
    </p:spTree>
    <p:extLst>
      <p:ext uri="{BB962C8B-B14F-4D97-AF65-F5344CB8AC3E}">
        <p14:creationId xmlns:p14="http://schemas.microsoft.com/office/powerpoint/2010/main" val="3233390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F94CE9E-0BA4-4E90-A1F9-C6AFA0365819}"/>
              </a:ext>
            </a:extLst>
          </p:cNvPr>
          <p:cNvSpPr/>
          <p:nvPr/>
        </p:nvSpPr>
        <p:spPr>
          <a:xfrm>
            <a:off x="683756" y="371895"/>
            <a:ext cx="7776488" cy="715581"/>
          </a:xfrm>
          <a:prstGeom prst="rect">
            <a:avLst/>
          </a:prstGeom>
        </p:spPr>
        <p:txBody>
          <a:bodyPr wrap="none">
            <a:spAutoFit/>
          </a:bodyPr>
          <a:lstStyle/>
          <a:p>
            <a:pPr>
              <a:lnSpc>
                <a:spcPct val="150000"/>
              </a:lnSpc>
            </a:pPr>
            <a:r>
              <a:rPr lang="en-US" altLang="zh-CN" sz="3200" dirty="0">
                <a:latin typeface="黑体" panose="02010609060101010101" pitchFamily="49" charset="-122"/>
                <a:ea typeface="黑体" panose="02010609060101010101" pitchFamily="49" charset="-122"/>
              </a:rPr>
              <a:t>§1 </a:t>
            </a:r>
            <a:r>
              <a:rPr lang="zh-CN" altLang="en-US" sz="3200" dirty="0">
                <a:latin typeface="黑体" panose="02010609060101010101" pitchFamily="49" charset="-122"/>
                <a:ea typeface="黑体" panose="02010609060101010101" pitchFamily="49" charset="-122"/>
              </a:rPr>
              <a:t>分波前干涉装置   光场的空间相干性</a:t>
            </a:r>
            <a:endParaRPr lang="en-US" altLang="zh-CN" sz="3200" dirty="0">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D2709B66-0E1F-4D4F-9B99-7683E66F6997}"/>
              </a:ext>
            </a:extLst>
          </p:cNvPr>
          <p:cNvSpPr txBox="1"/>
          <p:nvPr/>
        </p:nvSpPr>
        <p:spPr>
          <a:xfrm>
            <a:off x="1094198" y="1817501"/>
            <a:ext cx="6647974" cy="3222998"/>
          </a:xfrm>
          <a:prstGeom prst="rect">
            <a:avLst/>
          </a:prstGeom>
          <a:noFill/>
        </p:spPr>
        <p:txBody>
          <a:bodyPr wrap="none" rtlCol="0">
            <a:spAutoFit/>
          </a:bodyPr>
          <a:lstStyle/>
          <a:p>
            <a:pPr>
              <a:lnSpc>
                <a:spcPct val="150000"/>
              </a:lnSpc>
            </a:pPr>
            <a:r>
              <a:rPr lang="en-US" altLang="zh-CN" sz="2800" dirty="0">
                <a:latin typeface="黑体" panose="02010609060101010101" pitchFamily="49" charset="-122"/>
                <a:ea typeface="黑体" panose="02010609060101010101" pitchFamily="49" charset="-122"/>
              </a:rPr>
              <a:t>§1.1 </a:t>
            </a:r>
            <a:r>
              <a:rPr lang="zh-CN" altLang="en-US" sz="2800" dirty="0">
                <a:latin typeface="黑体" panose="02010609060101010101" pitchFamily="49" charset="-122"/>
                <a:ea typeface="黑体" panose="02010609060101010101" pitchFamily="49" charset="-122"/>
              </a:rPr>
              <a:t>各种分波前干涉装置</a:t>
            </a:r>
            <a:endParaRPr lang="en-US" altLang="zh-CN" sz="2800" dirty="0">
              <a:latin typeface="黑体" panose="02010609060101010101" pitchFamily="49" charset="-122"/>
              <a:ea typeface="黑体" panose="02010609060101010101" pitchFamily="49" charset="-122"/>
            </a:endParaRPr>
          </a:p>
          <a:p>
            <a:pPr>
              <a:lnSpc>
                <a:spcPct val="150000"/>
              </a:lnSpc>
            </a:pPr>
            <a:r>
              <a:rPr lang="en-US" altLang="zh-CN" sz="2800" dirty="0">
                <a:latin typeface="黑体" panose="02010609060101010101" pitchFamily="49" charset="-122"/>
                <a:ea typeface="黑体" panose="02010609060101010101" pitchFamily="49" charset="-122"/>
              </a:rPr>
              <a:t>§1.2 </a:t>
            </a:r>
            <a:r>
              <a:rPr lang="zh-CN" altLang="en-US" sz="2800" dirty="0">
                <a:latin typeface="黑体" panose="02010609060101010101" pitchFamily="49" charset="-122"/>
                <a:ea typeface="黑体" panose="02010609060101010101" pitchFamily="49" charset="-122"/>
              </a:rPr>
              <a:t>条纹形状与间距</a:t>
            </a:r>
            <a:endParaRPr lang="en-US" altLang="zh-CN" sz="2800" dirty="0">
              <a:latin typeface="黑体" panose="02010609060101010101" pitchFamily="49" charset="-122"/>
              <a:ea typeface="黑体" panose="02010609060101010101" pitchFamily="49" charset="-122"/>
            </a:endParaRPr>
          </a:p>
          <a:p>
            <a:pPr>
              <a:lnSpc>
                <a:spcPct val="150000"/>
              </a:lnSpc>
            </a:pPr>
            <a:r>
              <a:rPr lang="en-US" altLang="zh-CN" sz="2800" dirty="0">
                <a:latin typeface="黑体" panose="02010609060101010101" pitchFamily="49" charset="-122"/>
                <a:ea typeface="黑体" panose="02010609060101010101" pitchFamily="49" charset="-122"/>
              </a:rPr>
              <a:t>§1.3 </a:t>
            </a:r>
            <a:r>
              <a:rPr lang="zh-CN" altLang="en-US" sz="2800" dirty="0">
                <a:latin typeface="黑体" panose="02010609060101010101" pitchFamily="49" charset="-122"/>
                <a:ea typeface="黑体" panose="02010609060101010101" pitchFamily="49" charset="-122"/>
              </a:rPr>
              <a:t>干涉条纹的移动</a:t>
            </a:r>
            <a:endParaRPr lang="en-US" altLang="zh-CN" sz="2800" dirty="0">
              <a:latin typeface="黑体" panose="02010609060101010101" pitchFamily="49" charset="-122"/>
              <a:ea typeface="黑体" panose="02010609060101010101" pitchFamily="49" charset="-122"/>
            </a:endParaRPr>
          </a:p>
          <a:p>
            <a:pPr>
              <a:lnSpc>
                <a:spcPct val="150000"/>
              </a:lnSpc>
            </a:pPr>
            <a:r>
              <a:rPr lang="en-US" altLang="zh-CN" sz="2800" dirty="0">
                <a:latin typeface="黑体" panose="02010609060101010101" pitchFamily="49" charset="-122"/>
                <a:ea typeface="黑体" panose="02010609060101010101" pitchFamily="49" charset="-122"/>
              </a:rPr>
              <a:t>§1.4 </a:t>
            </a:r>
            <a:r>
              <a:rPr lang="zh-CN" altLang="en-US" sz="2800" dirty="0">
                <a:latin typeface="黑体" panose="02010609060101010101" pitchFamily="49" charset="-122"/>
                <a:ea typeface="黑体" panose="02010609060101010101" pitchFamily="49" charset="-122"/>
              </a:rPr>
              <a:t>光源宽度对干涉条纹衬比度的影响</a:t>
            </a:r>
            <a:endParaRPr lang="en-US" altLang="zh-CN" sz="2800" dirty="0">
              <a:latin typeface="黑体" panose="02010609060101010101" pitchFamily="49" charset="-122"/>
              <a:ea typeface="黑体" panose="02010609060101010101" pitchFamily="49" charset="-122"/>
            </a:endParaRPr>
          </a:p>
          <a:p>
            <a:pPr>
              <a:lnSpc>
                <a:spcPct val="150000"/>
              </a:lnSpc>
            </a:pPr>
            <a:r>
              <a:rPr lang="en-US" altLang="zh-CN" sz="2800" dirty="0">
                <a:latin typeface="黑体" panose="02010609060101010101" pitchFamily="49" charset="-122"/>
                <a:ea typeface="黑体" panose="02010609060101010101" pitchFamily="49" charset="-122"/>
              </a:rPr>
              <a:t>§1.5 </a:t>
            </a:r>
            <a:r>
              <a:rPr lang="zh-CN" altLang="en-US" sz="2800" dirty="0">
                <a:latin typeface="黑体" panose="02010609060101010101" pitchFamily="49" charset="-122"/>
                <a:ea typeface="黑体" panose="02010609060101010101" pitchFamily="49" charset="-122"/>
              </a:rPr>
              <a:t>光场的空间相干性</a:t>
            </a:r>
          </a:p>
        </p:txBody>
      </p:sp>
    </p:spTree>
    <p:extLst>
      <p:ext uri="{BB962C8B-B14F-4D97-AF65-F5344CB8AC3E}">
        <p14:creationId xmlns:p14="http://schemas.microsoft.com/office/powerpoint/2010/main" val="125941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E76655A-3F94-4FC3-9558-17745C229850}"/>
              </a:ext>
            </a:extLst>
          </p:cNvPr>
          <p:cNvSpPr/>
          <p:nvPr/>
        </p:nvSpPr>
        <p:spPr>
          <a:xfrm>
            <a:off x="270399" y="156343"/>
            <a:ext cx="4493538" cy="637675"/>
          </a:xfrm>
          <a:prstGeom prst="rect">
            <a:avLst/>
          </a:prstGeom>
        </p:spPr>
        <p:txBody>
          <a:bodyPr wrap="none">
            <a:spAutoFit/>
          </a:bodyPr>
          <a:lstStyle/>
          <a:p>
            <a:pPr lvl="0">
              <a:lnSpc>
                <a:spcPct val="150000"/>
              </a:lnSpc>
            </a:pPr>
            <a:r>
              <a:rPr lang="en-US" altLang="zh-CN" sz="2800" dirty="0">
                <a:solidFill>
                  <a:prstClr val="black"/>
                </a:solidFill>
                <a:latin typeface="黑体" panose="02010609060101010101" pitchFamily="49" charset="-122"/>
                <a:ea typeface="黑体" panose="02010609060101010101" pitchFamily="49" charset="-122"/>
              </a:rPr>
              <a:t>§1.1 </a:t>
            </a:r>
            <a:r>
              <a:rPr lang="zh-CN" altLang="en-US" sz="2800" dirty="0">
                <a:solidFill>
                  <a:prstClr val="black"/>
                </a:solidFill>
                <a:latin typeface="黑体" panose="02010609060101010101" pitchFamily="49" charset="-122"/>
                <a:ea typeface="黑体" panose="02010609060101010101" pitchFamily="49" charset="-122"/>
              </a:rPr>
              <a:t>各种分波前干涉装置</a:t>
            </a:r>
            <a:endParaRPr lang="en-US" altLang="zh-CN" sz="2800" dirty="0">
              <a:solidFill>
                <a:prstClr val="black"/>
              </a:solidFill>
              <a:latin typeface="黑体" panose="02010609060101010101" pitchFamily="49" charset="-122"/>
              <a:ea typeface="黑体" panose="02010609060101010101" pitchFamily="49" charset="-122"/>
            </a:endParaRPr>
          </a:p>
        </p:txBody>
      </p:sp>
      <p:sp>
        <p:nvSpPr>
          <p:cNvPr id="4" name="Text Box 4">
            <a:extLst>
              <a:ext uri="{FF2B5EF4-FFF2-40B4-BE49-F238E27FC236}">
                <a16:creationId xmlns:a16="http://schemas.microsoft.com/office/drawing/2014/main" id="{DC260911-3569-488E-8A9A-F7C155B1BE5F}"/>
              </a:ext>
            </a:extLst>
          </p:cNvPr>
          <p:cNvSpPr txBox="1">
            <a:spLocks noChangeArrowheads="1"/>
          </p:cNvSpPr>
          <p:nvPr/>
        </p:nvSpPr>
        <p:spPr bwMode="invGray">
          <a:xfrm>
            <a:off x="569166" y="1902398"/>
            <a:ext cx="4002834" cy="13111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marL="457200" indent="-457200" algn="just" defTabSz="914400" eaLnBrk="1" hangingPunct="1">
              <a:lnSpc>
                <a:spcPct val="120000"/>
              </a:lnSpc>
              <a:buFontTx/>
              <a:buAutoNum type="arabicPeriod"/>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频率相同。</a:t>
            </a:r>
            <a:endParaRPr lang="en-US" altLang="zh-CN"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defTabSz="914400" eaLnBrk="1" hangingPunct="1">
              <a:lnSpc>
                <a:spcPct val="120000"/>
              </a:lnSpc>
              <a:buFontTx/>
              <a:buAutoNum type="arabicPeriod"/>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存在相互平行的振动分量。</a:t>
            </a:r>
            <a:endParaRPr lang="en-US" altLang="zh-CN"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gn="just" defTabSz="914400" eaLnBrk="1" hangingPunct="1">
              <a:lnSpc>
                <a:spcPct val="120000"/>
              </a:lnSpc>
              <a:buFontTx/>
              <a:buAutoNum type="arabicPeriod"/>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位相差</a:t>
            </a:r>
            <a:r>
              <a:rPr lang="en-US" altLang="zh-CN"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δ(P)</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稳定。</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Text Box 4">
            <a:extLst>
              <a:ext uri="{FF2B5EF4-FFF2-40B4-BE49-F238E27FC236}">
                <a16:creationId xmlns:a16="http://schemas.microsoft.com/office/drawing/2014/main" id="{DF76EBCE-3CFB-4D40-96AE-5BF4B5C5F672}"/>
              </a:ext>
            </a:extLst>
          </p:cNvPr>
          <p:cNvSpPr txBox="1">
            <a:spLocks noChangeArrowheads="1"/>
          </p:cNvSpPr>
          <p:nvPr/>
        </p:nvSpPr>
        <p:spPr bwMode="invGray">
          <a:xfrm>
            <a:off x="4936822" y="1740901"/>
            <a:ext cx="4002834" cy="4632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任何波发生干涉的必要条件</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4">
            <a:extLst>
              <a:ext uri="{FF2B5EF4-FFF2-40B4-BE49-F238E27FC236}">
                <a16:creationId xmlns:a16="http://schemas.microsoft.com/office/drawing/2014/main" id="{CF8D6AB9-A0F8-4A9D-AE4C-20049DEF887B}"/>
              </a:ext>
            </a:extLst>
          </p:cNvPr>
          <p:cNvSpPr txBox="1">
            <a:spLocks noChangeArrowheads="1"/>
          </p:cNvSpPr>
          <p:nvPr/>
        </p:nvSpPr>
        <p:spPr bwMode="invGray">
          <a:xfrm>
            <a:off x="4936822" y="2204105"/>
            <a:ext cx="4002834" cy="4632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针对矢量波而言</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Box 4">
            <a:extLst>
              <a:ext uri="{FF2B5EF4-FFF2-40B4-BE49-F238E27FC236}">
                <a16:creationId xmlns:a16="http://schemas.microsoft.com/office/drawing/2014/main" id="{141DAC6A-7A2E-4FA2-AEE6-4D3DF9F9F665}"/>
              </a:ext>
            </a:extLst>
          </p:cNvPr>
          <p:cNvSpPr txBox="1">
            <a:spLocks noChangeArrowheads="1"/>
          </p:cNvSpPr>
          <p:nvPr/>
        </p:nvSpPr>
        <p:spPr bwMode="invGray">
          <a:xfrm>
            <a:off x="4936822" y="2667309"/>
            <a:ext cx="4002834" cy="4632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获得稳定干涉场的必要条件</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Box 4">
            <a:extLst>
              <a:ext uri="{FF2B5EF4-FFF2-40B4-BE49-F238E27FC236}">
                <a16:creationId xmlns:a16="http://schemas.microsoft.com/office/drawing/2014/main" id="{E95A466E-C4E4-49EF-94AA-4C032A0BE872}"/>
              </a:ext>
            </a:extLst>
          </p:cNvPr>
          <p:cNvSpPr txBox="1">
            <a:spLocks noChangeArrowheads="1"/>
          </p:cNvSpPr>
          <p:nvPr/>
        </p:nvSpPr>
        <p:spPr bwMode="invGray">
          <a:xfrm>
            <a:off x="517848" y="4437112"/>
            <a:ext cx="7964288" cy="13111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对于光波这一微观客体来说，保持两列高频电磁波的相位恒定是很困难的问题，因此条件</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也是光波干涉中研究的重点。干涉装置构造相干光的本质是</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设法获得两个或多个相干的波列</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ext Box 4">
            <a:extLst>
              <a:ext uri="{FF2B5EF4-FFF2-40B4-BE49-F238E27FC236}">
                <a16:creationId xmlns:a16="http://schemas.microsoft.com/office/drawing/2014/main" id="{8F89D7A6-A1E7-404F-8CEE-07A8E5FF7F89}"/>
              </a:ext>
            </a:extLst>
          </p:cNvPr>
          <p:cNvSpPr txBox="1">
            <a:spLocks noChangeArrowheads="1"/>
          </p:cNvSpPr>
          <p:nvPr/>
        </p:nvSpPr>
        <p:spPr bwMode="invGray">
          <a:xfrm>
            <a:off x="436454" y="1058971"/>
            <a:ext cx="367834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defTabSz="914400" eaLnBrk="1" hangingPunct="1"/>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相干光所需满足的条件</a:t>
            </a:r>
            <a:endParaRPr lang="en-US" altLang="zh-CN" sz="2400" b="1"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grpSp>
        <p:nvGrpSpPr>
          <p:cNvPr id="11" name="组合 10">
            <a:extLst>
              <a:ext uri="{FF2B5EF4-FFF2-40B4-BE49-F238E27FC236}">
                <a16:creationId xmlns:a16="http://schemas.microsoft.com/office/drawing/2014/main" id="{68A9C8A9-6250-41A7-BA40-2B5BDB5DEDD2}"/>
              </a:ext>
            </a:extLst>
          </p:cNvPr>
          <p:cNvGrpSpPr/>
          <p:nvPr/>
        </p:nvGrpSpPr>
        <p:grpSpPr>
          <a:xfrm>
            <a:off x="341990" y="3554767"/>
            <a:ext cx="7869802" cy="504651"/>
            <a:chOff x="341990" y="3554767"/>
            <a:chExt cx="7869802" cy="504651"/>
          </a:xfrm>
        </p:grpSpPr>
        <p:graphicFrame>
          <p:nvGraphicFramePr>
            <p:cNvPr id="3" name="对象 2">
              <a:extLst>
                <a:ext uri="{FF2B5EF4-FFF2-40B4-BE49-F238E27FC236}">
                  <a16:creationId xmlns:a16="http://schemas.microsoft.com/office/drawing/2014/main" id="{88816D89-D571-487E-8354-3FC17D582BC3}"/>
                </a:ext>
              </a:extLst>
            </p:cNvPr>
            <p:cNvGraphicFramePr>
              <a:graphicFrameLocks noChangeAspect="1"/>
            </p:cNvGraphicFramePr>
            <p:nvPr>
              <p:extLst>
                <p:ext uri="{D42A27DB-BD31-4B8C-83A1-F6EECF244321}">
                  <p14:modId xmlns:p14="http://schemas.microsoft.com/office/powerpoint/2010/main" val="468474940"/>
                </p:ext>
              </p:extLst>
            </p:nvPr>
          </p:nvGraphicFramePr>
          <p:xfrm>
            <a:off x="2845478" y="3554767"/>
            <a:ext cx="5366314" cy="504651"/>
          </p:xfrm>
          <a:graphic>
            <a:graphicData uri="http://schemas.openxmlformats.org/presentationml/2006/ole">
              <mc:AlternateContent xmlns:mc="http://schemas.openxmlformats.org/markup-compatibility/2006">
                <mc:Choice xmlns:v="urn:schemas-microsoft-com:vml" Requires="v">
                  <p:oleObj name="Equation" r:id="rId2" imgW="2844720" imgH="266400" progId="Equation.DSMT4">
                    <p:embed/>
                  </p:oleObj>
                </mc:Choice>
                <mc:Fallback>
                  <p:oleObj name="Equation" r:id="rId2" imgW="2844720" imgH="266400" progId="Equation.DSMT4">
                    <p:embed/>
                    <p:pic>
                      <p:nvPicPr>
                        <p:cNvPr id="3" name="对象 2"/>
                        <p:cNvPicPr/>
                        <p:nvPr/>
                      </p:nvPicPr>
                      <p:blipFill>
                        <a:blip r:embed="rId3"/>
                        <a:stretch>
                          <a:fillRect/>
                        </a:stretch>
                      </p:blipFill>
                      <p:spPr>
                        <a:xfrm>
                          <a:off x="2845478" y="3554767"/>
                          <a:ext cx="5366314" cy="504651"/>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4BBD8F8F-692B-4A3F-835C-BCDF1FF415A4}"/>
                </a:ext>
              </a:extLst>
            </p:cNvPr>
            <p:cNvSpPr txBox="1"/>
            <p:nvPr/>
          </p:nvSpPr>
          <p:spPr>
            <a:xfrm>
              <a:off x="341990" y="3555768"/>
              <a:ext cx="2339102"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光强的空间分布</a:t>
              </a:r>
            </a:p>
          </p:txBody>
        </p:sp>
      </p:grpSp>
    </p:spTree>
    <p:extLst>
      <p:ext uri="{BB962C8B-B14F-4D97-AF65-F5344CB8AC3E}">
        <p14:creationId xmlns:p14="http://schemas.microsoft.com/office/powerpoint/2010/main" val="162940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707E1C59-3F8D-4207-9534-D2B62AE51DA5}"/>
              </a:ext>
            </a:extLst>
          </p:cNvPr>
          <p:cNvSpPr txBox="1">
            <a:spLocks noChangeArrowheads="1"/>
          </p:cNvSpPr>
          <p:nvPr/>
        </p:nvSpPr>
        <p:spPr bwMode="invGray">
          <a:xfrm>
            <a:off x="537531" y="1674674"/>
            <a:ext cx="7764816" cy="17543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0066FF"/>
                </a:solidFill>
                <a:latin typeface="微软雅黑" panose="020B0503020204020204" pitchFamily="34" charset="-122"/>
                <a:ea typeface="微软雅黑" panose="020B0503020204020204" pitchFamily="34" charset="-122"/>
                <a:cs typeface="Times New Roman" pitchFamily="18" charset="0"/>
              </a:rPr>
              <a:t>分波前法：</a:t>
            </a:r>
            <a:r>
              <a:rPr lang="zh-CN" altLang="en-US" sz="2200" b="1" dirty="0">
                <a:solidFill>
                  <a:prstClr val="black"/>
                </a:solidFill>
                <a:latin typeface="微软雅黑" panose="020B0503020204020204" pitchFamily="34" charset="-122"/>
                <a:ea typeface="微软雅黑" panose="020B0503020204020204" pitchFamily="34" charset="-122"/>
                <a:cs typeface="Times New Roman" pitchFamily="18" charset="0"/>
              </a:rPr>
              <a:t>在</a:t>
            </a: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点光源产生的波前上分别取两个部分，使其分别通过两个光具组，经衍射、反射和折射后交叠，在一定区域产生干涉场。</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a:p>
            <a:pPr algn="just" defTabSz="914400" eaLnBrk="1" hangingPunct="1">
              <a:lnSpc>
                <a:spcPct val="120000"/>
              </a:lnSpc>
            </a:pP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典型：杨氏双缝干涉。</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sp>
        <p:nvSpPr>
          <p:cNvPr id="3" name="Text Box 4">
            <a:extLst>
              <a:ext uri="{FF2B5EF4-FFF2-40B4-BE49-F238E27FC236}">
                <a16:creationId xmlns:a16="http://schemas.microsoft.com/office/drawing/2014/main" id="{018F01FE-4317-4BA6-A3FF-ED5429295288}"/>
              </a:ext>
            </a:extLst>
          </p:cNvPr>
          <p:cNvSpPr txBox="1">
            <a:spLocks noChangeArrowheads="1"/>
          </p:cNvSpPr>
          <p:nvPr/>
        </p:nvSpPr>
        <p:spPr bwMode="invGray">
          <a:xfrm>
            <a:off x="467544" y="908720"/>
            <a:ext cx="7764816"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分波前法和分振幅法</a:t>
            </a:r>
            <a:endParaRPr lang="en-US" altLang="zh-CN" sz="2200"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sp>
        <p:nvSpPr>
          <p:cNvPr id="4" name="Text Box 4">
            <a:extLst>
              <a:ext uri="{FF2B5EF4-FFF2-40B4-BE49-F238E27FC236}">
                <a16:creationId xmlns:a16="http://schemas.microsoft.com/office/drawing/2014/main" id="{AEE77F4D-0DDC-4CC5-A27F-E7E9343DA814}"/>
              </a:ext>
            </a:extLst>
          </p:cNvPr>
          <p:cNvSpPr txBox="1">
            <a:spLocks noChangeArrowheads="1"/>
          </p:cNvSpPr>
          <p:nvPr/>
        </p:nvSpPr>
        <p:spPr bwMode="invGray">
          <a:xfrm>
            <a:off x="537531" y="4127821"/>
            <a:ext cx="7764816" cy="17543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0066FF"/>
                </a:solidFill>
                <a:latin typeface="微软雅黑" panose="020B0503020204020204" pitchFamily="34" charset="-122"/>
                <a:ea typeface="微软雅黑" panose="020B0503020204020204" pitchFamily="34" charset="-122"/>
                <a:cs typeface="Times New Roman" pitchFamily="18" charset="0"/>
              </a:rPr>
              <a:t>分振幅法：</a:t>
            </a: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让一束光透射到透明媒质的分界面上，光能流一部分透射、一部分反射，再通过反射镜等一系列光学元件，使反射和透射光发生交叠。</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a:p>
            <a:pPr algn="just" defTabSz="914400" eaLnBrk="1" hangingPunct="1">
              <a:lnSpc>
                <a:spcPct val="120000"/>
              </a:lnSpc>
            </a:pP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典型：薄膜干涉等。</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4000852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7D637C12-BCC8-44C8-9FB1-E7507CAF7473}"/>
              </a:ext>
            </a:extLst>
          </p:cNvPr>
          <p:cNvSpPr txBox="1">
            <a:spLocks noChangeArrowheads="1"/>
          </p:cNvSpPr>
          <p:nvPr/>
        </p:nvSpPr>
        <p:spPr bwMode="invGray">
          <a:xfrm>
            <a:off x="180888" y="340480"/>
            <a:ext cx="5104272"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（一） 分波前干涉装置的基本原理</a:t>
            </a:r>
            <a:endParaRPr lang="en-US" altLang="zh-CN" sz="2200"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pic>
        <p:nvPicPr>
          <p:cNvPr id="3" name="Picture 2">
            <a:extLst>
              <a:ext uri="{FF2B5EF4-FFF2-40B4-BE49-F238E27FC236}">
                <a16:creationId xmlns:a16="http://schemas.microsoft.com/office/drawing/2014/main" id="{FC3B809C-6BFD-46FA-9EAA-C927D0ADA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1196752"/>
            <a:ext cx="5248275"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接连接符 3">
            <a:extLst>
              <a:ext uri="{FF2B5EF4-FFF2-40B4-BE49-F238E27FC236}">
                <a16:creationId xmlns:a16="http://schemas.microsoft.com/office/drawing/2014/main" id="{C2C864E9-19BF-4EA2-BD26-DB7E395A4215}"/>
              </a:ext>
            </a:extLst>
          </p:cNvPr>
          <p:cNvCxnSpPr/>
          <p:nvPr/>
        </p:nvCxnSpPr>
        <p:spPr>
          <a:xfrm flipH="1">
            <a:off x="2915816" y="1556792"/>
            <a:ext cx="1008112" cy="97559"/>
          </a:xfrm>
          <a:prstGeom prst="line">
            <a:avLst/>
          </a:prstGeom>
          <a:noFill/>
          <a:ln w="19050" cap="flat" cmpd="sng" algn="ctr">
            <a:solidFill>
              <a:srgbClr val="FF0000"/>
            </a:solidFill>
            <a:prstDash val="sysDash"/>
          </a:ln>
          <a:effectLst/>
        </p:spPr>
      </p:cxnSp>
      <p:cxnSp>
        <p:nvCxnSpPr>
          <p:cNvPr id="5" name="直接连接符 4">
            <a:extLst>
              <a:ext uri="{FF2B5EF4-FFF2-40B4-BE49-F238E27FC236}">
                <a16:creationId xmlns:a16="http://schemas.microsoft.com/office/drawing/2014/main" id="{6428B045-86A5-4F59-98CE-17E8F1D503E2}"/>
              </a:ext>
            </a:extLst>
          </p:cNvPr>
          <p:cNvCxnSpPr/>
          <p:nvPr/>
        </p:nvCxnSpPr>
        <p:spPr>
          <a:xfrm flipH="1" flipV="1">
            <a:off x="2915816" y="1658450"/>
            <a:ext cx="1008112" cy="474406"/>
          </a:xfrm>
          <a:prstGeom prst="line">
            <a:avLst/>
          </a:prstGeom>
          <a:noFill/>
          <a:ln w="19050" cap="flat" cmpd="sng" algn="ctr">
            <a:solidFill>
              <a:srgbClr val="FF0000"/>
            </a:solidFill>
            <a:prstDash val="sysDash"/>
          </a:ln>
          <a:effectLst/>
        </p:spPr>
      </p:cxnSp>
      <p:cxnSp>
        <p:nvCxnSpPr>
          <p:cNvPr id="6" name="直接连接符 5">
            <a:extLst>
              <a:ext uri="{FF2B5EF4-FFF2-40B4-BE49-F238E27FC236}">
                <a16:creationId xmlns:a16="http://schemas.microsoft.com/office/drawing/2014/main" id="{C6385039-A12A-4C16-9B41-D4D5CB31EC39}"/>
              </a:ext>
            </a:extLst>
          </p:cNvPr>
          <p:cNvCxnSpPr/>
          <p:nvPr/>
        </p:nvCxnSpPr>
        <p:spPr>
          <a:xfrm flipH="1">
            <a:off x="2938161" y="2641302"/>
            <a:ext cx="1008112" cy="408409"/>
          </a:xfrm>
          <a:prstGeom prst="line">
            <a:avLst/>
          </a:prstGeom>
          <a:noFill/>
          <a:ln w="19050" cap="flat" cmpd="sng" algn="ctr">
            <a:solidFill>
              <a:srgbClr val="0066FF"/>
            </a:solidFill>
            <a:prstDash val="sysDash"/>
          </a:ln>
          <a:effectLst/>
        </p:spPr>
      </p:cxnSp>
      <p:cxnSp>
        <p:nvCxnSpPr>
          <p:cNvPr id="7" name="直接连接符 6">
            <a:extLst>
              <a:ext uri="{FF2B5EF4-FFF2-40B4-BE49-F238E27FC236}">
                <a16:creationId xmlns:a16="http://schemas.microsoft.com/office/drawing/2014/main" id="{6A15C705-2C0C-4384-B017-C9A50B1BAF3B}"/>
              </a:ext>
            </a:extLst>
          </p:cNvPr>
          <p:cNvCxnSpPr/>
          <p:nvPr/>
        </p:nvCxnSpPr>
        <p:spPr>
          <a:xfrm>
            <a:off x="2905246" y="3089108"/>
            <a:ext cx="1000376" cy="142042"/>
          </a:xfrm>
          <a:prstGeom prst="line">
            <a:avLst/>
          </a:prstGeom>
          <a:noFill/>
          <a:ln w="19050" cap="flat" cmpd="sng" algn="ctr">
            <a:solidFill>
              <a:srgbClr val="0066FF"/>
            </a:solidFill>
            <a:prstDash val="sysDash"/>
          </a:ln>
          <a:effectLst/>
        </p:spPr>
      </p:cxnSp>
      <p:sp>
        <p:nvSpPr>
          <p:cNvPr id="8" name="TextBox 23">
            <a:extLst>
              <a:ext uri="{FF2B5EF4-FFF2-40B4-BE49-F238E27FC236}">
                <a16:creationId xmlns:a16="http://schemas.microsoft.com/office/drawing/2014/main" id="{020CD037-19ED-48FC-847B-038DC3C34427}"/>
              </a:ext>
            </a:extLst>
          </p:cNvPr>
          <p:cNvSpPr txBox="1"/>
          <p:nvPr/>
        </p:nvSpPr>
        <p:spPr>
          <a:xfrm>
            <a:off x="2278306" y="2271970"/>
            <a:ext cx="300082" cy="369332"/>
          </a:xfrm>
          <a:prstGeom prst="rect">
            <a:avLst/>
          </a:prstGeom>
          <a:noFill/>
        </p:spPr>
        <p:txBody>
          <a:bodyPr wrap="none" rtlCol="0">
            <a:spAutoFit/>
          </a:bodyPr>
          <a:lstStyle/>
          <a:p>
            <a:pPr defTabSz="914400"/>
            <a:r>
              <a:rPr lang="en-US" altLang="zh-CN"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a:t>
            </a:r>
            <a:endParaRPr lang="zh-CN" altLang="en-US"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TextBox 25">
            <a:extLst>
              <a:ext uri="{FF2B5EF4-FFF2-40B4-BE49-F238E27FC236}">
                <a16:creationId xmlns:a16="http://schemas.microsoft.com/office/drawing/2014/main" id="{58EE2345-ED47-44E2-AD6E-6A4EC809446C}"/>
              </a:ext>
            </a:extLst>
          </p:cNvPr>
          <p:cNvSpPr txBox="1"/>
          <p:nvPr/>
        </p:nvSpPr>
        <p:spPr>
          <a:xfrm>
            <a:off x="2764432" y="1196752"/>
            <a:ext cx="377026" cy="369332"/>
          </a:xfrm>
          <a:prstGeom prst="rect">
            <a:avLst/>
          </a:prstGeom>
          <a:noFill/>
        </p:spPr>
        <p:txBody>
          <a:bodyPr wrap="none" rtlCol="0">
            <a:spAutoFit/>
          </a:bodyPr>
          <a:lstStyle/>
          <a:p>
            <a:pPr defTabSz="914400"/>
            <a:r>
              <a:rPr lang="en-US" altLang="zh-CN"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i="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i="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TextBox 26">
            <a:extLst>
              <a:ext uri="{FF2B5EF4-FFF2-40B4-BE49-F238E27FC236}">
                <a16:creationId xmlns:a16="http://schemas.microsoft.com/office/drawing/2014/main" id="{BC8C1AF7-44C3-49F5-B42D-BE17DFFA1124}"/>
              </a:ext>
            </a:extLst>
          </p:cNvPr>
          <p:cNvSpPr txBox="1"/>
          <p:nvPr/>
        </p:nvSpPr>
        <p:spPr>
          <a:xfrm>
            <a:off x="2764432" y="3131676"/>
            <a:ext cx="377026" cy="369332"/>
          </a:xfrm>
          <a:prstGeom prst="rect">
            <a:avLst/>
          </a:prstGeom>
          <a:noFill/>
        </p:spPr>
        <p:txBody>
          <a:bodyPr wrap="none" rtlCol="0">
            <a:spAutoFit/>
          </a:bodyPr>
          <a:lstStyle/>
          <a:p>
            <a:pPr defTabSz="914400"/>
            <a:r>
              <a:rPr lang="en-US" altLang="zh-CN"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i="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endParaRPr lang="zh-CN" altLang="en-US" i="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椭圆 10">
            <a:extLst>
              <a:ext uri="{FF2B5EF4-FFF2-40B4-BE49-F238E27FC236}">
                <a16:creationId xmlns:a16="http://schemas.microsoft.com/office/drawing/2014/main" id="{290D116A-E1C9-44EE-9A79-4C7A67F3188E}"/>
              </a:ext>
            </a:extLst>
          </p:cNvPr>
          <p:cNvSpPr/>
          <p:nvPr/>
        </p:nvSpPr>
        <p:spPr>
          <a:xfrm>
            <a:off x="2901552" y="1594615"/>
            <a:ext cx="123936" cy="119471"/>
          </a:xfrm>
          <a:prstGeom prst="ellipse">
            <a:avLst/>
          </a:prstGeom>
          <a:solidFill>
            <a:srgbClr val="C0504D"/>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椭圆 11">
            <a:extLst>
              <a:ext uri="{FF2B5EF4-FFF2-40B4-BE49-F238E27FC236}">
                <a16:creationId xmlns:a16="http://schemas.microsoft.com/office/drawing/2014/main" id="{648AA80A-B66A-4F46-A5A1-A141FBBFFA54}"/>
              </a:ext>
            </a:extLst>
          </p:cNvPr>
          <p:cNvSpPr/>
          <p:nvPr/>
        </p:nvSpPr>
        <p:spPr>
          <a:xfrm>
            <a:off x="2846743" y="2989975"/>
            <a:ext cx="123936" cy="119471"/>
          </a:xfrm>
          <a:prstGeom prst="ellipse">
            <a:avLst/>
          </a:prstGeom>
          <a:solidFill>
            <a:srgbClr val="0066FF"/>
          </a:solidFill>
          <a:ln w="25400" cap="flat" cmpd="sng" algn="ctr">
            <a:solidFill>
              <a:srgbClr val="0066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13" name="直接连接符 12">
            <a:extLst>
              <a:ext uri="{FF2B5EF4-FFF2-40B4-BE49-F238E27FC236}">
                <a16:creationId xmlns:a16="http://schemas.microsoft.com/office/drawing/2014/main" id="{8FB99BB6-B0EE-4EDF-B120-D95EA2A9F9ED}"/>
              </a:ext>
            </a:extLst>
          </p:cNvPr>
          <p:cNvCxnSpPr/>
          <p:nvPr/>
        </p:nvCxnSpPr>
        <p:spPr>
          <a:xfrm flipH="1" flipV="1">
            <a:off x="1475330" y="1658450"/>
            <a:ext cx="1342821" cy="1963"/>
          </a:xfrm>
          <a:prstGeom prst="line">
            <a:avLst/>
          </a:prstGeom>
          <a:noFill/>
          <a:ln w="12700" cap="flat" cmpd="sng" algn="ctr">
            <a:solidFill>
              <a:sysClr val="windowText" lastClr="000000"/>
            </a:solidFill>
            <a:prstDash val="solid"/>
          </a:ln>
          <a:effectLst/>
        </p:spPr>
      </p:cxnSp>
      <p:cxnSp>
        <p:nvCxnSpPr>
          <p:cNvPr id="14" name="直接连接符 13">
            <a:extLst>
              <a:ext uri="{FF2B5EF4-FFF2-40B4-BE49-F238E27FC236}">
                <a16:creationId xmlns:a16="http://schemas.microsoft.com/office/drawing/2014/main" id="{B3E624E7-5736-4CC6-BDFD-4A6B1869DA1A}"/>
              </a:ext>
            </a:extLst>
          </p:cNvPr>
          <p:cNvCxnSpPr/>
          <p:nvPr/>
        </p:nvCxnSpPr>
        <p:spPr>
          <a:xfrm flipH="1" flipV="1">
            <a:off x="1475330" y="3049710"/>
            <a:ext cx="1342821" cy="1963"/>
          </a:xfrm>
          <a:prstGeom prst="line">
            <a:avLst/>
          </a:prstGeom>
          <a:noFill/>
          <a:ln w="12700" cap="flat" cmpd="sng" algn="ctr">
            <a:solidFill>
              <a:sysClr val="windowText" lastClr="000000"/>
            </a:solidFill>
            <a:prstDash val="solid"/>
          </a:ln>
          <a:effectLst/>
        </p:spPr>
      </p:cxnSp>
      <p:cxnSp>
        <p:nvCxnSpPr>
          <p:cNvPr id="15" name="直接连接符 14">
            <a:extLst>
              <a:ext uri="{FF2B5EF4-FFF2-40B4-BE49-F238E27FC236}">
                <a16:creationId xmlns:a16="http://schemas.microsoft.com/office/drawing/2014/main" id="{D7E3131B-26A9-401A-A796-2F342281059C}"/>
              </a:ext>
            </a:extLst>
          </p:cNvPr>
          <p:cNvCxnSpPr/>
          <p:nvPr/>
        </p:nvCxnSpPr>
        <p:spPr>
          <a:xfrm flipV="1">
            <a:off x="1763688" y="1660414"/>
            <a:ext cx="1" cy="1391259"/>
          </a:xfrm>
          <a:prstGeom prst="line">
            <a:avLst/>
          </a:prstGeom>
          <a:noFill/>
          <a:ln w="12700" cap="flat" cmpd="sng" algn="ctr">
            <a:solidFill>
              <a:sysClr val="windowText" lastClr="000000"/>
            </a:solidFill>
            <a:prstDash val="solid"/>
            <a:headEnd type="triangle" w="med" len="med"/>
            <a:tailEnd type="triangle" w="med" len="med"/>
          </a:ln>
          <a:effectLst/>
        </p:spPr>
      </p:cxnSp>
      <p:sp>
        <p:nvSpPr>
          <p:cNvPr id="16" name="TextBox 37">
            <a:extLst>
              <a:ext uri="{FF2B5EF4-FFF2-40B4-BE49-F238E27FC236}">
                <a16:creationId xmlns:a16="http://schemas.microsoft.com/office/drawing/2014/main" id="{1F0B90BB-3FA9-4230-A575-3707513599A2}"/>
              </a:ext>
            </a:extLst>
          </p:cNvPr>
          <p:cNvSpPr txBox="1"/>
          <p:nvPr/>
        </p:nvSpPr>
        <p:spPr>
          <a:xfrm>
            <a:off x="1473224" y="2132856"/>
            <a:ext cx="303288" cy="369332"/>
          </a:xfrm>
          <a:prstGeom prst="rect">
            <a:avLst/>
          </a:prstGeom>
          <a:noFill/>
        </p:spPr>
        <p:txBody>
          <a:bodyPr wrap="none" rtlCol="0">
            <a:spAutoFit/>
          </a:bodyPr>
          <a:lstStyle/>
          <a:p>
            <a:pPr defTabSz="914400"/>
            <a:r>
              <a:rPr lang="en-US" altLang="zh-CN"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d</a:t>
            </a:r>
            <a:endParaRPr lang="zh-CN" altLang="en-US"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a:extLst>
              <a:ext uri="{FF2B5EF4-FFF2-40B4-BE49-F238E27FC236}">
                <a16:creationId xmlns:a16="http://schemas.microsoft.com/office/drawing/2014/main" id="{D39E9F61-69F3-48E5-B48B-169B3C4ABD02}"/>
              </a:ext>
            </a:extLst>
          </p:cNvPr>
          <p:cNvCxnSpPr/>
          <p:nvPr/>
        </p:nvCxnSpPr>
        <p:spPr>
          <a:xfrm flipH="1">
            <a:off x="4824028" y="2271970"/>
            <a:ext cx="108012" cy="230218"/>
          </a:xfrm>
          <a:prstGeom prst="line">
            <a:avLst/>
          </a:prstGeom>
          <a:noFill/>
          <a:ln w="9525" cap="flat" cmpd="sng" algn="ctr">
            <a:solidFill>
              <a:srgbClr val="92D050"/>
            </a:solidFill>
            <a:prstDash val="solid"/>
          </a:ln>
          <a:effectLst/>
        </p:spPr>
      </p:cxnSp>
      <p:cxnSp>
        <p:nvCxnSpPr>
          <p:cNvPr id="18" name="直接连接符 17">
            <a:extLst>
              <a:ext uri="{FF2B5EF4-FFF2-40B4-BE49-F238E27FC236}">
                <a16:creationId xmlns:a16="http://schemas.microsoft.com/office/drawing/2014/main" id="{82B403CC-1566-4D83-A237-954805DBB383}"/>
              </a:ext>
            </a:extLst>
          </p:cNvPr>
          <p:cNvCxnSpPr/>
          <p:nvPr/>
        </p:nvCxnSpPr>
        <p:spPr>
          <a:xfrm flipH="1">
            <a:off x="4951720" y="2191648"/>
            <a:ext cx="158760" cy="338499"/>
          </a:xfrm>
          <a:prstGeom prst="line">
            <a:avLst/>
          </a:prstGeom>
          <a:noFill/>
          <a:ln w="9525" cap="flat" cmpd="sng" algn="ctr">
            <a:solidFill>
              <a:srgbClr val="92D050"/>
            </a:solidFill>
            <a:prstDash val="solid"/>
          </a:ln>
          <a:effectLst/>
        </p:spPr>
      </p:cxnSp>
      <p:cxnSp>
        <p:nvCxnSpPr>
          <p:cNvPr id="19" name="直接连接符 18">
            <a:extLst>
              <a:ext uri="{FF2B5EF4-FFF2-40B4-BE49-F238E27FC236}">
                <a16:creationId xmlns:a16="http://schemas.microsoft.com/office/drawing/2014/main" id="{80EFE3D8-1DB3-49C8-847D-C0F4E15079F1}"/>
              </a:ext>
            </a:extLst>
          </p:cNvPr>
          <p:cNvCxnSpPr/>
          <p:nvPr/>
        </p:nvCxnSpPr>
        <p:spPr>
          <a:xfrm flipH="1">
            <a:off x="5080000" y="2156861"/>
            <a:ext cx="182880" cy="425947"/>
          </a:xfrm>
          <a:prstGeom prst="line">
            <a:avLst/>
          </a:prstGeom>
          <a:noFill/>
          <a:ln w="9525" cap="flat" cmpd="sng" algn="ctr">
            <a:solidFill>
              <a:srgbClr val="92D050"/>
            </a:solidFill>
            <a:prstDash val="solid"/>
          </a:ln>
          <a:effectLst/>
        </p:spPr>
      </p:cxnSp>
      <p:cxnSp>
        <p:nvCxnSpPr>
          <p:cNvPr id="20" name="直接连接符 19">
            <a:extLst>
              <a:ext uri="{FF2B5EF4-FFF2-40B4-BE49-F238E27FC236}">
                <a16:creationId xmlns:a16="http://schemas.microsoft.com/office/drawing/2014/main" id="{EC61951F-6864-4BE4-8EBF-F5C9AE297AD2}"/>
              </a:ext>
            </a:extLst>
          </p:cNvPr>
          <p:cNvCxnSpPr/>
          <p:nvPr/>
        </p:nvCxnSpPr>
        <p:spPr>
          <a:xfrm flipH="1">
            <a:off x="5212080" y="2076539"/>
            <a:ext cx="229240" cy="557069"/>
          </a:xfrm>
          <a:prstGeom prst="line">
            <a:avLst/>
          </a:prstGeom>
          <a:noFill/>
          <a:ln w="9525" cap="flat" cmpd="sng" algn="ctr">
            <a:solidFill>
              <a:srgbClr val="92D050"/>
            </a:solidFill>
            <a:prstDash val="solid"/>
          </a:ln>
          <a:effectLst/>
        </p:spPr>
      </p:cxnSp>
      <p:cxnSp>
        <p:nvCxnSpPr>
          <p:cNvPr id="21" name="直接连接符 20">
            <a:extLst>
              <a:ext uri="{FF2B5EF4-FFF2-40B4-BE49-F238E27FC236}">
                <a16:creationId xmlns:a16="http://schemas.microsoft.com/office/drawing/2014/main" id="{B06E977A-C5E2-4200-BCBD-2E266562C405}"/>
              </a:ext>
            </a:extLst>
          </p:cNvPr>
          <p:cNvCxnSpPr/>
          <p:nvPr/>
        </p:nvCxnSpPr>
        <p:spPr>
          <a:xfrm flipH="1">
            <a:off x="5334000" y="2031075"/>
            <a:ext cx="272740" cy="643173"/>
          </a:xfrm>
          <a:prstGeom prst="line">
            <a:avLst/>
          </a:prstGeom>
          <a:noFill/>
          <a:ln w="9525" cap="flat" cmpd="sng" algn="ctr">
            <a:solidFill>
              <a:srgbClr val="92D050"/>
            </a:solidFill>
            <a:prstDash val="solid"/>
          </a:ln>
          <a:effectLst/>
        </p:spPr>
      </p:cxnSp>
      <p:cxnSp>
        <p:nvCxnSpPr>
          <p:cNvPr id="22" name="直接连接符 21">
            <a:extLst>
              <a:ext uri="{FF2B5EF4-FFF2-40B4-BE49-F238E27FC236}">
                <a16:creationId xmlns:a16="http://schemas.microsoft.com/office/drawing/2014/main" id="{5D9DD21C-53C9-4DB2-8A4A-4472491ABD6D}"/>
              </a:ext>
            </a:extLst>
          </p:cNvPr>
          <p:cNvCxnSpPr/>
          <p:nvPr/>
        </p:nvCxnSpPr>
        <p:spPr>
          <a:xfrm flipH="1">
            <a:off x="5455920" y="1950753"/>
            <a:ext cx="329260" cy="774295"/>
          </a:xfrm>
          <a:prstGeom prst="line">
            <a:avLst/>
          </a:prstGeom>
          <a:noFill/>
          <a:ln w="9525" cap="flat" cmpd="sng" algn="ctr">
            <a:solidFill>
              <a:srgbClr val="92D050"/>
            </a:solidFill>
            <a:prstDash val="solid"/>
          </a:ln>
          <a:effectLst/>
        </p:spPr>
      </p:cxnSp>
      <p:cxnSp>
        <p:nvCxnSpPr>
          <p:cNvPr id="23" name="直接连接符 22">
            <a:extLst>
              <a:ext uri="{FF2B5EF4-FFF2-40B4-BE49-F238E27FC236}">
                <a16:creationId xmlns:a16="http://schemas.microsoft.com/office/drawing/2014/main" id="{889EC4D2-A581-41F6-9C64-4C367D77A06D}"/>
              </a:ext>
            </a:extLst>
          </p:cNvPr>
          <p:cNvCxnSpPr/>
          <p:nvPr/>
        </p:nvCxnSpPr>
        <p:spPr>
          <a:xfrm flipH="1">
            <a:off x="5577840" y="1881768"/>
            <a:ext cx="381000" cy="900095"/>
          </a:xfrm>
          <a:prstGeom prst="line">
            <a:avLst/>
          </a:prstGeom>
          <a:noFill/>
          <a:ln w="9525" cap="flat" cmpd="sng" algn="ctr">
            <a:solidFill>
              <a:srgbClr val="92D050"/>
            </a:solidFill>
            <a:prstDash val="solid"/>
          </a:ln>
          <a:effectLst/>
        </p:spPr>
      </p:cxnSp>
      <p:cxnSp>
        <p:nvCxnSpPr>
          <p:cNvPr id="24" name="直接连接符 23">
            <a:extLst>
              <a:ext uri="{FF2B5EF4-FFF2-40B4-BE49-F238E27FC236}">
                <a16:creationId xmlns:a16="http://schemas.microsoft.com/office/drawing/2014/main" id="{76C4B4BE-23F0-444F-B3A9-77DA03731F6F}"/>
              </a:ext>
            </a:extLst>
          </p:cNvPr>
          <p:cNvCxnSpPr/>
          <p:nvPr/>
        </p:nvCxnSpPr>
        <p:spPr>
          <a:xfrm flipH="1">
            <a:off x="5699760" y="1820808"/>
            <a:ext cx="434340" cy="1013460"/>
          </a:xfrm>
          <a:prstGeom prst="line">
            <a:avLst/>
          </a:prstGeom>
          <a:noFill/>
          <a:ln w="9525" cap="flat" cmpd="sng" algn="ctr">
            <a:solidFill>
              <a:srgbClr val="92D050"/>
            </a:solidFill>
            <a:prstDash val="solid"/>
          </a:ln>
          <a:effectLst/>
        </p:spPr>
      </p:cxnSp>
      <p:cxnSp>
        <p:nvCxnSpPr>
          <p:cNvPr id="25" name="直接连接符 24">
            <a:extLst>
              <a:ext uri="{FF2B5EF4-FFF2-40B4-BE49-F238E27FC236}">
                <a16:creationId xmlns:a16="http://schemas.microsoft.com/office/drawing/2014/main" id="{22C82003-917A-4BD3-B3F3-1A404BB1292C}"/>
              </a:ext>
            </a:extLst>
          </p:cNvPr>
          <p:cNvCxnSpPr/>
          <p:nvPr/>
        </p:nvCxnSpPr>
        <p:spPr>
          <a:xfrm flipH="1">
            <a:off x="5829300" y="1736988"/>
            <a:ext cx="502920" cy="1158240"/>
          </a:xfrm>
          <a:prstGeom prst="line">
            <a:avLst/>
          </a:prstGeom>
          <a:noFill/>
          <a:ln w="9525" cap="flat" cmpd="sng" algn="ctr">
            <a:solidFill>
              <a:srgbClr val="92D050"/>
            </a:solidFill>
            <a:prstDash val="solid"/>
          </a:ln>
          <a:effectLst/>
        </p:spPr>
      </p:cxnSp>
      <p:cxnSp>
        <p:nvCxnSpPr>
          <p:cNvPr id="26" name="直接连接符 25">
            <a:extLst>
              <a:ext uri="{FF2B5EF4-FFF2-40B4-BE49-F238E27FC236}">
                <a16:creationId xmlns:a16="http://schemas.microsoft.com/office/drawing/2014/main" id="{B3A0A7C6-4A2D-4B8B-9825-C5A64ABB30D6}"/>
              </a:ext>
            </a:extLst>
          </p:cNvPr>
          <p:cNvCxnSpPr/>
          <p:nvPr/>
        </p:nvCxnSpPr>
        <p:spPr>
          <a:xfrm flipH="1">
            <a:off x="5974080" y="1680600"/>
            <a:ext cx="548640" cy="1245108"/>
          </a:xfrm>
          <a:prstGeom prst="line">
            <a:avLst/>
          </a:prstGeom>
          <a:noFill/>
          <a:ln w="9525" cap="flat" cmpd="sng" algn="ctr">
            <a:solidFill>
              <a:srgbClr val="92D050"/>
            </a:solidFill>
            <a:prstDash val="solid"/>
          </a:ln>
          <a:effectLst/>
        </p:spPr>
      </p:cxnSp>
      <p:cxnSp>
        <p:nvCxnSpPr>
          <p:cNvPr id="27" name="直接连接符 26">
            <a:extLst>
              <a:ext uri="{FF2B5EF4-FFF2-40B4-BE49-F238E27FC236}">
                <a16:creationId xmlns:a16="http://schemas.microsoft.com/office/drawing/2014/main" id="{349C76D0-1B6B-422F-B189-45CF25BF7B06}"/>
              </a:ext>
            </a:extLst>
          </p:cNvPr>
          <p:cNvCxnSpPr/>
          <p:nvPr/>
        </p:nvCxnSpPr>
        <p:spPr>
          <a:xfrm flipH="1">
            <a:off x="6126480" y="1584588"/>
            <a:ext cx="601980" cy="1402080"/>
          </a:xfrm>
          <a:prstGeom prst="line">
            <a:avLst/>
          </a:prstGeom>
          <a:noFill/>
          <a:ln w="9525" cap="flat" cmpd="sng" algn="ctr">
            <a:solidFill>
              <a:srgbClr val="92D050"/>
            </a:solidFill>
            <a:prstDash val="solid"/>
          </a:ln>
          <a:effectLst/>
        </p:spPr>
      </p:cxnSp>
      <p:cxnSp>
        <p:nvCxnSpPr>
          <p:cNvPr id="28" name="直接连接符 27">
            <a:extLst>
              <a:ext uri="{FF2B5EF4-FFF2-40B4-BE49-F238E27FC236}">
                <a16:creationId xmlns:a16="http://schemas.microsoft.com/office/drawing/2014/main" id="{26DC4D1D-9513-4861-A89D-3E3AF738C32B}"/>
              </a:ext>
            </a:extLst>
          </p:cNvPr>
          <p:cNvCxnSpPr/>
          <p:nvPr/>
        </p:nvCxnSpPr>
        <p:spPr>
          <a:xfrm flipH="1">
            <a:off x="6286500" y="1503816"/>
            <a:ext cx="669036" cy="1536192"/>
          </a:xfrm>
          <a:prstGeom prst="line">
            <a:avLst/>
          </a:prstGeom>
          <a:noFill/>
          <a:ln w="9525" cap="flat" cmpd="sng" algn="ctr">
            <a:solidFill>
              <a:srgbClr val="92D050"/>
            </a:solidFill>
            <a:prstDash val="solid"/>
          </a:ln>
          <a:effectLst/>
        </p:spPr>
      </p:cxnSp>
      <p:cxnSp>
        <p:nvCxnSpPr>
          <p:cNvPr id="29" name="直接连接符 28">
            <a:extLst>
              <a:ext uri="{FF2B5EF4-FFF2-40B4-BE49-F238E27FC236}">
                <a16:creationId xmlns:a16="http://schemas.microsoft.com/office/drawing/2014/main" id="{1B02E323-F657-46B8-90DC-EC74B200ABC5}"/>
              </a:ext>
            </a:extLst>
          </p:cNvPr>
          <p:cNvCxnSpPr/>
          <p:nvPr/>
        </p:nvCxnSpPr>
        <p:spPr>
          <a:xfrm flipH="1">
            <a:off x="6438900" y="1418472"/>
            <a:ext cx="754380" cy="1697736"/>
          </a:xfrm>
          <a:prstGeom prst="line">
            <a:avLst/>
          </a:prstGeom>
          <a:noFill/>
          <a:ln w="9525" cap="flat" cmpd="sng" algn="ctr">
            <a:solidFill>
              <a:srgbClr val="92D050"/>
            </a:solidFill>
            <a:prstDash val="solid"/>
          </a:ln>
          <a:effectLst/>
        </p:spPr>
      </p:cxnSp>
      <p:cxnSp>
        <p:nvCxnSpPr>
          <p:cNvPr id="30" name="直接连接符 29">
            <a:extLst>
              <a:ext uri="{FF2B5EF4-FFF2-40B4-BE49-F238E27FC236}">
                <a16:creationId xmlns:a16="http://schemas.microsoft.com/office/drawing/2014/main" id="{F601C4CD-2B7A-4DEF-A316-004C5F13F1A6}"/>
              </a:ext>
            </a:extLst>
          </p:cNvPr>
          <p:cNvCxnSpPr/>
          <p:nvPr/>
        </p:nvCxnSpPr>
        <p:spPr>
          <a:xfrm flipH="1">
            <a:off x="6637020" y="1290456"/>
            <a:ext cx="781812" cy="1871472"/>
          </a:xfrm>
          <a:prstGeom prst="line">
            <a:avLst/>
          </a:prstGeom>
          <a:noFill/>
          <a:ln w="9525" cap="flat" cmpd="sng" algn="ctr">
            <a:solidFill>
              <a:srgbClr val="92D050"/>
            </a:solidFill>
            <a:prstDash val="solid"/>
          </a:ln>
          <a:effectLst/>
        </p:spPr>
      </p:cxnSp>
      <p:cxnSp>
        <p:nvCxnSpPr>
          <p:cNvPr id="31" name="直接连接符 30">
            <a:extLst>
              <a:ext uri="{FF2B5EF4-FFF2-40B4-BE49-F238E27FC236}">
                <a16:creationId xmlns:a16="http://schemas.microsoft.com/office/drawing/2014/main" id="{6A1CD263-9F76-4458-BFCB-4B4571BFC08D}"/>
              </a:ext>
            </a:extLst>
          </p:cNvPr>
          <p:cNvCxnSpPr/>
          <p:nvPr/>
        </p:nvCxnSpPr>
        <p:spPr>
          <a:xfrm flipH="1">
            <a:off x="6818022" y="1782708"/>
            <a:ext cx="603858" cy="1448442"/>
          </a:xfrm>
          <a:prstGeom prst="line">
            <a:avLst/>
          </a:prstGeom>
          <a:noFill/>
          <a:ln w="9525" cap="flat" cmpd="sng" algn="ctr">
            <a:solidFill>
              <a:srgbClr val="92D050"/>
            </a:solidFill>
            <a:prstDash val="solid"/>
          </a:ln>
          <a:effectLst/>
        </p:spPr>
      </p:cxnSp>
      <p:cxnSp>
        <p:nvCxnSpPr>
          <p:cNvPr id="32" name="直接连接符 31">
            <a:extLst>
              <a:ext uri="{FF2B5EF4-FFF2-40B4-BE49-F238E27FC236}">
                <a16:creationId xmlns:a16="http://schemas.microsoft.com/office/drawing/2014/main" id="{58D4BFAC-2149-4193-95C0-25950AFE8685}"/>
              </a:ext>
            </a:extLst>
          </p:cNvPr>
          <p:cNvCxnSpPr/>
          <p:nvPr/>
        </p:nvCxnSpPr>
        <p:spPr>
          <a:xfrm flipH="1">
            <a:off x="7002780" y="2285628"/>
            <a:ext cx="419100" cy="1013460"/>
          </a:xfrm>
          <a:prstGeom prst="line">
            <a:avLst/>
          </a:prstGeom>
          <a:noFill/>
          <a:ln w="9525" cap="flat" cmpd="sng" algn="ctr">
            <a:solidFill>
              <a:srgbClr val="92D050"/>
            </a:solidFill>
            <a:prstDash val="solid"/>
          </a:ln>
          <a:effectLst/>
        </p:spPr>
      </p:cxnSp>
      <p:cxnSp>
        <p:nvCxnSpPr>
          <p:cNvPr id="33" name="直接连接符 32">
            <a:extLst>
              <a:ext uri="{FF2B5EF4-FFF2-40B4-BE49-F238E27FC236}">
                <a16:creationId xmlns:a16="http://schemas.microsoft.com/office/drawing/2014/main" id="{42AABD5B-15D0-4313-A717-E737548168B3}"/>
              </a:ext>
            </a:extLst>
          </p:cNvPr>
          <p:cNvCxnSpPr/>
          <p:nvPr/>
        </p:nvCxnSpPr>
        <p:spPr>
          <a:xfrm flipH="1">
            <a:off x="7147560" y="2758068"/>
            <a:ext cx="262890" cy="617220"/>
          </a:xfrm>
          <a:prstGeom prst="line">
            <a:avLst/>
          </a:prstGeom>
          <a:noFill/>
          <a:ln w="9525" cap="flat" cmpd="sng" algn="ctr">
            <a:solidFill>
              <a:srgbClr val="92D050"/>
            </a:solidFill>
            <a:prstDash val="solid"/>
          </a:ln>
          <a:effectLst/>
        </p:spPr>
      </p:cxnSp>
      <p:cxnSp>
        <p:nvCxnSpPr>
          <p:cNvPr id="34" name="直接连接符 33">
            <a:extLst>
              <a:ext uri="{FF2B5EF4-FFF2-40B4-BE49-F238E27FC236}">
                <a16:creationId xmlns:a16="http://schemas.microsoft.com/office/drawing/2014/main" id="{39431CB4-4F7A-4F8E-887D-ACA1997BF0EA}"/>
              </a:ext>
            </a:extLst>
          </p:cNvPr>
          <p:cNvCxnSpPr/>
          <p:nvPr/>
        </p:nvCxnSpPr>
        <p:spPr>
          <a:xfrm flipH="1">
            <a:off x="7299960" y="3109446"/>
            <a:ext cx="110490" cy="311562"/>
          </a:xfrm>
          <a:prstGeom prst="line">
            <a:avLst/>
          </a:prstGeom>
          <a:noFill/>
          <a:ln w="9525" cap="flat" cmpd="sng" algn="ctr">
            <a:solidFill>
              <a:srgbClr val="92D050"/>
            </a:solidFill>
            <a:prstDash val="solid"/>
          </a:ln>
          <a:effectLst/>
        </p:spPr>
      </p:cxnSp>
      <p:graphicFrame>
        <p:nvGraphicFramePr>
          <p:cNvPr id="35" name="对象 34">
            <a:extLst>
              <a:ext uri="{FF2B5EF4-FFF2-40B4-BE49-F238E27FC236}">
                <a16:creationId xmlns:a16="http://schemas.microsoft.com/office/drawing/2014/main" id="{91E04E96-D06A-43EB-890D-6F89F4EFE13A}"/>
              </a:ext>
            </a:extLst>
          </p:cNvPr>
          <p:cNvGraphicFramePr>
            <a:graphicFrameLocks noChangeAspect="1"/>
          </p:cNvGraphicFramePr>
          <p:nvPr>
            <p:extLst>
              <p:ext uri="{D42A27DB-BD31-4B8C-83A1-F6EECF244321}">
                <p14:modId xmlns:p14="http://schemas.microsoft.com/office/powerpoint/2010/main" val="485812005"/>
              </p:ext>
            </p:extLst>
          </p:nvPr>
        </p:nvGraphicFramePr>
        <p:xfrm>
          <a:off x="1509956" y="3861047"/>
          <a:ext cx="2395666" cy="1306727"/>
        </p:xfrm>
        <a:graphic>
          <a:graphicData uri="http://schemas.openxmlformats.org/presentationml/2006/ole">
            <mc:AlternateContent xmlns:mc="http://schemas.openxmlformats.org/markup-compatibility/2006">
              <mc:Choice xmlns:v="urn:schemas-microsoft-com:vml" Requires="v">
                <p:oleObj name="Equation" r:id="rId4" imgW="1536480" imgH="838080" progId="Equation.DSMT4">
                  <p:embed/>
                </p:oleObj>
              </mc:Choice>
              <mc:Fallback>
                <p:oleObj name="Equation" r:id="rId4" imgW="1536480" imgH="838080" progId="Equation.DSMT4">
                  <p:embed/>
                  <p:pic>
                    <p:nvPicPr>
                      <p:cNvPr id="83" name="对象 82"/>
                      <p:cNvPicPr/>
                      <p:nvPr/>
                    </p:nvPicPr>
                    <p:blipFill>
                      <a:blip r:embed="rId5"/>
                      <a:stretch>
                        <a:fillRect/>
                      </a:stretch>
                    </p:blipFill>
                    <p:spPr>
                      <a:xfrm>
                        <a:off x="1509956" y="3861047"/>
                        <a:ext cx="2395666" cy="1306727"/>
                      </a:xfrm>
                      <a:prstGeom prst="rect">
                        <a:avLst/>
                      </a:prstGeom>
                    </p:spPr>
                  </p:pic>
                </p:oleObj>
              </mc:Fallback>
            </mc:AlternateContent>
          </a:graphicData>
        </a:graphic>
      </p:graphicFrame>
      <p:sp>
        <p:nvSpPr>
          <p:cNvPr id="36" name="右箭头 83">
            <a:extLst>
              <a:ext uri="{FF2B5EF4-FFF2-40B4-BE49-F238E27FC236}">
                <a16:creationId xmlns:a16="http://schemas.microsoft.com/office/drawing/2014/main" id="{F70AB20C-F938-4AD5-9CE4-1E1F76CC293E}"/>
              </a:ext>
            </a:extLst>
          </p:cNvPr>
          <p:cNvSpPr/>
          <p:nvPr/>
        </p:nvSpPr>
        <p:spPr>
          <a:xfrm>
            <a:off x="4139952" y="4437112"/>
            <a:ext cx="432048" cy="72008"/>
          </a:xfrm>
          <a:prstGeom prst="rightArrow">
            <a:avLst/>
          </a:prstGeom>
          <a:solidFill>
            <a:srgbClr val="0066FF"/>
          </a:solidFill>
          <a:ln w="25400" cap="flat" cmpd="sng" algn="ctr">
            <a:solidFill>
              <a:srgbClr val="0066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graphicFrame>
        <p:nvGraphicFramePr>
          <p:cNvPr id="37" name="对象 36">
            <a:extLst>
              <a:ext uri="{FF2B5EF4-FFF2-40B4-BE49-F238E27FC236}">
                <a16:creationId xmlns:a16="http://schemas.microsoft.com/office/drawing/2014/main" id="{B08293D8-B822-4D60-87B2-5FB1C4CDA608}"/>
              </a:ext>
            </a:extLst>
          </p:cNvPr>
          <p:cNvGraphicFramePr>
            <a:graphicFrameLocks noChangeAspect="1"/>
          </p:cNvGraphicFramePr>
          <p:nvPr>
            <p:extLst>
              <p:ext uri="{D42A27DB-BD31-4B8C-83A1-F6EECF244321}">
                <p14:modId xmlns:p14="http://schemas.microsoft.com/office/powerpoint/2010/main" val="763618708"/>
              </p:ext>
            </p:extLst>
          </p:nvPr>
        </p:nvGraphicFramePr>
        <p:xfrm>
          <a:off x="4783138" y="4160645"/>
          <a:ext cx="2792412" cy="614362"/>
        </p:xfrm>
        <a:graphic>
          <a:graphicData uri="http://schemas.openxmlformats.org/presentationml/2006/ole">
            <mc:AlternateContent xmlns:mc="http://schemas.openxmlformats.org/markup-compatibility/2006">
              <mc:Choice xmlns:v="urn:schemas-microsoft-com:vml" Requires="v">
                <p:oleObj name="Equation" r:id="rId6" imgW="1790640" imgH="393480" progId="Equation.DSMT4">
                  <p:embed/>
                </p:oleObj>
              </mc:Choice>
              <mc:Fallback>
                <p:oleObj name="Equation" r:id="rId6" imgW="1790640" imgH="393480" progId="Equation.DSMT4">
                  <p:embed/>
                  <p:pic>
                    <p:nvPicPr>
                      <p:cNvPr id="85" name="对象 84"/>
                      <p:cNvPicPr>
                        <a:picLocks noChangeAspect="1" noChangeArrowheads="1"/>
                      </p:cNvPicPr>
                      <p:nvPr/>
                    </p:nvPicPr>
                    <p:blipFill>
                      <a:blip r:embed="rId7"/>
                      <a:srcRect/>
                      <a:stretch>
                        <a:fillRect/>
                      </a:stretch>
                    </p:blipFill>
                    <p:spPr bwMode="auto">
                      <a:xfrm>
                        <a:off x="4783138" y="4160645"/>
                        <a:ext cx="2792412"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Text Box 4">
            <a:extLst>
              <a:ext uri="{FF2B5EF4-FFF2-40B4-BE49-F238E27FC236}">
                <a16:creationId xmlns:a16="http://schemas.microsoft.com/office/drawing/2014/main" id="{8B479C06-48EB-4D29-8238-ABC17846A607}"/>
              </a:ext>
            </a:extLst>
          </p:cNvPr>
          <p:cNvSpPr txBox="1">
            <a:spLocks noChangeArrowheads="1"/>
          </p:cNvSpPr>
          <p:nvPr/>
        </p:nvSpPr>
        <p:spPr bwMode="invGray">
          <a:xfrm>
            <a:off x="947825" y="5676209"/>
            <a:ext cx="1330481" cy="4985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l-GR" altLang="zh-CN" sz="22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200" i="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不稳定</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右箭头 125">
            <a:extLst>
              <a:ext uri="{FF2B5EF4-FFF2-40B4-BE49-F238E27FC236}">
                <a16:creationId xmlns:a16="http://schemas.microsoft.com/office/drawing/2014/main" id="{773F01D9-32AD-4C2B-A567-C1AFC1F0C8E8}"/>
              </a:ext>
            </a:extLst>
          </p:cNvPr>
          <p:cNvSpPr/>
          <p:nvPr/>
        </p:nvSpPr>
        <p:spPr>
          <a:xfrm>
            <a:off x="2278306" y="5889504"/>
            <a:ext cx="432048" cy="72008"/>
          </a:xfrm>
          <a:prstGeom prst="rightArrow">
            <a:avLst/>
          </a:prstGeom>
          <a:solidFill>
            <a:srgbClr val="0066FF"/>
          </a:solidFill>
          <a:ln w="25400" cap="flat" cmpd="sng" algn="ctr">
            <a:solidFill>
              <a:srgbClr val="0066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0" name="Text Box 4">
            <a:extLst>
              <a:ext uri="{FF2B5EF4-FFF2-40B4-BE49-F238E27FC236}">
                <a16:creationId xmlns:a16="http://schemas.microsoft.com/office/drawing/2014/main" id="{5CFAC656-626C-4499-A375-3086BB5432CE}"/>
              </a:ext>
            </a:extLst>
          </p:cNvPr>
          <p:cNvSpPr txBox="1">
            <a:spLocks noChangeArrowheads="1"/>
          </p:cNvSpPr>
          <p:nvPr/>
        </p:nvSpPr>
        <p:spPr bwMode="invGray">
          <a:xfrm>
            <a:off x="2858367" y="5647530"/>
            <a:ext cx="2221633" cy="4985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l-GR" altLang="zh-CN" sz="22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200" i="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和</a:t>
            </a:r>
            <a:r>
              <a:rPr lang="el-GR" altLang="zh-CN" sz="22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φ</a:t>
            </a:r>
            <a:r>
              <a:rPr lang="en-US" altLang="zh-CN" sz="2200" i="1" baseline="-25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不稳定</a:t>
            </a:r>
            <a:endPar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右箭头 127">
            <a:extLst>
              <a:ext uri="{FF2B5EF4-FFF2-40B4-BE49-F238E27FC236}">
                <a16:creationId xmlns:a16="http://schemas.microsoft.com/office/drawing/2014/main" id="{0744FED3-28F3-4A38-9214-5C60018CC0EC}"/>
              </a:ext>
            </a:extLst>
          </p:cNvPr>
          <p:cNvSpPr/>
          <p:nvPr/>
        </p:nvSpPr>
        <p:spPr>
          <a:xfrm>
            <a:off x="4691884" y="5853500"/>
            <a:ext cx="1556515" cy="108012"/>
          </a:xfrm>
          <a:prstGeom prst="rightArrow">
            <a:avLst/>
          </a:prstGeom>
          <a:solidFill>
            <a:srgbClr val="0066FF"/>
          </a:solidFill>
          <a:ln w="25400" cap="flat" cmpd="sng" algn="ctr">
            <a:solidFill>
              <a:srgbClr val="0066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2" name="Text Box 4">
            <a:extLst>
              <a:ext uri="{FF2B5EF4-FFF2-40B4-BE49-F238E27FC236}">
                <a16:creationId xmlns:a16="http://schemas.microsoft.com/office/drawing/2014/main" id="{5A6496E9-D575-4EA7-853B-45F6ACD3B291}"/>
              </a:ext>
            </a:extLst>
          </p:cNvPr>
          <p:cNvSpPr txBox="1">
            <a:spLocks noChangeArrowheads="1"/>
          </p:cNvSpPr>
          <p:nvPr/>
        </p:nvSpPr>
        <p:spPr bwMode="invGray">
          <a:xfrm>
            <a:off x="4695513" y="5409777"/>
            <a:ext cx="1554106" cy="4247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SIIP- SIP</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稳定</a:t>
            </a:r>
            <a:endPar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Text Box 4">
            <a:extLst>
              <a:ext uri="{FF2B5EF4-FFF2-40B4-BE49-F238E27FC236}">
                <a16:creationId xmlns:a16="http://schemas.microsoft.com/office/drawing/2014/main" id="{A092A4A4-241C-4866-BC79-C8C4AE2FCAD8}"/>
              </a:ext>
            </a:extLst>
          </p:cNvPr>
          <p:cNvSpPr txBox="1">
            <a:spLocks noChangeArrowheads="1"/>
          </p:cNvSpPr>
          <p:nvPr/>
        </p:nvSpPr>
        <p:spPr bwMode="invGray">
          <a:xfrm>
            <a:off x="6332220" y="5658207"/>
            <a:ext cx="2221633" cy="4639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el-GR"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Δφ</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稳定</a:t>
            </a:r>
            <a:endPar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264214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4AFE847D-0A1A-40B7-84F0-EA2756E6EF8E}"/>
              </a:ext>
            </a:extLst>
          </p:cNvPr>
          <p:cNvSpPr txBox="1">
            <a:spLocks noChangeArrowheads="1"/>
          </p:cNvSpPr>
          <p:nvPr/>
        </p:nvSpPr>
        <p:spPr bwMode="invGray">
          <a:xfrm>
            <a:off x="220212" y="273597"/>
            <a:ext cx="7764816" cy="5355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分波前干涉装置的基本原理</a:t>
            </a:r>
            <a:endParaRPr lang="en-US" altLang="zh-CN" sz="2200"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sp>
        <p:nvSpPr>
          <p:cNvPr id="3" name="Text Box 4">
            <a:extLst>
              <a:ext uri="{FF2B5EF4-FFF2-40B4-BE49-F238E27FC236}">
                <a16:creationId xmlns:a16="http://schemas.microsoft.com/office/drawing/2014/main" id="{62296CAC-94B7-4163-9F49-157CF7AFA75E}"/>
              </a:ext>
            </a:extLst>
          </p:cNvPr>
          <p:cNvSpPr txBox="1">
            <a:spLocks noChangeArrowheads="1"/>
          </p:cNvSpPr>
          <p:nvPr/>
        </p:nvSpPr>
        <p:spPr bwMode="invGray">
          <a:xfrm>
            <a:off x="231602" y="1024745"/>
            <a:ext cx="8227027" cy="13111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分波前干涉的关键在于</a:t>
            </a:r>
            <a:r>
              <a:rPr lang="zh-CN" altLang="en-US" sz="2200" dirty="0">
                <a:solidFill>
                  <a:srgbClr val="FF0000"/>
                </a:solidFill>
                <a:latin typeface="微软雅黑" panose="020B0503020204020204" pitchFamily="34" charset="-122"/>
                <a:ea typeface="微软雅黑" panose="020B0503020204020204" pitchFamily="34" charset="-122"/>
                <a:cs typeface="Times New Roman" pitchFamily="18" charset="0"/>
              </a:rPr>
              <a:t>设法从波前上获得两个或多个相干的波列</a:t>
            </a: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。分波前装置中的每一孔或每一个狭缝都是光波场中的一点，这些孔和狭缝的作用相当于在波前上取一点，或将</a:t>
            </a:r>
            <a:r>
              <a:rPr lang="zh-CN" altLang="en-US" sz="2200" dirty="0">
                <a:solidFill>
                  <a:srgbClr val="0066FF"/>
                </a:solidFill>
                <a:latin typeface="微软雅黑" panose="020B0503020204020204" pitchFamily="34" charset="-122"/>
                <a:ea typeface="微软雅黑" panose="020B0503020204020204" pitchFamily="34" charset="-122"/>
                <a:cs typeface="Times New Roman" pitchFamily="18" charset="0"/>
              </a:rPr>
              <a:t>波前</a:t>
            </a: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分割。</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pic>
        <p:nvPicPr>
          <p:cNvPr id="4" name="Picture 2">
            <a:extLst>
              <a:ext uri="{FF2B5EF4-FFF2-40B4-BE49-F238E27FC236}">
                <a16:creationId xmlns:a16="http://schemas.microsoft.com/office/drawing/2014/main" id="{BF02E0A7-BC6B-4C61-854D-B8CFABAA0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26" y="2593017"/>
            <a:ext cx="5365255" cy="2270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4">
            <a:extLst>
              <a:ext uri="{FF2B5EF4-FFF2-40B4-BE49-F238E27FC236}">
                <a16:creationId xmlns:a16="http://schemas.microsoft.com/office/drawing/2014/main" id="{F7A4C44A-5F84-49D6-B9C5-4F98A9B300A3}"/>
              </a:ext>
            </a:extLst>
          </p:cNvPr>
          <p:cNvSpPr txBox="1">
            <a:spLocks noChangeArrowheads="1"/>
          </p:cNvSpPr>
          <p:nvPr/>
        </p:nvSpPr>
        <p:spPr bwMode="invGray">
          <a:xfrm>
            <a:off x="220212" y="5035362"/>
            <a:ext cx="6097240" cy="4641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杨氏双缝干涉是一种典型的分波前干涉装置</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sp>
        <p:nvSpPr>
          <p:cNvPr id="6" name="Text Box 4">
            <a:extLst>
              <a:ext uri="{FF2B5EF4-FFF2-40B4-BE49-F238E27FC236}">
                <a16:creationId xmlns:a16="http://schemas.microsoft.com/office/drawing/2014/main" id="{3E905CDF-14CB-4C23-8FED-73FFB2856DB3}"/>
              </a:ext>
            </a:extLst>
          </p:cNvPr>
          <p:cNvSpPr txBox="1">
            <a:spLocks noChangeArrowheads="1"/>
          </p:cNvSpPr>
          <p:nvPr/>
        </p:nvSpPr>
        <p:spPr bwMode="invGray">
          <a:xfrm>
            <a:off x="401737" y="6187255"/>
            <a:ext cx="3551845" cy="4641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缺点</a:t>
            </a:r>
            <a:r>
              <a:rPr lang="zh-CN" altLang="en-US" sz="2200" dirty="0">
                <a:solidFill>
                  <a:prstClr val="black"/>
                </a:solidFill>
                <a:latin typeface="微软雅黑" panose="020B0503020204020204" pitchFamily="34" charset="-122"/>
                <a:ea typeface="微软雅黑" panose="020B0503020204020204" pitchFamily="34" charset="-122"/>
                <a:cs typeface="Times New Roman" pitchFamily="18" charset="0"/>
              </a:rPr>
              <a:t>：光源利用率低</a:t>
            </a:r>
            <a:endParaRPr lang="en-US" altLang="zh-CN" sz="22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grpSp>
        <p:nvGrpSpPr>
          <p:cNvPr id="7" name="组合 6">
            <a:extLst>
              <a:ext uri="{FF2B5EF4-FFF2-40B4-BE49-F238E27FC236}">
                <a16:creationId xmlns:a16="http://schemas.microsoft.com/office/drawing/2014/main" id="{F860F7FC-CE9A-4F09-AAEE-D29DCAA27883}"/>
              </a:ext>
            </a:extLst>
          </p:cNvPr>
          <p:cNvGrpSpPr/>
          <p:nvPr/>
        </p:nvGrpSpPr>
        <p:grpSpPr>
          <a:xfrm>
            <a:off x="5837125" y="2651169"/>
            <a:ext cx="3058649" cy="1703387"/>
            <a:chOff x="468313" y="4030663"/>
            <a:chExt cx="4282783" cy="2703512"/>
          </a:xfrm>
        </p:grpSpPr>
        <p:sp>
          <p:nvSpPr>
            <p:cNvPr id="8" name="Line 3">
              <a:extLst>
                <a:ext uri="{FF2B5EF4-FFF2-40B4-BE49-F238E27FC236}">
                  <a16:creationId xmlns:a16="http://schemas.microsoft.com/office/drawing/2014/main" id="{4BA9BA66-752B-488F-97E8-866104810C96}"/>
                </a:ext>
              </a:extLst>
            </p:cNvPr>
            <p:cNvSpPr>
              <a:spLocks noChangeShapeType="1"/>
            </p:cNvSpPr>
            <p:nvPr/>
          </p:nvSpPr>
          <p:spPr bwMode="auto">
            <a:xfrm>
              <a:off x="468313" y="5373688"/>
              <a:ext cx="3600450"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9" name="Line 4">
              <a:extLst>
                <a:ext uri="{FF2B5EF4-FFF2-40B4-BE49-F238E27FC236}">
                  <a16:creationId xmlns:a16="http://schemas.microsoft.com/office/drawing/2014/main" id="{7FD7DD6A-ECAF-4B57-A759-22C67F83B8AE}"/>
                </a:ext>
              </a:extLst>
            </p:cNvPr>
            <p:cNvSpPr>
              <a:spLocks noChangeShapeType="1"/>
            </p:cNvSpPr>
            <p:nvPr/>
          </p:nvSpPr>
          <p:spPr bwMode="auto">
            <a:xfrm>
              <a:off x="1404938" y="4510088"/>
              <a:ext cx="0" cy="172720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 name="Oval 5">
              <a:extLst>
                <a:ext uri="{FF2B5EF4-FFF2-40B4-BE49-F238E27FC236}">
                  <a16:creationId xmlns:a16="http://schemas.microsoft.com/office/drawing/2014/main" id="{E0A4CA00-C5B9-4473-9C76-729E4682620B}"/>
                </a:ext>
              </a:extLst>
            </p:cNvPr>
            <p:cNvSpPr>
              <a:spLocks noChangeArrowheads="1"/>
            </p:cNvSpPr>
            <p:nvPr/>
          </p:nvSpPr>
          <p:spPr bwMode="auto">
            <a:xfrm>
              <a:off x="1117600" y="5086350"/>
              <a:ext cx="574675" cy="574675"/>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 name="Arc 6">
              <a:extLst>
                <a:ext uri="{FF2B5EF4-FFF2-40B4-BE49-F238E27FC236}">
                  <a16:creationId xmlns:a16="http://schemas.microsoft.com/office/drawing/2014/main" id="{AD7976CD-742E-4538-A77A-E5DB87D5F4B0}"/>
                </a:ext>
              </a:extLst>
            </p:cNvPr>
            <p:cNvSpPr>
              <a:spLocks/>
            </p:cNvSpPr>
            <p:nvPr/>
          </p:nvSpPr>
          <p:spPr bwMode="auto">
            <a:xfrm>
              <a:off x="1406525" y="4400550"/>
              <a:ext cx="1222375" cy="1903413"/>
            </a:xfrm>
            <a:custGeom>
              <a:avLst/>
              <a:gdLst>
                <a:gd name="G0" fmla="+- 0 0 0"/>
                <a:gd name="G1" fmla="+- 17210 0 0"/>
                <a:gd name="G2" fmla="+- 21600 0 0"/>
                <a:gd name="T0" fmla="*/ 13053 w 21600"/>
                <a:gd name="T1" fmla="*/ 0 h 33677"/>
                <a:gd name="T2" fmla="*/ 13978 w 21600"/>
                <a:gd name="T3" fmla="*/ 33677 h 33677"/>
                <a:gd name="T4" fmla="*/ 0 w 21600"/>
                <a:gd name="T5" fmla="*/ 17210 h 33677"/>
              </a:gdLst>
              <a:ahLst/>
              <a:cxnLst>
                <a:cxn ang="0">
                  <a:pos x="T0" y="T1"/>
                </a:cxn>
                <a:cxn ang="0">
                  <a:pos x="T2" y="T3"/>
                </a:cxn>
                <a:cxn ang="0">
                  <a:pos x="T4" y="T5"/>
                </a:cxn>
              </a:cxnLst>
              <a:rect l="0" t="0" r="r" b="b"/>
              <a:pathLst>
                <a:path w="21600" h="33677" fill="none" extrusionOk="0">
                  <a:moveTo>
                    <a:pt x="13052" y="0"/>
                  </a:moveTo>
                  <a:cubicBezTo>
                    <a:pt x="18437" y="4083"/>
                    <a:pt x="21600" y="10452"/>
                    <a:pt x="21600" y="17210"/>
                  </a:cubicBezTo>
                  <a:cubicBezTo>
                    <a:pt x="21600" y="23551"/>
                    <a:pt x="18813" y="29573"/>
                    <a:pt x="13978" y="33677"/>
                  </a:cubicBezTo>
                </a:path>
                <a:path w="21600" h="33677" stroke="0" extrusionOk="0">
                  <a:moveTo>
                    <a:pt x="13052" y="0"/>
                  </a:moveTo>
                  <a:cubicBezTo>
                    <a:pt x="18437" y="4083"/>
                    <a:pt x="21600" y="10452"/>
                    <a:pt x="21600" y="17210"/>
                  </a:cubicBezTo>
                  <a:cubicBezTo>
                    <a:pt x="21600" y="23551"/>
                    <a:pt x="18813" y="29573"/>
                    <a:pt x="13978" y="33677"/>
                  </a:cubicBezTo>
                  <a:lnTo>
                    <a:pt x="0" y="1721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2" name="Arc 7">
              <a:extLst>
                <a:ext uri="{FF2B5EF4-FFF2-40B4-BE49-F238E27FC236}">
                  <a16:creationId xmlns:a16="http://schemas.microsoft.com/office/drawing/2014/main" id="{5FEA5883-7316-431A-8CA8-A80246711699}"/>
                </a:ext>
              </a:extLst>
            </p:cNvPr>
            <p:cNvSpPr>
              <a:spLocks/>
            </p:cNvSpPr>
            <p:nvPr/>
          </p:nvSpPr>
          <p:spPr bwMode="auto">
            <a:xfrm>
              <a:off x="1404938" y="4735513"/>
              <a:ext cx="647700" cy="1231900"/>
            </a:xfrm>
            <a:custGeom>
              <a:avLst/>
              <a:gdLst>
                <a:gd name="G0" fmla="+- 0 0 0"/>
                <a:gd name="G1" fmla="+- 21305 0 0"/>
                <a:gd name="G2" fmla="+- 21600 0 0"/>
                <a:gd name="T0" fmla="*/ 3560 w 21600"/>
                <a:gd name="T1" fmla="*/ 0 h 41105"/>
                <a:gd name="T2" fmla="*/ 8632 w 21600"/>
                <a:gd name="T3" fmla="*/ 41105 h 41105"/>
                <a:gd name="T4" fmla="*/ 0 w 21600"/>
                <a:gd name="T5" fmla="*/ 21305 h 41105"/>
              </a:gdLst>
              <a:ahLst/>
              <a:cxnLst>
                <a:cxn ang="0">
                  <a:pos x="T0" y="T1"/>
                </a:cxn>
                <a:cxn ang="0">
                  <a:pos x="T2" y="T3"/>
                </a:cxn>
                <a:cxn ang="0">
                  <a:pos x="T4" y="T5"/>
                </a:cxn>
              </a:cxnLst>
              <a:rect l="0" t="0" r="r" b="b"/>
              <a:pathLst>
                <a:path w="21600" h="41105" fill="none" extrusionOk="0">
                  <a:moveTo>
                    <a:pt x="3559" y="0"/>
                  </a:moveTo>
                  <a:cubicBezTo>
                    <a:pt x="13971" y="1740"/>
                    <a:pt x="21600" y="10749"/>
                    <a:pt x="21600" y="21305"/>
                  </a:cubicBezTo>
                  <a:cubicBezTo>
                    <a:pt x="21600" y="29896"/>
                    <a:pt x="16507" y="37671"/>
                    <a:pt x="8632" y="41105"/>
                  </a:cubicBezTo>
                </a:path>
                <a:path w="21600" h="41105" stroke="0" extrusionOk="0">
                  <a:moveTo>
                    <a:pt x="3559" y="0"/>
                  </a:moveTo>
                  <a:cubicBezTo>
                    <a:pt x="13971" y="1740"/>
                    <a:pt x="21600" y="10749"/>
                    <a:pt x="21600" y="21305"/>
                  </a:cubicBezTo>
                  <a:cubicBezTo>
                    <a:pt x="21600" y="29896"/>
                    <a:pt x="16507" y="37671"/>
                    <a:pt x="8632" y="41105"/>
                  </a:cubicBezTo>
                  <a:lnTo>
                    <a:pt x="0" y="21305"/>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 name="Arc 8">
              <a:extLst>
                <a:ext uri="{FF2B5EF4-FFF2-40B4-BE49-F238E27FC236}">
                  <a16:creationId xmlns:a16="http://schemas.microsoft.com/office/drawing/2014/main" id="{078AEA6E-0E0F-4D36-A875-7BFC529E83DF}"/>
                </a:ext>
              </a:extLst>
            </p:cNvPr>
            <p:cNvSpPr>
              <a:spLocks/>
            </p:cNvSpPr>
            <p:nvPr/>
          </p:nvSpPr>
          <p:spPr bwMode="auto">
            <a:xfrm>
              <a:off x="1403350" y="4518025"/>
              <a:ext cx="1009650" cy="1708150"/>
            </a:xfrm>
            <a:custGeom>
              <a:avLst/>
              <a:gdLst>
                <a:gd name="G0" fmla="+- 0 0 0"/>
                <a:gd name="G1" fmla="+- 18317 0 0"/>
                <a:gd name="G2" fmla="+- 21600 0 0"/>
                <a:gd name="T0" fmla="*/ 11447 w 21600"/>
                <a:gd name="T1" fmla="*/ 0 h 36531"/>
                <a:gd name="T2" fmla="*/ 11611 w 21600"/>
                <a:gd name="T3" fmla="*/ 36531 h 36531"/>
                <a:gd name="T4" fmla="*/ 0 w 21600"/>
                <a:gd name="T5" fmla="*/ 18317 h 36531"/>
              </a:gdLst>
              <a:ahLst/>
              <a:cxnLst>
                <a:cxn ang="0">
                  <a:pos x="T0" y="T1"/>
                </a:cxn>
                <a:cxn ang="0">
                  <a:pos x="T2" y="T3"/>
                </a:cxn>
                <a:cxn ang="0">
                  <a:pos x="T4" y="T5"/>
                </a:cxn>
              </a:cxnLst>
              <a:rect l="0" t="0" r="r" b="b"/>
              <a:pathLst>
                <a:path w="21600" h="36531" fill="none" extrusionOk="0">
                  <a:moveTo>
                    <a:pt x="11447" y="-1"/>
                  </a:moveTo>
                  <a:cubicBezTo>
                    <a:pt x="17763" y="3946"/>
                    <a:pt x="21600" y="10869"/>
                    <a:pt x="21600" y="18317"/>
                  </a:cubicBezTo>
                  <a:cubicBezTo>
                    <a:pt x="21600" y="25695"/>
                    <a:pt x="17833" y="32564"/>
                    <a:pt x="11610" y="36530"/>
                  </a:cubicBezTo>
                </a:path>
                <a:path w="21600" h="36531" stroke="0" extrusionOk="0">
                  <a:moveTo>
                    <a:pt x="11447" y="-1"/>
                  </a:moveTo>
                  <a:cubicBezTo>
                    <a:pt x="17763" y="3946"/>
                    <a:pt x="21600" y="10869"/>
                    <a:pt x="21600" y="18317"/>
                  </a:cubicBezTo>
                  <a:cubicBezTo>
                    <a:pt x="21600" y="25695"/>
                    <a:pt x="17833" y="32564"/>
                    <a:pt x="11610" y="36530"/>
                  </a:cubicBezTo>
                  <a:lnTo>
                    <a:pt x="0" y="18317"/>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Arc 9">
              <a:extLst>
                <a:ext uri="{FF2B5EF4-FFF2-40B4-BE49-F238E27FC236}">
                  <a16:creationId xmlns:a16="http://schemas.microsoft.com/office/drawing/2014/main" id="{1435E541-3518-43B4-97AD-6DFBA3AF6625}"/>
                </a:ext>
              </a:extLst>
            </p:cNvPr>
            <p:cNvSpPr>
              <a:spLocks/>
            </p:cNvSpPr>
            <p:nvPr/>
          </p:nvSpPr>
          <p:spPr bwMode="auto">
            <a:xfrm>
              <a:off x="1406525" y="4295775"/>
              <a:ext cx="1438275" cy="2147888"/>
            </a:xfrm>
            <a:custGeom>
              <a:avLst/>
              <a:gdLst>
                <a:gd name="G0" fmla="+- 0 0 0"/>
                <a:gd name="G1" fmla="+- 16297 0 0"/>
                <a:gd name="G2" fmla="+- 21600 0 0"/>
                <a:gd name="T0" fmla="*/ 14176 w 21600"/>
                <a:gd name="T1" fmla="*/ 0 h 32246"/>
                <a:gd name="T2" fmla="*/ 14567 w 21600"/>
                <a:gd name="T3" fmla="*/ 32246 h 32246"/>
                <a:gd name="T4" fmla="*/ 0 w 21600"/>
                <a:gd name="T5" fmla="*/ 16297 h 32246"/>
              </a:gdLst>
              <a:ahLst/>
              <a:cxnLst>
                <a:cxn ang="0">
                  <a:pos x="T0" y="T1"/>
                </a:cxn>
                <a:cxn ang="0">
                  <a:pos x="T2" y="T3"/>
                </a:cxn>
                <a:cxn ang="0">
                  <a:pos x="T4" y="T5"/>
                </a:cxn>
              </a:cxnLst>
              <a:rect l="0" t="0" r="r" b="b"/>
              <a:pathLst>
                <a:path w="21600" h="32246" fill="none" extrusionOk="0">
                  <a:moveTo>
                    <a:pt x="14176" y="-1"/>
                  </a:moveTo>
                  <a:cubicBezTo>
                    <a:pt x="18892" y="4102"/>
                    <a:pt x="21600" y="10046"/>
                    <a:pt x="21600" y="16297"/>
                  </a:cubicBezTo>
                  <a:cubicBezTo>
                    <a:pt x="21600" y="22365"/>
                    <a:pt x="19047" y="28153"/>
                    <a:pt x="14566" y="32245"/>
                  </a:cubicBezTo>
                </a:path>
                <a:path w="21600" h="32246" stroke="0" extrusionOk="0">
                  <a:moveTo>
                    <a:pt x="14176" y="-1"/>
                  </a:moveTo>
                  <a:cubicBezTo>
                    <a:pt x="18892" y="4102"/>
                    <a:pt x="21600" y="10046"/>
                    <a:pt x="21600" y="16297"/>
                  </a:cubicBezTo>
                  <a:cubicBezTo>
                    <a:pt x="21600" y="22365"/>
                    <a:pt x="19047" y="28153"/>
                    <a:pt x="14566" y="32245"/>
                  </a:cubicBezTo>
                  <a:lnTo>
                    <a:pt x="0" y="16297"/>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Arc 10">
              <a:extLst>
                <a:ext uri="{FF2B5EF4-FFF2-40B4-BE49-F238E27FC236}">
                  <a16:creationId xmlns:a16="http://schemas.microsoft.com/office/drawing/2014/main" id="{C28F874B-B4B7-4D7A-BB15-35652E6C9126}"/>
                </a:ext>
              </a:extLst>
            </p:cNvPr>
            <p:cNvSpPr>
              <a:spLocks/>
            </p:cNvSpPr>
            <p:nvPr/>
          </p:nvSpPr>
          <p:spPr bwMode="auto">
            <a:xfrm>
              <a:off x="1403350" y="4119563"/>
              <a:ext cx="1868488" cy="1257300"/>
            </a:xfrm>
            <a:custGeom>
              <a:avLst/>
              <a:gdLst>
                <a:gd name="G0" fmla="+- 0 0 0"/>
                <a:gd name="G1" fmla="+- 12993 0 0"/>
                <a:gd name="G2" fmla="+- 21600 0 0"/>
                <a:gd name="T0" fmla="*/ 17255 w 19315"/>
                <a:gd name="T1" fmla="*/ 0 h 12993"/>
                <a:gd name="T2" fmla="*/ 19315 w 19315"/>
                <a:gd name="T3" fmla="*/ 3323 h 12993"/>
                <a:gd name="T4" fmla="*/ 0 w 19315"/>
                <a:gd name="T5" fmla="*/ 12993 h 12993"/>
              </a:gdLst>
              <a:ahLst/>
              <a:cxnLst>
                <a:cxn ang="0">
                  <a:pos x="T0" y="T1"/>
                </a:cxn>
                <a:cxn ang="0">
                  <a:pos x="T2" y="T3"/>
                </a:cxn>
                <a:cxn ang="0">
                  <a:pos x="T4" y="T5"/>
                </a:cxn>
              </a:cxnLst>
              <a:rect l="0" t="0" r="r" b="b"/>
              <a:pathLst>
                <a:path w="19315" h="12993" fill="none" extrusionOk="0">
                  <a:moveTo>
                    <a:pt x="17255" y="-1"/>
                  </a:moveTo>
                  <a:cubicBezTo>
                    <a:pt x="18040" y="1043"/>
                    <a:pt x="18729" y="2155"/>
                    <a:pt x="19314" y="3323"/>
                  </a:cubicBezTo>
                </a:path>
                <a:path w="19315" h="12993" stroke="0" extrusionOk="0">
                  <a:moveTo>
                    <a:pt x="17255" y="-1"/>
                  </a:moveTo>
                  <a:cubicBezTo>
                    <a:pt x="18040" y="1043"/>
                    <a:pt x="18729" y="2155"/>
                    <a:pt x="19314" y="3323"/>
                  </a:cubicBezTo>
                  <a:lnTo>
                    <a:pt x="0" y="12993"/>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Arc 11">
              <a:extLst>
                <a:ext uri="{FF2B5EF4-FFF2-40B4-BE49-F238E27FC236}">
                  <a16:creationId xmlns:a16="http://schemas.microsoft.com/office/drawing/2014/main" id="{1D91E773-BBD7-4A2B-BFC8-DCF554478D4D}"/>
                </a:ext>
              </a:extLst>
            </p:cNvPr>
            <p:cNvSpPr>
              <a:spLocks/>
            </p:cNvSpPr>
            <p:nvPr/>
          </p:nvSpPr>
          <p:spPr bwMode="auto">
            <a:xfrm>
              <a:off x="1390650" y="4143375"/>
              <a:ext cx="1741488" cy="2432050"/>
            </a:xfrm>
            <a:custGeom>
              <a:avLst/>
              <a:gdLst>
                <a:gd name="G0" fmla="+- 0 0 0"/>
                <a:gd name="G1" fmla="+- 15440 0 0"/>
                <a:gd name="G2" fmla="+- 21600 0 0"/>
                <a:gd name="T0" fmla="*/ 15105 w 21600"/>
                <a:gd name="T1" fmla="*/ 0 h 30202"/>
                <a:gd name="T2" fmla="*/ 15768 w 21600"/>
                <a:gd name="T3" fmla="*/ 30202 h 30202"/>
                <a:gd name="T4" fmla="*/ 0 w 21600"/>
                <a:gd name="T5" fmla="*/ 15440 h 30202"/>
              </a:gdLst>
              <a:ahLst/>
              <a:cxnLst>
                <a:cxn ang="0">
                  <a:pos x="T0" y="T1"/>
                </a:cxn>
                <a:cxn ang="0">
                  <a:pos x="T2" y="T3"/>
                </a:cxn>
                <a:cxn ang="0">
                  <a:pos x="T4" y="T5"/>
                </a:cxn>
              </a:cxnLst>
              <a:rect l="0" t="0" r="r" b="b"/>
              <a:pathLst>
                <a:path w="21600" h="30202" fill="none" extrusionOk="0">
                  <a:moveTo>
                    <a:pt x="15105" y="-1"/>
                  </a:moveTo>
                  <a:cubicBezTo>
                    <a:pt x="19258" y="4063"/>
                    <a:pt x="21600" y="9629"/>
                    <a:pt x="21600" y="15440"/>
                  </a:cubicBezTo>
                  <a:cubicBezTo>
                    <a:pt x="21600" y="20922"/>
                    <a:pt x="19515" y="26199"/>
                    <a:pt x="15768" y="30202"/>
                  </a:cubicBezTo>
                </a:path>
                <a:path w="21600" h="30202" stroke="0" extrusionOk="0">
                  <a:moveTo>
                    <a:pt x="15105" y="-1"/>
                  </a:moveTo>
                  <a:cubicBezTo>
                    <a:pt x="19258" y="4063"/>
                    <a:pt x="21600" y="9629"/>
                    <a:pt x="21600" y="15440"/>
                  </a:cubicBezTo>
                  <a:cubicBezTo>
                    <a:pt x="21600" y="20922"/>
                    <a:pt x="19515" y="26199"/>
                    <a:pt x="15768" y="30202"/>
                  </a:cubicBezTo>
                  <a:lnTo>
                    <a:pt x="0" y="1544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Oval 12">
              <a:extLst>
                <a:ext uri="{FF2B5EF4-FFF2-40B4-BE49-F238E27FC236}">
                  <a16:creationId xmlns:a16="http://schemas.microsoft.com/office/drawing/2014/main" id="{2AA499CC-E0DD-42EA-9CF9-CBD7209C13F8}"/>
                </a:ext>
              </a:extLst>
            </p:cNvPr>
            <p:cNvSpPr>
              <a:spLocks noChangeArrowheads="1"/>
            </p:cNvSpPr>
            <p:nvPr/>
          </p:nvSpPr>
          <p:spPr bwMode="auto">
            <a:xfrm>
              <a:off x="1262063" y="5230813"/>
              <a:ext cx="285750" cy="285750"/>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8" name="Oval 13">
              <a:extLst>
                <a:ext uri="{FF2B5EF4-FFF2-40B4-BE49-F238E27FC236}">
                  <a16:creationId xmlns:a16="http://schemas.microsoft.com/office/drawing/2014/main" id="{350C2926-3889-4330-AE55-C1920C491D4C}"/>
                </a:ext>
              </a:extLst>
            </p:cNvPr>
            <p:cNvSpPr>
              <a:spLocks noChangeArrowheads="1"/>
            </p:cNvSpPr>
            <p:nvPr/>
          </p:nvSpPr>
          <p:spPr bwMode="auto">
            <a:xfrm>
              <a:off x="971550" y="4940300"/>
              <a:ext cx="863600" cy="863600"/>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9" name="Line 14">
              <a:extLst>
                <a:ext uri="{FF2B5EF4-FFF2-40B4-BE49-F238E27FC236}">
                  <a16:creationId xmlns:a16="http://schemas.microsoft.com/office/drawing/2014/main" id="{79C9755A-18EC-41C0-A5E2-9CF1239168BA}"/>
                </a:ext>
              </a:extLst>
            </p:cNvPr>
            <p:cNvSpPr>
              <a:spLocks noChangeShapeType="1"/>
            </p:cNvSpPr>
            <p:nvPr/>
          </p:nvSpPr>
          <p:spPr bwMode="auto">
            <a:xfrm>
              <a:off x="3276600" y="4149725"/>
              <a:ext cx="0" cy="2447925"/>
            </a:xfrm>
            <a:prstGeom prst="line">
              <a:avLst/>
            </a:prstGeom>
            <a:noFill/>
            <a:ln w="381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0" name="Rectangle 15">
              <a:extLst>
                <a:ext uri="{FF2B5EF4-FFF2-40B4-BE49-F238E27FC236}">
                  <a16:creationId xmlns:a16="http://schemas.microsoft.com/office/drawing/2014/main" id="{24DF9EF9-C08E-41FA-9C6F-71D61353F03B}"/>
                </a:ext>
              </a:extLst>
            </p:cNvPr>
            <p:cNvSpPr>
              <a:spLocks noChangeArrowheads="1"/>
            </p:cNvSpPr>
            <p:nvPr/>
          </p:nvSpPr>
          <p:spPr bwMode="auto">
            <a:xfrm>
              <a:off x="3203575" y="4797425"/>
              <a:ext cx="144463" cy="144463"/>
            </a:xfrm>
            <a:prstGeom prst="rect">
              <a:avLst/>
            </a:prstGeom>
            <a:solidFill>
              <a:sysClr val="window" lastClr="FFFF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Rectangle 16">
              <a:extLst>
                <a:ext uri="{FF2B5EF4-FFF2-40B4-BE49-F238E27FC236}">
                  <a16:creationId xmlns:a16="http://schemas.microsoft.com/office/drawing/2014/main" id="{537830D2-91DD-4382-8854-397A8DED0846}"/>
                </a:ext>
              </a:extLst>
            </p:cNvPr>
            <p:cNvSpPr>
              <a:spLocks noChangeArrowheads="1"/>
            </p:cNvSpPr>
            <p:nvPr/>
          </p:nvSpPr>
          <p:spPr bwMode="auto">
            <a:xfrm>
              <a:off x="3203575" y="5876925"/>
              <a:ext cx="144463" cy="144463"/>
            </a:xfrm>
            <a:prstGeom prst="rect">
              <a:avLst/>
            </a:prstGeom>
            <a:solidFill>
              <a:sysClr val="window" lastClr="FFFF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Arc 17">
              <a:extLst>
                <a:ext uri="{FF2B5EF4-FFF2-40B4-BE49-F238E27FC236}">
                  <a16:creationId xmlns:a16="http://schemas.microsoft.com/office/drawing/2014/main" id="{79A4D92E-59DB-4239-BC30-D56CF750E7E1}"/>
                </a:ext>
              </a:extLst>
            </p:cNvPr>
            <p:cNvSpPr>
              <a:spLocks/>
            </p:cNvSpPr>
            <p:nvPr/>
          </p:nvSpPr>
          <p:spPr bwMode="auto">
            <a:xfrm>
              <a:off x="1403350" y="5407025"/>
              <a:ext cx="1874838" cy="1258888"/>
            </a:xfrm>
            <a:custGeom>
              <a:avLst/>
              <a:gdLst>
                <a:gd name="G0" fmla="+- 0 0 0"/>
                <a:gd name="G1" fmla="+- 0 0 0"/>
                <a:gd name="G2" fmla="+- 21600 0 0"/>
                <a:gd name="T0" fmla="*/ 19379 w 19379"/>
                <a:gd name="T1" fmla="*/ 9540 h 13021"/>
                <a:gd name="T2" fmla="*/ 17234 w 19379"/>
                <a:gd name="T3" fmla="*/ 13021 h 13021"/>
                <a:gd name="T4" fmla="*/ 0 w 19379"/>
                <a:gd name="T5" fmla="*/ 0 h 13021"/>
              </a:gdLst>
              <a:ahLst/>
              <a:cxnLst>
                <a:cxn ang="0">
                  <a:pos x="T0" y="T1"/>
                </a:cxn>
                <a:cxn ang="0">
                  <a:pos x="T2" y="T3"/>
                </a:cxn>
                <a:cxn ang="0">
                  <a:pos x="T4" y="T5"/>
                </a:cxn>
              </a:cxnLst>
              <a:rect l="0" t="0" r="r" b="b"/>
              <a:pathLst>
                <a:path w="19379" h="13021" fill="none" extrusionOk="0">
                  <a:moveTo>
                    <a:pt x="19379" y="9540"/>
                  </a:moveTo>
                  <a:cubicBezTo>
                    <a:pt x="18775" y="10765"/>
                    <a:pt x="18057" y="11931"/>
                    <a:pt x="17234" y="13021"/>
                  </a:cubicBezTo>
                </a:path>
                <a:path w="19379" h="13021" stroke="0" extrusionOk="0">
                  <a:moveTo>
                    <a:pt x="19379" y="9540"/>
                  </a:moveTo>
                  <a:cubicBezTo>
                    <a:pt x="18775" y="10765"/>
                    <a:pt x="18057" y="11931"/>
                    <a:pt x="17234" y="13021"/>
                  </a:cubicBezTo>
                  <a:lnTo>
                    <a:pt x="0" y="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Arc 18">
              <a:extLst>
                <a:ext uri="{FF2B5EF4-FFF2-40B4-BE49-F238E27FC236}">
                  <a16:creationId xmlns:a16="http://schemas.microsoft.com/office/drawing/2014/main" id="{D770C99F-6446-4232-B9F3-FCA3E522CBD6}"/>
                </a:ext>
              </a:extLst>
            </p:cNvPr>
            <p:cNvSpPr>
              <a:spLocks/>
            </p:cNvSpPr>
            <p:nvPr/>
          </p:nvSpPr>
          <p:spPr bwMode="auto">
            <a:xfrm>
              <a:off x="1404938" y="4030663"/>
              <a:ext cx="1876425" cy="1362075"/>
            </a:xfrm>
            <a:custGeom>
              <a:avLst/>
              <a:gdLst>
                <a:gd name="G0" fmla="+- 0 0 0"/>
                <a:gd name="G1" fmla="+- 15151 0 0"/>
                <a:gd name="G2" fmla="+- 21600 0 0"/>
                <a:gd name="T0" fmla="*/ 15395 w 20844"/>
                <a:gd name="T1" fmla="*/ 0 h 15151"/>
                <a:gd name="T2" fmla="*/ 20844 w 20844"/>
                <a:gd name="T3" fmla="*/ 9488 h 15151"/>
                <a:gd name="T4" fmla="*/ 0 w 20844"/>
                <a:gd name="T5" fmla="*/ 15151 h 15151"/>
              </a:gdLst>
              <a:ahLst/>
              <a:cxnLst>
                <a:cxn ang="0">
                  <a:pos x="T0" y="T1"/>
                </a:cxn>
                <a:cxn ang="0">
                  <a:pos x="T2" y="T3"/>
                </a:cxn>
                <a:cxn ang="0">
                  <a:pos x="T4" y="T5"/>
                </a:cxn>
              </a:cxnLst>
              <a:rect l="0" t="0" r="r" b="b"/>
              <a:pathLst>
                <a:path w="20844" h="15151" fill="none" extrusionOk="0">
                  <a:moveTo>
                    <a:pt x="15395" y="-1"/>
                  </a:moveTo>
                  <a:cubicBezTo>
                    <a:pt x="17995" y="2642"/>
                    <a:pt x="19872" y="5909"/>
                    <a:pt x="20844" y="9487"/>
                  </a:cubicBezTo>
                </a:path>
                <a:path w="20844" h="15151" stroke="0" extrusionOk="0">
                  <a:moveTo>
                    <a:pt x="15395" y="-1"/>
                  </a:moveTo>
                  <a:cubicBezTo>
                    <a:pt x="17995" y="2642"/>
                    <a:pt x="19872" y="5909"/>
                    <a:pt x="20844" y="9487"/>
                  </a:cubicBezTo>
                  <a:lnTo>
                    <a:pt x="0" y="15151"/>
                  </a:lnTo>
                  <a:close/>
                </a:path>
              </a:pathLst>
            </a:custGeom>
            <a:noFill/>
            <a:ln w="28575">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4" name="Arc 19">
              <a:extLst>
                <a:ext uri="{FF2B5EF4-FFF2-40B4-BE49-F238E27FC236}">
                  <a16:creationId xmlns:a16="http://schemas.microsoft.com/office/drawing/2014/main" id="{21F935C2-8849-4AF7-B33E-4B5BA5AA2C8D}"/>
                </a:ext>
              </a:extLst>
            </p:cNvPr>
            <p:cNvSpPr>
              <a:spLocks/>
            </p:cNvSpPr>
            <p:nvPr/>
          </p:nvSpPr>
          <p:spPr bwMode="auto">
            <a:xfrm>
              <a:off x="1404938" y="5375275"/>
              <a:ext cx="1863725" cy="1358900"/>
            </a:xfrm>
            <a:custGeom>
              <a:avLst/>
              <a:gdLst>
                <a:gd name="G0" fmla="+- 0 0 0"/>
                <a:gd name="G1" fmla="+- 0 0 0"/>
                <a:gd name="G2" fmla="+- 21600 0 0"/>
                <a:gd name="T0" fmla="*/ 20705 w 20705"/>
                <a:gd name="T1" fmla="*/ 6154 h 15115"/>
                <a:gd name="T2" fmla="*/ 15430 w 20705"/>
                <a:gd name="T3" fmla="*/ 15115 h 15115"/>
                <a:gd name="T4" fmla="*/ 0 w 20705"/>
                <a:gd name="T5" fmla="*/ 0 h 15115"/>
              </a:gdLst>
              <a:ahLst/>
              <a:cxnLst>
                <a:cxn ang="0">
                  <a:pos x="T0" y="T1"/>
                </a:cxn>
                <a:cxn ang="0">
                  <a:pos x="T2" y="T3"/>
                </a:cxn>
                <a:cxn ang="0">
                  <a:pos x="T4" y="T5"/>
                </a:cxn>
              </a:cxnLst>
              <a:rect l="0" t="0" r="r" b="b"/>
              <a:pathLst>
                <a:path w="20705" h="15115" fill="none" extrusionOk="0">
                  <a:moveTo>
                    <a:pt x="20704" y="6153"/>
                  </a:moveTo>
                  <a:cubicBezTo>
                    <a:pt x="19702" y="9525"/>
                    <a:pt x="17891" y="12602"/>
                    <a:pt x="15430" y="15115"/>
                  </a:cubicBezTo>
                </a:path>
                <a:path w="20705" h="15115" stroke="0" extrusionOk="0">
                  <a:moveTo>
                    <a:pt x="20704" y="6153"/>
                  </a:moveTo>
                  <a:cubicBezTo>
                    <a:pt x="19702" y="9525"/>
                    <a:pt x="17891" y="12602"/>
                    <a:pt x="15430" y="15115"/>
                  </a:cubicBezTo>
                  <a:lnTo>
                    <a:pt x="0" y="0"/>
                  </a:lnTo>
                  <a:close/>
                </a:path>
              </a:pathLst>
            </a:custGeom>
            <a:noFill/>
            <a:ln w="28575">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5" name="Arc 20">
              <a:extLst>
                <a:ext uri="{FF2B5EF4-FFF2-40B4-BE49-F238E27FC236}">
                  <a16:creationId xmlns:a16="http://schemas.microsoft.com/office/drawing/2014/main" id="{7C6F75CA-F988-417D-8355-5373CFD6F459}"/>
                </a:ext>
              </a:extLst>
            </p:cNvPr>
            <p:cNvSpPr>
              <a:spLocks/>
            </p:cNvSpPr>
            <p:nvPr/>
          </p:nvSpPr>
          <p:spPr bwMode="auto">
            <a:xfrm>
              <a:off x="1403350" y="4622800"/>
              <a:ext cx="865188" cy="1473200"/>
            </a:xfrm>
            <a:custGeom>
              <a:avLst/>
              <a:gdLst>
                <a:gd name="G0" fmla="+- 0 0 0"/>
                <a:gd name="G1" fmla="+- 18576 0 0"/>
                <a:gd name="G2" fmla="+- 21600 0 0"/>
                <a:gd name="T0" fmla="*/ 11022 w 21600"/>
                <a:gd name="T1" fmla="*/ 0 h 36790"/>
                <a:gd name="T2" fmla="*/ 11611 w 21600"/>
                <a:gd name="T3" fmla="*/ 36790 h 36790"/>
                <a:gd name="T4" fmla="*/ 0 w 21600"/>
                <a:gd name="T5" fmla="*/ 18576 h 36790"/>
              </a:gdLst>
              <a:ahLst/>
              <a:cxnLst>
                <a:cxn ang="0">
                  <a:pos x="T0" y="T1"/>
                </a:cxn>
                <a:cxn ang="0">
                  <a:pos x="T2" y="T3"/>
                </a:cxn>
                <a:cxn ang="0">
                  <a:pos x="T4" y="T5"/>
                </a:cxn>
              </a:cxnLst>
              <a:rect l="0" t="0" r="r" b="b"/>
              <a:pathLst>
                <a:path w="21600" h="36790" fill="none" extrusionOk="0">
                  <a:moveTo>
                    <a:pt x="11022" y="-1"/>
                  </a:moveTo>
                  <a:cubicBezTo>
                    <a:pt x="17579" y="3890"/>
                    <a:pt x="21600" y="10950"/>
                    <a:pt x="21600" y="18576"/>
                  </a:cubicBezTo>
                  <a:cubicBezTo>
                    <a:pt x="21600" y="25954"/>
                    <a:pt x="17833" y="32823"/>
                    <a:pt x="11610" y="36789"/>
                  </a:cubicBezTo>
                </a:path>
                <a:path w="21600" h="36790" stroke="0" extrusionOk="0">
                  <a:moveTo>
                    <a:pt x="11022" y="-1"/>
                  </a:moveTo>
                  <a:cubicBezTo>
                    <a:pt x="17579" y="3890"/>
                    <a:pt x="21600" y="10950"/>
                    <a:pt x="21600" y="18576"/>
                  </a:cubicBezTo>
                  <a:cubicBezTo>
                    <a:pt x="21600" y="25954"/>
                    <a:pt x="17833" y="32823"/>
                    <a:pt x="11610" y="36789"/>
                  </a:cubicBezTo>
                  <a:lnTo>
                    <a:pt x="0" y="18576"/>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6" name="Line 41">
              <a:extLst>
                <a:ext uri="{FF2B5EF4-FFF2-40B4-BE49-F238E27FC236}">
                  <a16:creationId xmlns:a16="http://schemas.microsoft.com/office/drawing/2014/main" id="{6AD2B735-1FF2-4B26-9417-BBDC431DE43B}"/>
                </a:ext>
              </a:extLst>
            </p:cNvPr>
            <p:cNvSpPr>
              <a:spLocks noChangeShapeType="1"/>
            </p:cNvSpPr>
            <p:nvPr/>
          </p:nvSpPr>
          <p:spPr bwMode="auto">
            <a:xfrm>
              <a:off x="3348038" y="4941888"/>
              <a:ext cx="576262" cy="719137"/>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7" name="Line 42">
              <a:extLst>
                <a:ext uri="{FF2B5EF4-FFF2-40B4-BE49-F238E27FC236}">
                  <a16:creationId xmlns:a16="http://schemas.microsoft.com/office/drawing/2014/main" id="{0D298D79-E605-4C18-8C14-EE5C1ED03D07}"/>
                </a:ext>
              </a:extLst>
            </p:cNvPr>
            <p:cNvSpPr>
              <a:spLocks noChangeShapeType="1"/>
            </p:cNvSpPr>
            <p:nvPr/>
          </p:nvSpPr>
          <p:spPr bwMode="auto">
            <a:xfrm flipV="1">
              <a:off x="3348038" y="5661025"/>
              <a:ext cx="576262" cy="2889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8" name="Text Box 43">
              <a:extLst>
                <a:ext uri="{FF2B5EF4-FFF2-40B4-BE49-F238E27FC236}">
                  <a16:creationId xmlns:a16="http://schemas.microsoft.com/office/drawing/2014/main" id="{8E13FA2B-6B92-410F-961C-2392D4AC8FA6}"/>
                </a:ext>
              </a:extLst>
            </p:cNvPr>
            <p:cNvSpPr txBox="1">
              <a:spLocks noChangeArrowheads="1"/>
            </p:cNvSpPr>
            <p:nvPr/>
          </p:nvSpPr>
          <p:spPr bwMode="auto">
            <a:xfrm>
              <a:off x="3630613" y="5734050"/>
              <a:ext cx="1120483" cy="537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同相位</a:t>
              </a:r>
            </a:p>
          </p:txBody>
        </p:sp>
      </p:grpSp>
      <p:grpSp>
        <p:nvGrpSpPr>
          <p:cNvPr id="29" name="组合 28">
            <a:extLst>
              <a:ext uri="{FF2B5EF4-FFF2-40B4-BE49-F238E27FC236}">
                <a16:creationId xmlns:a16="http://schemas.microsoft.com/office/drawing/2014/main" id="{15C56431-6E33-463C-9B04-964E6F878FBD}"/>
              </a:ext>
            </a:extLst>
          </p:cNvPr>
          <p:cNvGrpSpPr/>
          <p:nvPr/>
        </p:nvGrpSpPr>
        <p:grpSpPr>
          <a:xfrm>
            <a:off x="5916052" y="4638892"/>
            <a:ext cx="3150891" cy="1951848"/>
            <a:chOff x="4067175" y="3716338"/>
            <a:chExt cx="4680814" cy="2776537"/>
          </a:xfrm>
        </p:grpSpPr>
        <p:sp>
          <p:nvSpPr>
            <p:cNvPr id="30" name="Line 21">
              <a:extLst>
                <a:ext uri="{FF2B5EF4-FFF2-40B4-BE49-F238E27FC236}">
                  <a16:creationId xmlns:a16="http://schemas.microsoft.com/office/drawing/2014/main" id="{30458E2D-06BB-4D1F-88CD-F9B64A844A7C}"/>
                </a:ext>
              </a:extLst>
            </p:cNvPr>
            <p:cNvSpPr>
              <a:spLocks noChangeShapeType="1"/>
            </p:cNvSpPr>
            <p:nvPr/>
          </p:nvSpPr>
          <p:spPr bwMode="auto">
            <a:xfrm>
              <a:off x="4067175" y="5059363"/>
              <a:ext cx="3600450"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1" name="Line 22">
              <a:extLst>
                <a:ext uri="{FF2B5EF4-FFF2-40B4-BE49-F238E27FC236}">
                  <a16:creationId xmlns:a16="http://schemas.microsoft.com/office/drawing/2014/main" id="{60AAF3D8-B836-4301-80E5-1E9676421806}"/>
                </a:ext>
              </a:extLst>
            </p:cNvPr>
            <p:cNvSpPr>
              <a:spLocks noChangeShapeType="1"/>
            </p:cNvSpPr>
            <p:nvPr/>
          </p:nvSpPr>
          <p:spPr bwMode="auto">
            <a:xfrm>
              <a:off x="5003800" y="4195763"/>
              <a:ext cx="0" cy="172720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2" name="Oval 23">
              <a:extLst>
                <a:ext uri="{FF2B5EF4-FFF2-40B4-BE49-F238E27FC236}">
                  <a16:creationId xmlns:a16="http://schemas.microsoft.com/office/drawing/2014/main" id="{B4F33007-1D4C-4ED7-9C7E-C39040FCC659}"/>
                </a:ext>
              </a:extLst>
            </p:cNvPr>
            <p:cNvSpPr>
              <a:spLocks noChangeArrowheads="1"/>
            </p:cNvSpPr>
            <p:nvPr/>
          </p:nvSpPr>
          <p:spPr bwMode="auto">
            <a:xfrm>
              <a:off x="4716463" y="4772025"/>
              <a:ext cx="574675" cy="574675"/>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3" name="Arc 24">
              <a:extLst>
                <a:ext uri="{FF2B5EF4-FFF2-40B4-BE49-F238E27FC236}">
                  <a16:creationId xmlns:a16="http://schemas.microsoft.com/office/drawing/2014/main" id="{47DF0238-802C-45A0-8A23-DB536A656F6C}"/>
                </a:ext>
              </a:extLst>
            </p:cNvPr>
            <p:cNvSpPr>
              <a:spLocks/>
            </p:cNvSpPr>
            <p:nvPr/>
          </p:nvSpPr>
          <p:spPr bwMode="auto">
            <a:xfrm>
              <a:off x="5005388" y="4086225"/>
              <a:ext cx="1222375" cy="1903413"/>
            </a:xfrm>
            <a:custGeom>
              <a:avLst/>
              <a:gdLst>
                <a:gd name="G0" fmla="+- 0 0 0"/>
                <a:gd name="G1" fmla="+- 17210 0 0"/>
                <a:gd name="G2" fmla="+- 21600 0 0"/>
                <a:gd name="T0" fmla="*/ 13053 w 21600"/>
                <a:gd name="T1" fmla="*/ 0 h 33677"/>
                <a:gd name="T2" fmla="*/ 13978 w 21600"/>
                <a:gd name="T3" fmla="*/ 33677 h 33677"/>
                <a:gd name="T4" fmla="*/ 0 w 21600"/>
                <a:gd name="T5" fmla="*/ 17210 h 33677"/>
              </a:gdLst>
              <a:ahLst/>
              <a:cxnLst>
                <a:cxn ang="0">
                  <a:pos x="T0" y="T1"/>
                </a:cxn>
                <a:cxn ang="0">
                  <a:pos x="T2" y="T3"/>
                </a:cxn>
                <a:cxn ang="0">
                  <a:pos x="T4" y="T5"/>
                </a:cxn>
              </a:cxnLst>
              <a:rect l="0" t="0" r="r" b="b"/>
              <a:pathLst>
                <a:path w="21600" h="33677" fill="none" extrusionOk="0">
                  <a:moveTo>
                    <a:pt x="13052" y="0"/>
                  </a:moveTo>
                  <a:cubicBezTo>
                    <a:pt x="18437" y="4083"/>
                    <a:pt x="21600" y="10452"/>
                    <a:pt x="21600" y="17210"/>
                  </a:cubicBezTo>
                  <a:cubicBezTo>
                    <a:pt x="21600" y="23551"/>
                    <a:pt x="18813" y="29573"/>
                    <a:pt x="13978" y="33677"/>
                  </a:cubicBezTo>
                </a:path>
                <a:path w="21600" h="33677" stroke="0" extrusionOk="0">
                  <a:moveTo>
                    <a:pt x="13052" y="0"/>
                  </a:moveTo>
                  <a:cubicBezTo>
                    <a:pt x="18437" y="4083"/>
                    <a:pt x="21600" y="10452"/>
                    <a:pt x="21600" y="17210"/>
                  </a:cubicBezTo>
                  <a:cubicBezTo>
                    <a:pt x="21600" y="23551"/>
                    <a:pt x="18813" y="29573"/>
                    <a:pt x="13978" y="33677"/>
                  </a:cubicBezTo>
                  <a:lnTo>
                    <a:pt x="0" y="1721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ea typeface="宋体" panose="02010600030101010101" pitchFamily="2" charset="-122"/>
              </a:endParaRPr>
            </a:p>
          </p:txBody>
        </p:sp>
        <p:sp>
          <p:nvSpPr>
            <p:cNvPr id="34" name="Arc 25">
              <a:extLst>
                <a:ext uri="{FF2B5EF4-FFF2-40B4-BE49-F238E27FC236}">
                  <a16:creationId xmlns:a16="http://schemas.microsoft.com/office/drawing/2014/main" id="{1EC066BD-8BAB-4289-9F79-81D027F57369}"/>
                </a:ext>
              </a:extLst>
            </p:cNvPr>
            <p:cNvSpPr>
              <a:spLocks/>
            </p:cNvSpPr>
            <p:nvPr/>
          </p:nvSpPr>
          <p:spPr bwMode="auto">
            <a:xfrm>
              <a:off x="5003800" y="4421188"/>
              <a:ext cx="647700" cy="1231900"/>
            </a:xfrm>
            <a:custGeom>
              <a:avLst/>
              <a:gdLst>
                <a:gd name="G0" fmla="+- 0 0 0"/>
                <a:gd name="G1" fmla="+- 21305 0 0"/>
                <a:gd name="G2" fmla="+- 21600 0 0"/>
                <a:gd name="T0" fmla="*/ 3560 w 21600"/>
                <a:gd name="T1" fmla="*/ 0 h 41105"/>
                <a:gd name="T2" fmla="*/ 8632 w 21600"/>
                <a:gd name="T3" fmla="*/ 41105 h 41105"/>
                <a:gd name="T4" fmla="*/ 0 w 21600"/>
                <a:gd name="T5" fmla="*/ 21305 h 41105"/>
              </a:gdLst>
              <a:ahLst/>
              <a:cxnLst>
                <a:cxn ang="0">
                  <a:pos x="T0" y="T1"/>
                </a:cxn>
                <a:cxn ang="0">
                  <a:pos x="T2" y="T3"/>
                </a:cxn>
                <a:cxn ang="0">
                  <a:pos x="T4" y="T5"/>
                </a:cxn>
              </a:cxnLst>
              <a:rect l="0" t="0" r="r" b="b"/>
              <a:pathLst>
                <a:path w="21600" h="41105" fill="none" extrusionOk="0">
                  <a:moveTo>
                    <a:pt x="3559" y="0"/>
                  </a:moveTo>
                  <a:cubicBezTo>
                    <a:pt x="13971" y="1740"/>
                    <a:pt x="21600" y="10749"/>
                    <a:pt x="21600" y="21305"/>
                  </a:cubicBezTo>
                  <a:cubicBezTo>
                    <a:pt x="21600" y="29896"/>
                    <a:pt x="16507" y="37671"/>
                    <a:pt x="8632" y="41105"/>
                  </a:cubicBezTo>
                </a:path>
                <a:path w="21600" h="41105" stroke="0" extrusionOk="0">
                  <a:moveTo>
                    <a:pt x="3559" y="0"/>
                  </a:moveTo>
                  <a:cubicBezTo>
                    <a:pt x="13971" y="1740"/>
                    <a:pt x="21600" y="10749"/>
                    <a:pt x="21600" y="21305"/>
                  </a:cubicBezTo>
                  <a:cubicBezTo>
                    <a:pt x="21600" y="29896"/>
                    <a:pt x="16507" y="37671"/>
                    <a:pt x="8632" y="41105"/>
                  </a:cubicBezTo>
                  <a:lnTo>
                    <a:pt x="0" y="21305"/>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Arc 26">
              <a:extLst>
                <a:ext uri="{FF2B5EF4-FFF2-40B4-BE49-F238E27FC236}">
                  <a16:creationId xmlns:a16="http://schemas.microsoft.com/office/drawing/2014/main" id="{FC62F782-97C7-4A53-BBC4-B5664B389494}"/>
                </a:ext>
              </a:extLst>
            </p:cNvPr>
            <p:cNvSpPr>
              <a:spLocks/>
            </p:cNvSpPr>
            <p:nvPr/>
          </p:nvSpPr>
          <p:spPr bwMode="auto">
            <a:xfrm>
              <a:off x="5002213" y="4203700"/>
              <a:ext cx="1009650" cy="1708150"/>
            </a:xfrm>
            <a:custGeom>
              <a:avLst/>
              <a:gdLst>
                <a:gd name="G0" fmla="+- 0 0 0"/>
                <a:gd name="G1" fmla="+- 18317 0 0"/>
                <a:gd name="G2" fmla="+- 21600 0 0"/>
                <a:gd name="T0" fmla="*/ 11447 w 21600"/>
                <a:gd name="T1" fmla="*/ 0 h 36531"/>
                <a:gd name="T2" fmla="*/ 11611 w 21600"/>
                <a:gd name="T3" fmla="*/ 36531 h 36531"/>
                <a:gd name="T4" fmla="*/ 0 w 21600"/>
                <a:gd name="T5" fmla="*/ 18317 h 36531"/>
              </a:gdLst>
              <a:ahLst/>
              <a:cxnLst>
                <a:cxn ang="0">
                  <a:pos x="T0" y="T1"/>
                </a:cxn>
                <a:cxn ang="0">
                  <a:pos x="T2" y="T3"/>
                </a:cxn>
                <a:cxn ang="0">
                  <a:pos x="T4" y="T5"/>
                </a:cxn>
              </a:cxnLst>
              <a:rect l="0" t="0" r="r" b="b"/>
              <a:pathLst>
                <a:path w="21600" h="36531" fill="none" extrusionOk="0">
                  <a:moveTo>
                    <a:pt x="11447" y="-1"/>
                  </a:moveTo>
                  <a:cubicBezTo>
                    <a:pt x="17763" y="3946"/>
                    <a:pt x="21600" y="10869"/>
                    <a:pt x="21600" y="18317"/>
                  </a:cubicBezTo>
                  <a:cubicBezTo>
                    <a:pt x="21600" y="25695"/>
                    <a:pt x="17833" y="32564"/>
                    <a:pt x="11610" y="36530"/>
                  </a:cubicBezTo>
                </a:path>
                <a:path w="21600" h="36531" stroke="0" extrusionOk="0">
                  <a:moveTo>
                    <a:pt x="11447" y="-1"/>
                  </a:moveTo>
                  <a:cubicBezTo>
                    <a:pt x="17763" y="3946"/>
                    <a:pt x="21600" y="10869"/>
                    <a:pt x="21600" y="18317"/>
                  </a:cubicBezTo>
                  <a:cubicBezTo>
                    <a:pt x="21600" y="25695"/>
                    <a:pt x="17833" y="32564"/>
                    <a:pt x="11610" y="36530"/>
                  </a:cubicBezTo>
                  <a:lnTo>
                    <a:pt x="0" y="18317"/>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6" name="Arc 27">
              <a:extLst>
                <a:ext uri="{FF2B5EF4-FFF2-40B4-BE49-F238E27FC236}">
                  <a16:creationId xmlns:a16="http://schemas.microsoft.com/office/drawing/2014/main" id="{F8127B57-94E4-47C8-A1C9-6037E505CAC7}"/>
                </a:ext>
              </a:extLst>
            </p:cNvPr>
            <p:cNvSpPr>
              <a:spLocks/>
            </p:cNvSpPr>
            <p:nvPr/>
          </p:nvSpPr>
          <p:spPr bwMode="auto">
            <a:xfrm>
              <a:off x="5005388" y="3981450"/>
              <a:ext cx="1438275" cy="2147888"/>
            </a:xfrm>
            <a:custGeom>
              <a:avLst/>
              <a:gdLst>
                <a:gd name="G0" fmla="+- 0 0 0"/>
                <a:gd name="G1" fmla="+- 16297 0 0"/>
                <a:gd name="G2" fmla="+- 21600 0 0"/>
                <a:gd name="T0" fmla="*/ 14176 w 21600"/>
                <a:gd name="T1" fmla="*/ 0 h 32246"/>
                <a:gd name="T2" fmla="*/ 14567 w 21600"/>
                <a:gd name="T3" fmla="*/ 32246 h 32246"/>
                <a:gd name="T4" fmla="*/ 0 w 21600"/>
                <a:gd name="T5" fmla="*/ 16297 h 32246"/>
              </a:gdLst>
              <a:ahLst/>
              <a:cxnLst>
                <a:cxn ang="0">
                  <a:pos x="T0" y="T1"/>
                </a:cxn>
                <a:cxn ang="0">
                  <a:pos x="T2" y="T3"/>
                </a:cxn>
                <a:cxn ang="0">
                  <a:pos x="T4" y="T5"/>
                </a:cxn>
              </a:cxnLst>
              <a:rect l="0" t="0" r="r" b="b"/>
              <a:pathLst>
                <a:path w="21600" h="32246" fill="none" extrusionOk="0">
                  <a:moveTo>
                    <a:pt x="14176" y="-1"/>
                  </a:moveTo>
                  <a:cubicBezTo>
                    <a:pt x="18892" y="4102"/>
                    <a:pt x="21600" y="10046"/>
                    <a:pt x="21600" y="16297"/>
                  </a:cubicBezTo>
                  <a:cubicBezTo>
                    <a:pt x="21600" y="22365"/>
                    <a:pt x="19047" y="28153"/>
                    <a:pt x="14566" y="32245"/>
                  </a:cubicBezTo>
                </a:path>
                <a:path w="21600" h="32246" stroke="0" extrusionOk="0">
                  <a:moveTo>
                    <a:pt x="14176" y="-1"/>
                  </a:moveTo>
                  <a:cubicBezTo>
                    <a:pt x="18892" y="4102"/>
                    <a:pt x="21600" y="10046"/>
                    <a:pt x="21600" y="16297"/>
                  </a:cubicBezTo>
                  <a:cubicBezTo>
                    <a:pt x="21600" y="22365"/>
                    <a:pt x="19047" y="28153"/>
                    <a:pt x="14566" y="32245"/>
                  </a:cubicBezTo>
                  <a:lnTo>
                    <a:pt x="0" y="16297"/>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7" name="Arc 28">
              <a:extLst>
                <a:ext uri="{FF2B5EF4-FFF2-40B4-BE49-F238E27FC236}">
                  <a16:creationId xmlns:a16="http://schemas.microsoft.com/office/drawing/2014/main" id="{94FC0D21-80E6-4AD6-A06A-0975B48BD741}"/>
                </a:ext>
              </a:extLst>
            </p:cNvPr>
            <p:cNvSpPr>
              <a:spLocks/>
            </p:cNvSpPr>
            <p:nvPr/>
          </p:nvSpPr>
          <p:spPr bwMode="auto">
            <a:xfrm>
              <a:off x="5002213" y="3805238"/>
              <a:ext cx="1868487" cy="1257300"/>
            </a:xfrm>
            <a:custGeom>
              <a:avLst/>
              <a:gdLst>
                <a:gd name="G0" fmla="+- 0 0 0"/>
                <a:gd name="G1" fmla="+- 12993 0 0"/>
                <a:gd name="G2" fmla="+- 21600 0 0"/>
                <a:gd name="T0" fmla="*/ 17255 w 19315"/>
                <a:gd name="T1" fmla="*/ 0 h 12993"/>
                <a:gd name="T2" fmla="*/ 19315 w 19315"/>
                <a:gd name="T3" fmla="*/ 3323 h 12993"/>
                <a:gd name="T4" fmla="*/ 0 w 19315"/>
                <a:gd name="T5" fmla="*/ 12993 h 12993"/>
              </a:gdLst>
              <a:ahLst/>
              <a:cxnLst>
                <a:cxn ang="0">
                  <a:pos x="T0" y="T1"/>
                </a:cxn>
                <a:cxn ang="0">
                  <a:pos x="T2" y="T3"/>
                </a:cxn>
                <a:cxn ang="0">
                  <a:pos x="T4" y="T5"/>
                </a:cxn>
              </a:cxnLst>
              <a:rect l="0" t="0" r="r" b="b"/>
              <a:pathLst>
                <a:path w="19315" h="12993" fill="none" extrusionOk="0">
                  <a:moveTo>
                    <a:pt x="17255" y="-1"/>
                  </a:moveTo>
                  <a:cubicBezTo>
                    <a:pt x="18040" y="1043"/>
                    <a:pt x="18729" y="2155"/>
                    <a:pt x="19314" y="3323"/>
                  </a:cubicBezTo>
                </a:path>
                <a:path w="19315" h="12993" stroke="0" extrusionOk="0">
                  <a:moveTo>
                    <a:pt x="17255" y="-1"/>
                  </a:moveTo>
                  <a:cubicBezTo>
                    <a:pt x="18040" y="1043"/>
                    <a:pt x="18729" y="2155"/>
                    <a:pt x="19314" y="3323"/>
                  </a:cubicBezTo>
                  <a:lnTo>
                    <a:pt x="0" y="12993"/>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8" name="Arc 29">
              <a:extLst>
                <a:ext uri="{FF2B5EF4-FFF2-40B4-BE49-F238E27FC236}">
                  <a16:creationId xmlns:a16="http://schemas.microsoft.com/office/drawing/2014/main" id="{69E257BE-14EE-4BD2-A480-6733F52BC1A5}"/>
                </a:ext>
              </a:extLst>
            </p:cNvPr>
            <p:cNvSpPr>
              <a:spLocks/>
            </p:cNvSpPr>
            <p:nvPr/>
          </p:nvSpPr>
          <p:spPr bwMode="auto">
            <a:xfrm>
              <a:off x="4989513" y="3829050"/>
              <a:ext cx="1741487" cy="2432050"/>
            </a:xfrm>
            <a:custGeom>
              <a:avLst/>
              <a:gdLst>
                <a:gd name="G0" fmla="+- 0 0 0"/>
                <a:gd name="G1" fmla="+- 15440 0 0"/>
                <a:gd name="G2" fmla="+- 21600 0 0"/>
                <a:gd name="T0" fmla="*/ 15105 w 21600"/>
                <a:gd name="T1" fmla="*/ 0 h 30202"/>
                <a:gd name="T2" fmla="*/ 15768 w 21600"/>
                <a:gd name="T3" fmla="*/ 30202 h 30202"/>
                <a:gd name="T4" fmla="*/ 0 w 21600"/>
                <a:gd name="T5" fmla="*/ 15440 h 30202"/>
              </a:gdLst>
              <a:ahLst/>
              <a:cxnLst>
                <a:cxn ang="0">
                  <a:pos x="T0" y="T1"/>
                </a:cxn>
                <a:cxn ang="0">
                  <a:pos x="T2" y="T3"/>
                </a:cxn>
                <a:cxn ang="0">
                  <a:pos x="T4" y="T5"/>
                </a:cxn>
              </a:cxnLst>
              <a:rect l="0" t="0" r="r" b="b"/>
              <a:pathLst>
                <a:path w="21600" h="30202" fill="none" extrusionOk="0">
                  <a:moveTo>
                    <a:pt x="15105" y="-1"/>
                  </a:moveTo>
                  <a:cubicBezTo>
                    <a:pt x="19258" y="4063"/>
                    <a:pt x="21600" y="9629"/>
                    <a:pt x="21600" y="15440"/>
                  </a:cubicBezTo>
                  <a:cubicBezTo>
                    <a:pt x="21600" y="20922"/>
                    <a:pt x="19515" y="26199"/>
                    <a:pt x="15768" y="30202"/>
                  </a:cubicBezTo>
                </a:path>
                <a:path w="21600" h="30202" stroke="0" extrusionOk="0">
                  <a:moveTo>
                    <a:pt x="15105" y="-1"/>
                  </a:moveTo>
                  <a:cubicBezTo>
                    <a:pt x="19258" y="4063"/>
                    <a:pt x="21600" y="9629"/>
                    <a:pt x="21600" y="15440"/>
                  </a:cubicBezTo>
                  <a:cubicBezTo>
                    <a:pt x="21600" y="20922"/>
                    <a:pt x="19515" y="26199"/>
                    <a:pt x="15768" y="30202"/>
                  </a:cubicBezTo>
                  <a:lnTo>
                    <a:pt x="0" y="1544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9" name="Oval 30">
              <a:extLst>
                <a:ext uri="{FF2B5EF4-FFF2-40B4-BE49-F238E27FC236}">
                  <a16:creationId xmlns:a16="http://schemas.microsoft.com/office/drawing/2014/main" id="{0CBA2F55-B76D-4FE0-95E1-A18CA5AA6817}"/>
                </a:ext>
              </a:extLst>
            </p:cNvPr>
            <p:cNvSpPr>
              <a:spLocks noChangeArrowheads="1"/>
            </p:cNvSpPr>
            <p:nvPr/>
          </p:nvSpPr>
          <p:spPr bwMode="auto">
            <a:xfrm>
              <a:off x="4860925" y="4916488"/>
              <a:ext cx="285750" cy="285750"/>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0" name="Oval 31">
              <a:extLst>
                <a:ext uri="{FF2B5EF4-FFF2-40B4-BE49-F238E27FC236}">
                  <a16:creationId xmlns:a16="http://schemas.microsoft.com/office/drawing/2014/main" id="{3AF2CC53-A56B-4ED2-9FA4-502757DA9C8E}"/>
                </a:ext>
              </a:extLst>
            </p:cNvPr>
            <p:cNvSpPr>
              <a:spLocks noChangeArrowheads="1"/>
            </p:cNvSpPr>
            <p:nvPr/>
          </p:nvSpPr>
          <p:spPr bwMode="auto">
            <a:xfrm>
              <a:off x="4570413" y="4625975"/>
              <a:ext cx="863600" cy="863600"/>
            </a:xfrm>
            <a:prstGeom prst="ellipse">
              <a:avLst/>
            </a:pr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1" name="Line 32">
              <a:extLst>
                <a:ext uri="{FF2B5EF4-FFF2-40B4-BE49-F238E27FC236}">
                  <a16:creationId xmlns:a16="http://schemas.microsoft.com/office/drawing/2014/main" id="{03A1AF41-F996-4AF2-A8B1-2FB57EA4EE2B}"/>
                </a:ext>
              </a:extLst>
            </p:cNvPr>
            <p:cNvSpPr>
              <a:spLocks noChangeShapeType="1"/>
            </p:cNvSpPr>
            <p:nvPr/>
          </p:nvSpPr>
          <p:spPr bwMode="auto">
            <a:xfrm>
              <a:off x="6875463" y="4033838"/>
              <a:ext cx="0" cy="2447925"/>
            </a:xfrm>
            <a:prstGeom prst="line">
              <a:avLst/>
            </a:prstGeom>
            <a:noFill/>
            <a:ln w="381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2" name="Rectangle 33">
              <a:extLst>
                <a:ext uri="{FF2B5EF4-FFF2-40B4-BE49-F238E27FC236}">
                  <a16:creationId xmlns:a16="http://schemas.microsoft.com/office/drawing/2014/main" id="{F5427F2A-B83E-4D97-A35D-0261F7DADA47}"/>
                </a:ext>
              </a:extLst>
            </p:cNvPr>
            <p:cNvSpPr>
              <a:spLocks noChangeArrowheads="1"/>
            </p:cNvSpPr>
            <p:nvPr/>
          </p:nvSpPr>
          <p:spPr bwMode="auto">
            <a:xfrm>
              <a:off x="6802438" y="4681538"/>
              <a:ext cx="144462" cy="144462"/>
            </a:xfrm>
            <a:prstGeom prst="rect">
              <a:avLst/>
            </a:prstGeom>
            <a:solidFill>
              <a:sysClr val="window" lastClr="FFFF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3" name="Rectangle 34">
              <a:extLst>
                <a:ext uri="{FF2B5EF4-FFF2-40B4-BE49-F238E27FC236}">
                  <a16:creationId xmlns:a16="http://schemas.microsoft.com/office/drawing/2014/main" id="{AEFE41A3-AA63-46D2-839D-95A8E9B40BFF}"/>
                </a:ext>
              </a:extLst>
            </p:cNvPr>
            <p:cNvSpPr>
              <a:spLocks noChangeArrowheads="1"/>
            </p:cNvSpPr>
            <p:nvPr/>
          </p:nvSpPr>
          <p:spPr bwMode="auto">
            <a:xfrm>
              <a:off x="6802438" y="5761038"/>
              <a:ext cx="144462" cy="144462"/>
            </a:xfrm>
            <a:prstGeom prst="rect">
              <a:avLst/>
            </a:prstGeom>
            <a:solidFill>
              <a:sysClr val="window" lastClr="FFFFFF"/>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4" name="Arc 35">
              <a:extLst>
                <a:ext uri="{FF2B5EF4-FFF2-40B4-BE49-F238E27FC236}">
                  <a16:creationId xmlns:a16="http://schemas.microsoft.com/office/drawing/2014/main" id="{ED486A97-1147-4019-8629-14744A53F55E}"/>
                </a:ext>
              </a:extLst>
            </p:cNvPr>
            <p:cNvSpPr>
              <a:spLocks/>
            </p:cNvSpPr>
            <p:nvPr/>
          </p:nvSpPr>
          <p:spPr bwMode="auto">
            <a:xfrm>
              <a:off x="5002213" y="5092700"/>
              <a:ext cx="1874837" cy="1258888"/>
            </a:xfrm>
            <a:custGeom>
              <a:avLst/>
              <a:gdLst>
                <a:gd name="G0" fmla="+- 0 0 0"/>
                <a:gd name="G1" fmla="+- 0 0 0"/>
                <a:gd name="G2" fmla="+- 21600 0 0"/>
                <a:gd name="T0" fmla="*/ 19379 w 19379"/>
                <a:gd name="T1" fmla="*/ 9540 h 13021"/>
                <a:gd name="T2" fmla="*/ 17234 w 19379"/>
                <a:gd name="T3" fmla="*/ 13021 h 13021"/>
                <a:gd name="T4" fmla="*/ 0 w 19379"/>
                <a:gd name="T5" fmla="*/ 0 h 13021"/>
              </a:gdLst>
              <a:ahLst/>
              <a:cxnLst>
                <a:cxn ang="0">
                  <a:pos x="T0" y="T1"/>
                </a:cxn>
                <a:cxn ang="0">
                  <a:pos x="T2" y="T3"/>
                </a:cxn>
                <a:cxn ang="0">
                  <a:pos x="T4" y="T5"/>
                </a:cxn>
              </a:cxnLst>
              <a:rect l="0" t="0" r="r" b="b"/>
              <a:pathLst>
                <a:path w="19379" h="13021" fill="none" extrusionOk="0">
                  <a:moveTo>
                    <a:pt x="19379" y="9540"/>
                  </a:moveTo>
                  <a:cubicBezTo>
                    <a:pt x="18775" y="10765"/>
                    <a:pt x="18057" y="11931"/>
                    <a:pt x="17234" y="13021"/>
                  </a:cubicBezTo>
                </a:path>
                <a:path w="19379" h="13021" stroke="0" extrusionOk="0">
                  <a:moveTo>
                    <a:pt x="19379" y="9540"/>
                  </a:moveTo>
                  <a:cubicBezTo>
                    <a:pt x="18775" y="10765"/>
                    <a:pt x="18057" y="11931"/>
                    <a:pt x="17234" y="13021"/>
                  </a:cubicBezTo>
                  <a:lnTo>
                    <a:pt x="0" y="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Arc 36">
              <a:extLst>
                <a:ext uri="{FF2B5EF4-FFF2-40B4-BE49-F238E27FC236}">
                  <a16:creationId xmlns:a16="http://schemas.microsoft.com/office/drawing/2014/main" id="{5AD66D0B-A4F1-4727-93D1-59C0FB308B15}"/>
                </a:ext>
              </a:extLst>
            </p:cNvPr>
            <p:cNvSpPr>
              <a:spLocks/>
            </p:cNvSpPr>
            <p:nvPr/>
          </p:nvSpPr>
          <p:spPr bwMode="auto">
            <a:xfrm>
              <a:off x="5003800" y="3716338"/>
              <a:ext cx="1876425" cy="1362075"/>
            </a:xfrm>
            <a:custGeom>
              <a:avLst/>
              <a:gdLst>
                <a:gd name="G0" fmla="+- 0 0 0"/>
                <a:gd name="G1" fmla="+- 15151 0 0"/>
                <a:gd name="G2" fmla="+- 21600 0 0"/>
                <a:gd name="T0" fmla="*/ 15395 w 20844"/>
                <a:gd name="T1" fmla="*/ 0 h 15151"/>
                <a:gd name="T2" fmla="*/ 20844 w 20844"/>
                <a:gd name="T3" fmla="*/ 9488 h 15151"/>
                <a:gd name="T4" fmla="*/ 0 w 20844"/>
                <a:gd name="T5" fmla="*/ 15151 h 15151"/>
              </a:gdLst>
              <a:ahLst/>
              <a:cxnLst>
                <a:cxn ang="0">
                  <a:pos x="T0" y="T1"/>
                </a:cxn>
                <a:cxn ang="0">
                  <a:pos x="T2" y="T3"/>
                </a:cxn>
                <a:cxn ang="0">
                  <a:pos x="T4" y="T5"/>
                </a:cxn>
              </a:cxnLst>
              <a:rect l="0" t="0" r="r" b="b"/>
              <a:pathLst>
                <a:path w="20844" h="15151" fill="none" extrusionOk="0">
                  <a:moveTo>
                    <a:pt x="15395" y="-1"/>
                  </a:moveTo>
                  <a:cubicBezTo>
                    <a:pt x="17995" y="2642"/>
                    <a:pt x="19872" y="5909"/>
                    <a:pt x="20844" y="9487"/>
                  </a:cubicBezTo>
                </a:path>
                <a:path w="20844" h="15151" stroke="0" extrusionOk="0">
                  <a:moveTo>
                    <a:pt x="15395" y="-1"/>
                  </a:moveTo>
                  <a:cubicBezTo>
                    <a:pt x="17995" y="2642"/>
                    <a:pt x="19872" y="5909"/>
                    <a:pt x="20844" y="9487"/>
                  </a:cubicBezTo>
                  <a:lnTo>
                    <a:pt x="0" y="15151"/>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Arc 37">
              <a:extLst>
                <a:ext uri="{FF2B5EF4-FFF2-40B4-BE49-F238E27FC236}">
                  <a16:creationId xmlns:a16="http://schemas.microsoft.com/office/drawing/2014/main" id="{F65B529E-1E7C-4BDF-B7F8-576E451803D7}"/>
                </a:ext>
              </a:extLst>
            </p:cNvPr>
            <p:cNvSpPr>
              <a:spLocks/>
            </p:cNvSpPr>
            <p:nvPr/>
          </p:nvSpPr>
          <p:spPr bwMode="auto">
            <a:xfrm>
              <a:off x="5003800" y="5060950"/>
              <a:ext cx="1863725" cy="1358900"/>
            </a:xfrm>
            <a:custGeom>
              <a:avLst/>
              <a:gdLst>
                <a:gd name="G0" fmla="+- 0 0 0"/>
                <a:gd name="G1" fmla="+- 0 0 0"/>
                <a:gd name="G2" fmla="+- 21600 0 0"/>
                <a:gd name="T0" fmla="*/ 20705 w 20705"/>
                <a:gd name="T1" fmla="*/ 6154 h 15115"/>
                <a:gd name="T2" fmla="*/ 15430 w 20705"/>
                <a:gd name="T3" fmla="*/ 15115 h 15115"/>
                <a:gd name="T4" fmla="*/ 0 w 20705"/>
                <a:gd name="T5" fmla="*/ 0 h 15115"/>
              </a:gdLst>
              <a:ahLst/>
              <a:cxnLst>
                <a:cxn ang="0">
                  <a:pos x="T0" y="T1"/>
                </a:cxn>
                <a:cxn ang="0">
                  <a:pos x="T2" y="T3"/>
                </a:cxn>
                <a:cxn ang="0">
                  <a:pos x="T4" y="T5"/>
                </a:cxn>
              </a:cxnLst>
              <a:rect l="0" t="0" r="r" b="b"/>
              <a:pathLst>
                <a:path w="20705" h="15115" fill="none" extrusionOk="0">
                  <a:moveTo>
                    <a:pt x="20704" y="6153"/>
                  </a:moveTo>
                  <a:cubicBezTo>
                    <a:pt x="19702" y="9525"/>
                    <a:pt x="17891" y="12602"/>
                    <a:pt x="15430" y="15115"/>
                  </a:cubicBezTo>
                </a:path>
                <a:path w="20705" h="15115" stroke="0" extrusionOk="0">
                  <a:moveTo>
                    <a:pt x="20704" y="6153"/>
                  </a:moveTo>
                  <a:cubicBezTo>
                    <a:pt x="19702" y="9525"/>
                    <a:pt x="17891" y="12602"/>
                    <a:pt x="15430" y="15115"/>
                  </a:cubicBezTo>
                  <a:lnTo>
                    <a:pt x="0" y="0"/>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Arc 38">
              <a:extLst>
                <a:ext uri="{FF2B5EF4-FFF2-40B4-BE49-F238E27FC236}">
                  <a16:creationId xmlns:a16="http://schemas.microsoft.com/office/drawing/2014/main" id="{15EB6038-5B5F-44F2-B52B-BE9DEB61E81F}"/>
                </a:ext>
              </a:extLst>
            </p:cNvPr>
            <p:cNvSpPr>
              <a:spLocks/>
            </p:cNvSpPr>
            <p:nvPr/>
          </p:nvSpPr>
          <p:spPr bwMode="auto">
            <a:xfrm>
              <a:off x="5002213" y="4308475"/>
              <a:ext cx="865187" cy="1473200"/>
            </a:xfrm>
            <a:custGeom>
              <a:avLst/>
              <a:gdLst>
                <a:gd name="G0" fmla="+- 0 0 0"/>
                <a:gd name="G1" fmla="+- 18576 0 0"/>
                <a:gd name="G2" fmla="+- 21600 0 0"/>
                <a:gd name="T0" fmla="*/ 11022 w 21600"/>
                <a:gd name="T1" fmla="*/ 0 h 36790"/>
                <a:gd name="T2" fmla="*/ 11611 w 21600"/>
                <a:gd name="T3" fmla="*/ 36790 h 36790"/>
                <a:gd name="T4" fmla="*/ 0 w 21600"/>
                <a:gd name="T5" fmla="*/ 18576 h 36790"/>
              </a:gdLst>
              <a:ahLst/>
              <a:cxnLst>
                <a:cxn ang="0">
                  <a:pos x="T0" y="T1"/>
                </a:cxn>
                <a:cxn ang="0">
                  <a:pos x="T2" y="T3"/>
                </a:cxn>
                <a:cxn ang="0">
                  <a:pos x="T4" y="T5"/>
                </a:cxn>
              </a:cxnLst>
              <a:rect l="0" t="0" r="r" b="b"/>
              <a:pathLst>
                <a:path w="21600" h="36790" fill="none" extrusionOk="0">
                  <a:moveTo>
                    <a:pt x="11022" y="-1"/>
                  </a:moveTo>
                  <a:cubicBezTo>
                    <a:pt x="17579" y="3890"/>
                    <a:pt x="21600" y="10950"/>
                    <a:pt x="21600" y="18576"/>
                  </a:cubicBezTo>
                  <a:cubicBezTo>
                    <a:pt x="21600" y="25954"/>
                    <a:pt x="17833" y="32823"/>
                    <a:pt x="11610" y="36789"/>
                  </a:cubicBezTo>
                </a:path>
                <a:path w="21600" h="36790" stroke="0" extrusionOk="0">
                  <a:moveTo>
                    <a:pt x="11022" y="-1"/>
                  </a:moveTo>
                  <a:cubicBezTo>
                    <a:pt x="17579" y="3890"/>
                    <a:pt x="21600" y="10950"/>
                    <a:pt x="21600" y="18576"/>
                  </a:cubicBezTo>
                  <a:cubicBezTo>
                    <a:pt x="21600" y="25954"/>
                    <a:pt x="17833" y="32823"/>
                    <a:pt x="11610" y="36789"/>
                  </a:cubicBezTo>
                  <a:lnTo>
                    <a:pt x="0" y="18576"/>
                  </a:lnTo>
                  <a:close/>
                </a:path>
              </a:pathLst>
            </a:custGeom>
            <a:noFill/>
            <a:ln w="9525">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8" name="Arc 39">
              <a:extLst>
                <a:ext uri="{FF2B5EF4-FFF2-40B4-BE49-F238E27FC236}">
                  <a16:creationId xmlns:a16="http://schemas.microsoft.com/office/drawing/2014/main" id="{7F90BC44-C4B4-4446-88C5-16B682A106CB}"/>
                </a:ext>
              </a:extLst>
            </p:cNvPr>
            <p:cNvSpPr>
              <a:spLocks/>
            </p:cNvSpPr>
            <p:nvPr/>
          </p:nvSpPr>
          <p:spPr bwMode="auto">
            <a:xfrm>
              <a:off x="4991100" y="3762375"/>
              <a:ext cx="1885950" cy="2579688"/>
            </a:xfrm>
            <a:custGeom>
              <a:avLst/>
              <a:gdLst>
                <a:gd name="G0" fmla="+- 0 0 0"/>
                <a:gd name="G1" fmla="+- 14764 0 0"/>
                <a:gd name="G2" fmla="+- 21600 0 0"/>
                <a:gd name="T0" fmla="*/ 15766 w 21600"/>
                <a:gd name="T1" fmla="*/ 0 h 29601"/>
                <a:gd name="T2" fmla="*/ 15698 w 21600"/>
                <a:gd name="T3" fmla="*/ 29601 h 29601"/>
                <a:gd name="T4" fmla="*/ 0 w 21600"/>
                <a:gd name="T5" fmla="*/ 14764 h 29601"/>
              </a:gdLst>
              <a:ahLst/>
              <a:cxnLst>
                <a:cxn ang="0">
                  <a:pos x="T0" y="T1"/>
                </a:cxn>
                <a:cxn ang="0">
                  <a:pos x="T2" y="T3"/>
                </a:cxn>
                <a:cxn ang="0">
                  <a:pos x="T4" y="T5"/>
                </a:cxn>
              </a:cxnLst>
              <a:rect l="0" t="0" r="r" b="b"/>
              <a:pathLst>
                <a:path w="21600" h="29601" fill="none" extrusionOk="0">
                  <a:moveTo>
                    <a:pt x="15766" y="-1"/>
                  </a:moveTo>
                  <a:cubicBezTo>
                    <a:pt x="19514" y="4002"/>
                    <a:pt x="21600" y="9280"/>
                    <a:pt x="21600" y="14764"/>
                  </a:cubicBezTo>
                  <a:cubicBezTo>
                    <a:pt x="21600" y="20281"/>
                    <a:pt x="19488" y="25590"/>
                    <a:pt x="15697" y="29600"/>
                  </a:cubicBezTo>
                </a:path>
                <a:path w="21600" h="29601" stroke="0" extrusionOk="0">
                  <a:moveTo>
                    <a:pt x="15766" y="-1"/>
                  </a:moveTo>
                  <a:cubicBezTo>
                    <a:pt x="19514" y="4002"/>
                    <a:pt x="21600" y="9280"/>
                    <a:pt x="21600" y="14764"/>
                  </a:cubicBezTo>
                  <a:cubicBezTo>
                    <a:pt x="21600" y="20281"/>
                    <a:pt x="19488" y="25590"/>
                    <a:pt x="15697" y="29600"/>
                  </a:cubicBezTo>
                  <a:lnTo>
                    <a:pt x="0" y="14764"/>
                  </a:lnTo>
                  <a:close/>
                </a:path>
              </a:pathLst>
            </a:cu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9" name="Arc 40">
              <a:extLst>
                <a:ext uri="{FF2B5EF4-FFF2-40B4-BE49-F238E27FC236}">
                  <a16:creationId xmlns:a16="http://schemas.microsoft.com/office/drawing/2014/main" id="{9C26B9BE-2AE4-49C9-BE39-4D60B936384F}"/>
                </a:ext>
              </a:extLst>
            </p:cNvPr>
            <p:cNvSpPr>
              <a:spLocks/>
            </p:cNvSpPr>
            <p:nvPr/>
          </p:nvSpPr>
          <p:spPr bwMode="auto">
            <a:xfrm>
              <a:off x="5003800" y="5084763"/>
              <a:ext cx="1879600" cy="1408112"/>
            </a:xfrm>
            <a:custGeom>
              <a:avLst/>
              <a:gdLst>
                <a:gd name="G0" fmla="+- 0 0 0"/>
                <a:gd name="G1" fmla="+- 0 0 0"/>
                <a:gd name="G2" fmla="+- 21600 0 0"/>
                <a:gd name="T0" fmla="*/ 20134 w 20134"/>
                <a:gd name="T1" fmla="*/ 7822 h 15115"/>
                <a:gd name="T2" fmla="*/ 15430 w 20134"/>
                <a:gd name="T3" fmla="*/ 15115 h 15115"/>
                <a:gd name="T4" fmla="*/ 0 w 20134"/>
                <a:gd name="T5" fmla="*/ 0 h 15115"/>
              </a:gdLst>
              <a:ahLst/>
              <a:cxnLst>
                <a:cxn ang="0">
                  <a:pos x="T0" y="T1"/>
                </a:cxn>
                <a:cxn ang="0">
                  <a:pos x="T2" y="T3"/>
                </a:cxn>
                <a:cxn ang="0">
                  <a:pos x="T4" y="T5"/>
                </a:cxn>
              </a:cxnLst>
              <a:rect l="0" t="0" r="r" b="b"/>
              <a:pathLst>
                <a:path w="20134" h="15115" fill="none" extrusionOk="0">
                  <a:moveTo>
                    <a:pt x="20133" y="7821"/>
                  </a:moveTo>
                  <a:cubicBezTo>
                    <a:pt x="19075" y="10546"/>
                    <a:pt x="17475" y="13027"/>
                    <a:pt x="15430" y="15115"/>
                  </a:cubicBezTo>
                </a:path>
                <a:path w="20134" h="15115" stroke="0" extrusionOk="0">
                  <a:moveTo>
                    <a:pt x="20133" y="7821"/>
                  </a:moveTo>
                  <a:cubicBezTo>
                    <a:pt x="19075" y="10546"/>
                    <a:pt x="17475" y="13027"/>
                    <a:pt x="15430" y="15115"/>
                  </a:cubicBezTo>
                  <a:lnTo>
                    <a:pt x="0" y="0"/>
                  </a:lnTo>
                  <a:close/>
                </a:path>
              </a:pathLst>
            </a:custGeom>
            <a:noFill/>
            <a:ln w="28575">
              <a:solidFill>
                <a:srgbClr val="FF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0" name="Line 44">
              <a:extLst>
                <a:ext uri="{FF2B5EF4-FFF2-40B4-BE49-F238E27FC236}">
                  <a16:creationId xmlns:a16="http://schemas.microsoft.com/office/drawing/2014/main" id="{8E66CA36-911E-455A-876C-47F1EE7DC262}"/>
                </a:ext>
              </a:extLst>
            </p:cNvPr>
            <p:cNvSpPr>
              <a:spLocks noChangeShapeType="1"/>
            </p:cNvSpPr>
            <p:nvPr/>
          </p:nvSpPr>
          <p:spPr bwMode="auto">
            <a:xfrm flipV="1">
              <a:off x="6877050" y="4365625"/>
              <a:ext cx="574675" cy="35877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1" name="Line 45">
              <a:extLst>
                <a:ext uri="{FF2B5EF4-FFF2-40B4-BE49-F238E27FC236}">
                  <a16:creationId xmlns:a16="http://schemas.microsoft.com/office/drawing/2014/main" id="{20779AEB-C11A-4D71-89D3-0A15DD463E6B}"/>
                </a:ext>
              </a:extLst>
            </p:cNvPr>
            <p:cNvSpPr>
              <a:spLocks noChangeShapeType="1"/>
            </p:cNvSpPr>
            <p:nvPr/>
          </p:nvSpPr>
          <p:spPr bwMode="auto">
            <a:xfrm flipV="1">
              <a:off x="6877050" y="4365625"/>
              <a:ext cx="574675" cy="14398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2" name="Text Box 46">
              <a:extLst>
                <a:ext uri="{FF2B5EF4-FFF2-40B4-BE49-F238E27FC236}">
                  <a16:creationId xmlns:a16="http://schemas.microsoft.com/office/drawing/2014/main" id="{61F19152-8964-4A38-83DF-1778BCF8575B}"/>
                </a:ext>
              </a:extLst>
            </p:cNvPr>
            <p:cNvSpPr txBox="1">
              <a:spLocks noChangeArrowheads="1"/>
            </p:cNvSpPr>
            <p:nvPr/>
          </p:nvSpPr>
          <p:spPr bwMode="auto">
            <a:xfrm>
              <a:off x="7164389" y="3998913"/>
              <a:ext cx="1583600" cy="505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不同相位</a:t>
              </a:r>
            </a:p>
          </p:txBody>
        </p:sp>
      </p:grpSp>
      <p:sp>
        <p:nvSpPr>
          <p:cNvPr id="53" name="文本框 52">
            <a:extLst>
              <a:ext uri="{FF2B5EF4-FFF2-40B4-BE49-F238E27FC236}">
                <a16:creationId xmlns:a16="http://schemas.microsoft.com/office/drawing/2014/main" id="{5D450841-E1B3-4260-9740-D274F2E44883}"/>
              </a:ext>
            </a:extLst>
          </p:cNvPr>
          <p:cNvSpPr txBox="1"/>
          <p:nvPr/>
        </p:nvSpPr>
        <p:spPr>
          <a:xfrm>
            <a:off x="401737" y="5713466"/>
            <a:ext cx="5134739" cy="461665"/>
          </a:xfrm>
          <a:prstGeom prst="rect">
            <a:avLst/>
          </a:prstGeom>
          <a:noFill/>
        </p:spPr>
        <p:txBody>
          <a:bodyPr wrap="none" rtlCol="0">
            <a:spAutoFit/>
          </a:bodyPr>
          <a:lstStyle/>
          <a:p>
            <a:r>
              <a:rPr lang="zh-CN" altLang="en-US" sz="2400" b="1" dirty="0">
                <a:solidFill>
                  <a:srgbClr val="0000CC"/>
                </a:solidFill>
                <a:latin typeface="黑体" panose="02010609060101010101" pitchFamily="49" charset="-122"/>
                <a:ea typeface="黑体" panose="02010609060101010101" pitchFamily="49" charset="-122"/>
              </a:rPr>
              <a:t>特点：波前上的两部分相位差固定。</a:t>
            </a:r>
          </a:p>
        </p:txBody>
      </p:sp>
    </p:spTree>
    <p:extLst>
      <p:ext uri="{BB962C8B-B14F-4D97-AF65-F5344CB8AC3E}">
        <p14:creationId xmlns:p14="http://schemas.microsoft.com/office/powerpoint/2010/main" val="2500422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84C55A74-B34C-43E5-9ABD-9D85A57626A9}"/>
              </a:ext>
            </a:extLst>
          </p:cNvPr>
          <p:cNvSpPr txBox="1">
            <a:spLocks noChangeArrowheads="1"/>
          </p:cNvSpPr>
          <p:nvPr/>
        </p:nvSpPr>
        <p:spPr bwMode="invGray">
          <a:xfrm>
            <a:off x="183977" y="192718"/>
            <a:ext cx="5015617" cy="4766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dirty="0">
                <a:solidFill>
                  <a:srgbClr val="FF0000"/>
                </a:solidFill>
                <a:latin typeface="黑体" panose="02010609060101010101" pitchFamily="49" charset="-122"/>
                <a:ea typeface="黑体" panose="02010609060101010101" pitchFamily="49" charset="-122"/>
                <a:cs typeface="Times New Roman" pitchFamily="18" charset="0"/>
              </a:rPr>
              <a:t>（</a:t>
            </a:r>
            <a:r>
              <a:rPr lang="en-US" altLang="zh-CN" sz="2400" dirty="0">
                <a:solidFill>
                  <a:srgbClr val="FF0000"/>
                </a:solidFill>
                <a:latin typeface="黑体" panose="02010609060101010101" pitchFamily="49" charset="-122"/>
                <a:ea typeface="黑体" panose="02010609060101010101" pitchFamily="49" charset="-122"/>
                <a:cs typeface="Times New Roman" pitchFamily="18" charset="0"/>
              </a:rPr>
              <a:t>1</a:t>
            </a:r>
            <a:r>
              <a:rPr lang="zh-CN" altLang="en-US" sz="2400" dirty="0">
                <a:solidFill>
                  <a:srgbClr val="FF0000"/>
                </a:solidFill>
                <a:latin typeface="黑体" panose="02010609060101010101" pitchFamily="49" charset="-122"/>
                <a:ea typeface="黑体" panose="02010609060101010101" pitchFamily="49" charset="-122"/>
                <a:cs typeface="Times New Roman" pitchFamily="18" charset="0"/>
              </a:rPr>
              <a:t>）菲涅耳（</a:t>
            </a:r>
            <a:r>
              <a:rPr lang="en-US" altLang="zh-CN"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Fresnel </a:t>
            </a:r>
            <a:r>
              <a:rPr lang="zh-CN" altLang="en-US"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）双面镜</a:t>
            </a:r>
            <a:endParaRPr lang="en-US" altLang="zh-CN" sz="240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Freeform 130" descr="浅色下对角线">
            <a:extLst>
              <a:ext uri="{FF2B5EF4-FFF2-40B4-BE49-F238E27FC236}">
                <a16:creationId xmlns:a16="http://schemas.microsoft.com/office/drawing/2014/main" id="{FA2D63A3-8A6D-4921-93D5-378608A26CAC}"/>
              </a:ext>
            </a:extLst>
          </p:cNvPr>
          <p:cNvSpPr>
            <a:spLocks/>
          </p:cNvSpPr>
          <p:nvPr/>
        </p:nvSpPr>
        <p:spPr bwMode="auto">
          <a:xfrm>
            <a:off x="2050580" y="1364462"/>
            <a:ext cx="5189538" cy="3889375"/>
          </a:xfrm>
          <a:custGeom>
            <a:avLst/>
            <a:gdLst>
              <a:gd name="T0" fmla="*/ 0 w 3269"/>
              <a:gd name="T1" fmla="*/ 1006 h 2450"/>
              <a:gd name="T2" fmla="*/ 3269 w 3269"/>
              <a:gd name="T3" fmla="*/ 0 h 2450"/>
              <a:gd name="T4" fmla="*/ 3269 w 3269"/>
              <a:gd name="T5" fmla="*/ 2450 h 2450"/>
              <a:gd name="T6" fmla="*/ 366 w 3269"/>
              <a:gd name="T7" fmla="*/ 1407 h 2450"/>
              <a:gd name="T8" fmla="*/ 0 w 3269"/>
              <a:gd name="T9" fmla="*/ 1006 h 2450"/>
            </a:gdLst>
            <a:ahLst/>
            <a:cxnLst>
              <a:cxn ang="0">
                <a:pos x="T0" y="T1"/>
              </a:cxn>
              <a:cxn ang="0">
                <a:pos x="T2" y="T3"/>
              </a:cxn>
              <a:cxn ang="0">
                <a:pos x="T4" y="T5"/>
              </a:cxn>
              <a:cxn ang="0">
                <a:pos x="T6" y="T7"/>
              </a:cxn>
              <a:cxn ang="0">
                <a:pos x="T8" y="T9"/>
              </a:cxn>
            </a:cxnLst>
            <a:rect l="0" t="0" r="r" b="b"/>
            <a:pathLst>
              <a:path w="3269" h="2450">
                <a:moveTo>
                  <a:pt x="0" y="1006"/>
                </a:moveTo>
                <a:lnTo>
                  <a:pt x="3269" y="0"/>
                </a:lnTo>
                <a:lnTo>
                  <a:pt x="3269" y="2450"/>
                </a:lnTo>
                <a:lnTo>
                  <a:pt x="366" y="1407"/>
                </a:lnTo>
                <a:lnTo>
                  <a:pt x="0" y="1006"/>
                </a:lnTo>
                <a:close/>
              </a:path>
            </a:pathLst>
          </a:custGeom>
          <a:pattFill prst="ltDnDiag">
            <a:fgClr>
              <a:srgbClr val="FF0000"/>
            </a:fgClr>
            <a:bgClr>
              <a:sysClr val="window" lastClr="FFFFFF"/>
            </a:bgClr>
          </a:patt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 name="Freeform 132" descr="浅色上对角线">
            <a:extLst>
              <a:ext uri="{FF2B5EF4-FFF2-40B4-BE49-F238E27FC236}">
                <a16:creationId xmlns:a16="http://schemas.microsoft.com/office/drawing/2014/main" id="{DE33DD7B-EA2B-45ED-B0DC-36DA573FDEDB}"/>
              </a:ext>
            </a:extLst>
          </p:cNvPr>
          <p:cNvSpPr>
            <a:spLocks/>
          </p:cNvSpPr>
          <p:nvPr/>
        </p:nvSpPr>
        <p:spPr bwMode="auto">
          <a:xfrm>
            <a:off x="2591918" y="1869287"/>
            <a:ext cx="4648200" cy="3024187"/>
          </a:xfrm>
          <a:custGeom>
            <a:avLst/>
            <a:gdLst>
              <a:gd name="T0" fmla="*/ 0 w 2928"/>
              <a:gd name="T1" fmla="*/ 1072 h 1905"/>
              <a:gd name="T2" fmla="*/ 1113 w 2928"/>
              <a:gd name="T3" fmla="*/ 1587 h 1905"/>
              <a:gd name="T4" fmla="*/ 2928 w 2928"/>
              <a:gd name="T5" fmla="*/ 1905 h 1905"/>
              <a:gd name="T6" fmla="*/ 2928 w 2928"/>
              <a:gd name="T7" fmla="*/ 0 h 1905"/>
              <a:gd name="T8" fmla="*/ 0 w 2928"/>
              <a:gd name="T9" fmla="*/ 1072 h 1905"/>
            </a:gdLst>
            <a:ahLst/>
            <a:cxnLst>
              <a:cxn ang="0">
                <a:pos x="T0" y="T1"/>
              </a:cxn>
              <a:cxn ang="0">
                <a:pos x="T2" y="T3"/>
              </a:cxn>
              <a:cxn ang="0">
                <a:pos x="T4" y="T5"/>
              </a:cxn>
              <a:cxn ang="0">
                <a:pos x="T6" y="T7"/>
              </a:cxn>
              <a:cxn ang="0">
                <a:pos x="T8" y="T9"/>
              </a:cxn>
            </a:cxnLst>
            <a:rect l="0" t="0" r="r" b="b"/>
            <a:pathLst>
              <a:path w="2928" h="1905">
                <a:moveTo>
                  <a:pt x="0" y="1072"/>
                </a:moveTo>
                <a:lnTo>
                  <a:pt x="1113" y="1587"/>
                </a:lnTo>
                <a:lnTo>
                  <a:pt x="2928" y="1905"/>
                </a:lnTo>
                <a:lnTo>
                  <a:pt x="2928" y="0"/>
                </a:lnTo>
                <a:lnTo>
                  <a:pt x="0" y="1072"/>
                </a:lnTo>
                <a:close/>
              </a:path>
            </a:pathLst>
          </a:custGeom>
          <a:pattFill prst="ltUpDiag">
            <a:fgClr>
              <a:srgbClr val="C0504D"/>
            </a:fgClr>
            <a:bgClr>
              <a:sysClr val="window" lastClr="FFFFFF"/>
            </a:bgClr>
          </a:patt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 name="Line 107">
            <a:extLst>
              <a:ext uri="{FF2B5EF4-FFF2-40B4-BE49-F238E27FC236}">
                <a16:creationId xmlns:a16="http://schemas.microsoft.com/office/drawing/2014/main" id="{628D490C-C3E3-48F4-AC1A-54EC0D53EAE7}"/>
              </a:ext>
            </a:extLst>
          </p:cNvPr>
          <p:cNvSpPr>
            <a:spLocks noChangeShapeType="1"/>
          </p:cNvSpPr>
          <p:nvPr/>
        </p:nvSpPr>
        <p:spPr bwMode="auto">
          <a:xfrm flipH="1" flipV="1">
            <a:off x="2342680" y="2229649"/>
            <a:ext cx="2016125" cy="215900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6" name="Line 5">
            <a:extLst>
              <a:ext uri="{FF2B5EF4-FFF2-40B4-BE49-F238E27FC236}">
                <a16:creationId xmlns:a16="http://schemas.microsoft.com/office/drawing/2014/main" id="{95B5D5BE-EEC1-4299-AE3B-8A7D69F3258A}"/>
              </a:ext>
            </a:extLst>
          </p:cNvPr>
          <p:cNvSpPr>
            <a:spLocks noChangeShapeType="1"/>
          </p:cNvSpPr>
          <p:nvPr/>
        </p:nvSpPr>
        <p:spPr bwMode="auto">
          <a:xfrm>
            <a:off x="975843" y="3569499"/>
            <a:ext cx="6264275"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7" name="Object 66">
            <a:extLst>
              <a:ext uri="{FF2B5EF4-FFF2-40B4-BE49-F238E27FC236}">
                <a16:creationId xmlns:a16="http://schemas.microsoft.com/office/drawing/2014/main" id="{B9CD63CB-5632-4169-B6FF-1953B5A6F82B}"/>
              </a:ext>
            </a:extLst>
          </p:cNvPr>
          <p:cNvGraphicFramePr>
            <a:graphicFrameLocks noChangeAspect="1"/>
          </p:cNvGraphicFramePr>
          <p:nvPr>
            <p:extLst>
              <p:ext uri="{D42A27DB-BD31-4B8C-83A1-F6EECF244321}">
                <p14:modId xmlns:p14="http://schemas.microsoft.com/office/powerpoint/2010/main" val="3635486011"/>
              </p:ext>
            </p:extLst>
          </p:nvPr>
        </p:nvGraphicFramePr>
        <p:xfrm>
          <a:off x="1047280" y="2445549"/>
          <a:ext cx="328613" cy="360363"/>
        </p:xfrm>
        <a:graphic>
          <a:graphicData uri="http://schemas.openxmlformats.org/presentationml/2006/ole">
            <mc:AlternateContent xmlns:mc="http://schemas.openxmlformats.org/markup-compatibility/2006">
              <mc:Choice xmlns:v="urn:schemas-microsoft-com:vml" Requires="v">
                <p:oleObj name="Equation" r:id="rId2" imgW="126720" imgH="139680" progId="Equation.DSMT4">
                  <p:embed/>
                </p:oleObj>
              </mc:Choice>
              <mc:Fallback>
                <p:oleObj name="Equation" r:id="rId2" imgW="126720" imgH="139680" progId="Equation.DSMT4">
                  <p:embed/>
                  <p:pic>
                    <p:nvPicPr>
                      <p:cNvPr id="12" name="Object 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80" y="2445549"/>
                        <a:ext cx="328613"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9">
            <a:extLst>
              <a:ext uri="{FF2B5EF4-FFF2-40B4-BE49-F238E27FC236}">
                <a16:creationId xmlns:a16="http://schemas.microsoft.com/office/drawing/2014/main" id="{6AC1CDDA-C263-44A0-A8A1-429F3A372C75}"/>
              </a:ext>
            </a:extLst>
          </p:cNvPr>
          <p:cNvGraphicFramePr>
            <a:graphicFrameLocks noChangeAspect="1"/>
          </p:cNvGraphicFramePr>
          <p:nvPr>
            <p:extLst>
              <p:ext uri="{D42A27DB-BD31-4B8C-83A1-F6EECF244321}">
                <p14:modId xmlns:p14="http://schemas.microsoft.com/office/powerpoint/2010/main" val="804992132"/>
              </p:ext>
            </p:extLst>
          </p:nvPr>
        </p:nvGraphicFramePr>
        <p:xfrm>
          <a:off x="1079030" y="1902624"/>
          <a:ext cx="471488" cy="469900"/>
        </p:xfrm>
        <a:graphic>
          <a:graphicData uri="http://schemas.openxmlformats.org/presentationml/2006/ole">
            <mc:AlternateContent xmlns:mc="http://schemas.openxmlformats.org/markup-compatibility/2006">
              <mc:Choice xmlns:v="urn:schemas-microsoft-com:vml" Requires="v">
                <p:oleObj name="Equation" r:id="rId4" imgW="228600" imgH="228600" progId="Equation.DSMT4">
                  <p:embed/>
                </p:oleObj>
              </mc:Choice>
              <mc:Fallback>
                <p:oleObj name="Equation" r:id="rId4" imgW="228600" imgH="228600" progId="Equation.DSMT4">
                  <p:embed/>
                  <p:pic>
                    <p:nvPicPr>
                      <p:cNvPr id="13" name="Object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030" y="1902624"/>
                        <a:ext cx="471488"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70">
            <a:extLst>
              <a:ext uri="{FF2B5EF4-FFF2-40B4-BE49-F238E27FC236}">
                <a16:creationId xmlns:a16="http://schemas.microsoft.com/office/drawing/2014/main" id="{B615297D-A725-4DFE-89E0-8AF3ADE5544A}"/>
              </a:ext>
            </a:extLst>
          </p:cNvPr>
          <p:cNvGraphicFramePr>
            <a:graphicFrameLocks noChangeAspect="1"/>
          </p:cNvGraphicFramePr>
          <p:nvPr>
            <p:extLst>
              <p:ext uri="{D42A27DB-BD31-4B8C-83A1-F6EECF244321}">
                <p14:modId xmlns:p14="http://schemas.microsoft.com/office/powerpoint/2010/main" val="4150735696"/>
              </p:ext>
            </p:extLst>
          </p:nvPr>
        </p:nvGraphicFramePr>
        <p:xfrm>
          <a:off x="3934943" y="4388649"/>
          <a:ext cx="496887" cy="469900"/>
        </p:xfrm>
        <a:graphic>
          <a:graphicData uri="http://schemas.openxmlformats.org/presentationml/2006/ole">
            <mc:AlternateContent xmlns:mc="http://schemas.openxmlformats.org/markup-compatibility/2006">
              <mc:Choice xmlns:v="urn:schemas-microsoft-com:vml" Requires="v">
                <p:oleObj name="Equation" r:id="rId6" imgW="241200" imgH="228600" progId="Equation.DSMT4">
                  <p:embed/>
                </p:oleObj>
              </mc:Choice>
              <mc:Fallback>
                <p:oleObj name="Equation" r:id="rId6" imgW="241200" imgH="228600" progId="Equation.DSMT4">
                  <p:embed/>
                  <p:pic>
                    <p:nvPicPr>
                      <p:cNvPr id="14" name="Object 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4943" y="4388649"/>
                        <a:ext cx="496887"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71">
            <a:extLst>
              <a:ext uri="{FF2B5EF4-FFF2-40B4-BE49-F238E27FC236}">
                <a16:creationId xmlns:a16="http://schemas.microsoft.com/office/drawing/2014/main" id="{3E48220B-AC11-4993-AEA8-A8F099A3A936}"/>
              </a:ext>
            </a:extLst>
          </p:cNvPr>
          <p:cNvGraphicFramePr>
            <a:graphicFrameLocks noChangeAspect="1"/>
          </p:cNvGraphicFramePr>
          <p:nvPr>
            <p:extLst>
              <p:ext uri="{D42A27DB-BD31-4B8C-83A1-F6EECF244321}">
                <p14:modId xmlns:p14="http://schemas.microsoft.com/office/powerpoint/2010/main" val="2280429858"/>
              </p:ext>
            </p:extLst>
          </p:nvPr>
        </p:nvGraphicFramePr>
        <p:xfrm>
          <a:off x="975843" y="2877349"/>
          <a:ext cx="339725" cy="469900"/>
        </p:xfrm>
        <a:graphic>
          <a:graphicData uri="http://schemas.openxmlformats.org/presentationml/2006/ole">
            <mc:AlternateContent xmlns:mc="http://schemas.openxmlformats.org/markup-compatibility/2006">
              <mc:Choice xmlns:v="urn:schemas-microsoft-com:vml" Requires="v">
                <p:oleObj name="Equation" r:id="rId8" imgW="164880" imgH="228600" progId="Equation.DSMT4">
                  <p:embed/>
                </p:oleObj>
              </mc:Choice>
              <mc:Fallback>
                <p:oleObj name="Equation" r:id="rId8" imgW="164880" imgH="228600" progId="Equation.DSMT4">
                  <p:embed/>
                  <p:pic>
                    <p:nvPicPr>
                      <p:cNvPr id="15" name="Object 7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5843" y="2877349"/>
                        <a:ext cx="339725"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72">
            <a:extLst>
              <a:ext uri="{FF2B5EF4-FFF2-40B4-BE49-F238E27FC236}">
                <a16:creationId xmlns:a16="http://schemas.microsoft.com/office/drawing/2014/main" id="{7065FF89-7235-45CD-93F2-0EE7920959B8}"/>
              </a:ext>
            </a:extLst>
          </p:cNvPr>
          <p:cNvGraphicFramePr>
            <a:graphicFrameLocks noChangeAspect="1"/>
          </p:cNvGraphicFramePr>
          <p:nvPr>
            <p:extLst>
              <p:ext uri="{D42A27DB-BD31-4B8C-83A1-F6EECF244321}">
                <p14:modId xmlns:p14="http://schemas.microsoft.com/office/powerpoint/2010/main" val="1443165315"/>
              </p:ext>
            </p:extLst>
          </p:nvPr>
        </p:nvGraphicFramePr>
        <p:xfrm>
          <a:off x="967905" y="3813974"/>
          <a:ext cx="366713" cy="469900"/>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17" name="Object 7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7905" y="3813974"/>
                        <a:ext cx="366713"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73">
            <a:extLst>
              <a:ext uri="{FF2B5EF4-FFF2-40B4-BE49-F238E27FC236}">
                <a16:creationId xmlns:a16="http://schemas.microsoft.com/office/drawing/2014/main" id="{BEC22274-FBD4-498B-99AB-41C490E67B63}"/>
              </a:ext>
            </a:extLst>
          </p:cNvPr>
          <p:cNvGraphicFramePr>
            <a:graphicFrameLocks noChangeAspect="1"/>
          </p:cNvGraphicFramePr>
          <p:nvPr>
            <p:extLst>
              <p:ext uri="{D42A27DB-BD31-4B8C-83A1-F6EECF244321}">
                <p14:modId xmlns:p14="http://schemas.microsoft.com/office/powerpoint/2010/main" val="3878053037"/>
              </p:ext>
            </p:extLst>
          </p:nvPr>
        </p:nvGraphicFramePr>
        <p:xfrm>
          <a:off x="1983905" y="1805787"/>
          <a:ext cx="288925" cy="365125"/>
        </p:xfrm>
        <a:graphic>
          <a:graphicData uri="http://schemas.openxmlformats.org/presentationml/2006/ole">
            <mc:AlternateContent xmlns:mc="http://schemas.openxmlformats.org/markup-compatibility/2006">
              <mc:Choice xmlns:v="urn:schemas-microsoft-com:vml" Requires="v">
                <p:oleObj name="Equation" r:id="rId12" imgW="139680" imgH="177480" progId="Equation.DSMT4">
                  <p:embed/>
                </p:oleObj>
              </mc:Choice>
              <mc:Fallback>
                <p:oleObj name="Equation" r:id="rId12" imgW="139680" imgH="177480" progId="Equation.DSMT4">
                  <p:embed/>
                  <p:pic>
                    <p:nvPicPr>
                      <p:cNvPr id="18" name="Object 7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83905" y="1805787"/>
                        <a:ext cx="2889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Line 74">
            <a:extLst>
              <a:ext uri="{FF2B5EF4-FFF2-40B4-BE49-F238E27FC236}">
                <a16:creationId xmlns:a16="http://schemas.microsoft.com/office/drawing/2014/main" id="{0FC9F493-CA8B-4390-93DF-EF7833754C99}"/>
              </a:ext>
            </a:extLst>
          </p:cNvPr>
          <p:cNvSpPr>
            <a:spLocks noChangeShapeType="1"/>
          </p:cNvSpPr>
          <p:nvPr/>
        </p:nvSpPr>
        <p:spPr bwMode="auto">
          <a:xfrm>
            <a:off x="7240118" y="1146974"/>
            <a:ext cx="0" cy="44672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81">
            <a:extLst>
              <a:ext uri="{FF2B5EF4-FFF2-40B4-BE49-F238E27FC236}">
                <a16:creationId xmlns:a16="http://schemas.microsoft.com/office/drawing/2014/main" id="{C8754BE9-C88D-4329-9EF6-8B07FC85F01B}"/>
              </a:ext>
            </a:extLst>
          </p:cNvPr>
          <p:cNvSpPr>
            <a:spLocks noChangeShapeType="1"/>
          </p:cNvSpPr>
          <p:nvPr/>
        </p:nvSpPr>
        <p:spPr bwMode="auto">
          <a:xfrm flipV="1">
            <a:off x="2055343" y="1364462"/>
            <a:ext cx="5184775" cy="15843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5" name="Line 82">
            <a:extLst>
              <a:ext uri="{FF2B5EF4-FFF2-40B4-BE49-F238E27FC236}">
                <a16:creationId xmlns:a16="http://schemas.microsoft.com/office/drawing/2014/main" id="{99826D73-6FD5-4185-8898-640905A4F48A}"/>
              </a:ext>
            </a:extLst>
          </p:cNvPr>
          <p:cNvSpPr>
            <a:spLocks noChangeShapeType="1"/>
          </p:cNvSpPr>
          <p:nvPr/>
        </p:nvSpPr>
        <p:spPr bwMode="auto">
          <a:xfrm flipV="1">
            <a:off x="2631605" y="1883574"/>
            <a:ext cx="4608513" cy="1655763"/>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6" name="Line 83">
            <a:extLst>
              <a:ext uri="{FF2B5EF4-FFF2-40B4-BE49-F238E27FC236}">
                <a16:creationId xmlns:a16="http://schemas.microsoft.com/office/drawing/2014/main" id="{3F5F072A-6867-42AF-BC7A-ED53DD6E18F4}"/>
              </a:ext>
            </a:extLst>
          </p:cNvPr>
          <p:cNvSpPr>
            <a:spLocks noChangeShapeType="1"/>
          </p:cNvSpPr>
          <p:nvPr/>
        </p:nvSpPr>
        <p:spPr bwMode="auto">
          <a:xfrm>
            <a:off x="2631605" y="3596487"/>
            <a:ext cx="4608513" cy="165735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7" name="Line 85">
            <a:extLst>
              <a:ext uri="{FF2B5EF4-FFF2-40B4-BE49-F238E27FC236}">
                <a16:creationId xmlns:a16="http://schemas.microsoft.com/office/drawing/2014/main" id="{719F0B35-B534-4933-84DB-AAD69739CAA9}"/>
              </a:ext>
            </a:extLst>
          </p:cNvPr>
          <p:cNvSpPr>
            <a:spLocks noChangeShapeType="1"/>
          </p:cNvSpPr>
          <p:nvPr/>
        </p:nvSpPr>
        <p:spPr bwMode="auto">
          <a:xfrm>
            <a:off x="4358805" y="4388649"/>
            <a:ext cx="2881313"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8" name="Line 88">
            <a:extLst>
              <a:ext uri="{FF2B5EF4-FFF2-40B4-BE49-F238E27FC236}">
                <a16:creationId xmlns:a16="http://schemas.microsoft.com/office/drawing/2014/main" id="{DB22D70A-3ABD-4233-ABE7-3BE1C6977450}"/>
              </a:ext>
            </a:extLst>
          </p:cNvPr>
          <p:cNvSpPr>
            <a:spLocks noChangeShapeType="1"/>
          </p:cNvSpPr>
          <p:nvPr/>
        </p:nvSpPr>
        <p:spPr bwMode="auto">
          <a:xfrm>
            <a:off x="5625630" y="4604549"/>
            <a:ext cx="433388" cy="73025"/>
          </a:xfrm>
          <a:prstGeom prst="line">
            <a:avLst/>
          </a:prstGeom>
          <a:noFill/>
          <a:ln w="952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9" name="Line 89">
            <a:extLst>
              <a:ext uri="{FF2B5EF4-FFF2-40B4-BE49-F238E27FC236}">
                <a16:creationId xmlns:a16="http://schemas.microsoft.com/office/drawing/2014/main" id="{CF540146-2899-4FFA-B20F-01A18EEDCB22}"/>
              </a:ext>
            </a:extLst>
          </p:cNvPr>
          <p:cNvSpPr>
            <a:spLocks noChangeShapeType="1"/>
          </p:cNvSpPr>
          <p:nvPr/>
        </p:nvSpPr>
        <p:spPr bwMode="auto">
          <a:xfrm>
            <a:off x="4560418" y="4288637"/>
            <a:ext cx="576262" cy="215900"/>
          </a:xfrm>
          <a:prstGeom prst="line">
            <a:avLst/>
          </a:prstGeom>
          <a:noFill/>
          <a:ln w="95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0" name="Line 77">
            <a:extLst>
              <a:ext uri="{FF2B5EF4-FFF2-40B4-BE49-F238E27FC236}">
                <a16:creationId xmlns:a16="http://schemas.microsoft.com/office/drawing/2014/main" id="{561CC9EE-9272-459C-84D7-FAB903768B9F}"/>
              </a:ext>
            </a:extLst>
          </p:cNvPr>
          <p:cNvSpPr>
            <a:spLocks noChangeShapeType="1"/>
          </p:cNvSpPr>
          <p:nvPr/>
        </p:nvSpPr>
        <p:spPr bwMode="auto">
          <a:xfrm rot="21233228">
            <a:off x="1406055" y="3088487"/>
            <a:ext cx="1162050" cy="574675"/>
          </a:xfrm>
          <a:prstGeom prst="line">
            <a:avLst/>
          </a:prstGeom>
          <a:noFill/>
          <a:ln w="9525">
            <a:solidFill>
              <a:sysClr val="windowText" lastClr="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Arc 96">
            <a:extLst>
              <a:ext uri="{FF2B5EF4-FFF2-40B4-BE49-F238E27FC236}">
                <a16:creationId xmlns:a16="http://schemas.microsoft.com/office/drawing/2014/main" id="{A83E8894-57BD-4667-AE43-5C452C1BF344}"/>
              </a:ext>
            </a:extLst>
          </p:cNvPr>
          <p:cNvSpPr>
            <a:spLocks/>
          </p:cNvSpPr>
          <p:nvPr/>
        </p:nvSpPr>
        <p:spPr bwMode="auto">
          <a:xfrm rot="15010181">
            <a:off x="1305249" y="2667006"/>
            <a:ext cx="573087" cy="482600"/>
          </a:xfrm>
          <a:custGeom>
            <a:avLst/>
            <a:gdLst>
              <a:gd name="G0" fmla="+- 0 0 0"/>
              <a:gd name="G1" fmla="+- 17897 0 0"/>
              <a:gd name="G2" fmla="+- 21600 0 0"/>
              <a:gd name="T0" fmla="*/ 12093 w 21250"/>
              <a:gd name="T1" fmla="*/ 0 h 17897"/>
              <a:gd name="T2" fmla="*/ 21250 w 21250"/>
              <a:gd name="T3" fmla="*/ 14026 h 17897"/>
              <a:gd name="T4" fmla="*/ 0 w 21250"/>
              <a:gd name="T5" fmla="*/ 17897 h 17897"/>
            </a:gdLst>
            <a:ahLst/>
            <a:cxnLst>
              <a:cxn ang="0">
                <a:pos x="T0" y="T1"/>
              </a:cxn>
              <a:cxn ang="0">
                <a:pos x="T2" y="T3"/>
              </a:cxn>
              <a:cxn ang="0">
                <a:pos x="T4" y="T5"/>
              </a:cxn>
            </a:cxnLst>
            <a:rect l="0" t="0" r="r" b="b"/>
            <a:pathLst>
              <a:path w="21250" h="17897" fill="none" extrusionOk="0">
                <a:moveTo>
                  <a:pt x="12093" y="-1"/>
                </a:moveTo>
                <a:cubicBezTo>
                  <a:pt x="16908" y="3253"/>
                  <a:pt x="20208" y="8309"/>
                  <a:pt x="21250" y="14025"/>
                </a:cubicBezTo>
              </a:path>
              <a:path w="21250" h="17897" stroke="0" extrusionOk="0">
                <a:moveTo>
                  <a:pt x="12093" y="-1"/>
                </a:moveTo>
                <a:cubicBezTo>
                  <a:pt x="16908" y="3253"/>
                  <a:pt x="20208" y="8309"/>
                  <a:pt x="21250" y="14025"/>
                </a:cubicBezTo>
                <a:lnTo>
                  <a:pt x="0" y="17897"/>
                </a:lnTo>
                <a:close/>
              </a:path>
            </a:pathLst>
          </a:custGeom>
          <a:noFill/>
          <a:ln w="9525">
            <a:solidFill>
              <a:srgbClr val="33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22" name="Oval 64">
            <a:extLst>
              <a:ext uri="{FF2B5EF4-FFF2-40B4-BE49-F238E27FC236}">
                <a16:creationId xmlns:a16="http://schemas.microsoft.com/office/drawing/2014/main" id="{1DDF9916-FC07-433C-BF77-F652613935F8}"/>
              </a:ext>
            </a:extLst>
          </p:cNvPr>
          <p:cNvSpPr>
            <a:spLocks noChangeArrowheads="1"/>
          </p:cNvSpPr>
          <p:nvPr/>
        </p:nvSpPr>
        <p:spPr bwMode="auto">
          <a:xfrm rot="165251">
            <a:off x="1312393" y="3080549"/>
            <a:ext cx="142875" cy="142875"/>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23" name="Line 98">
            <a:extLst>
              <a:ext uri="{FF2B5EF4-FFF2-40B4-BE49-F238E27FC236}">
                <a16:creationId xmlns:a16="http://schemas.microsoft.com/office/drawing/2014/main" id="{9CECFF0D-2A96-4ADF-9654-C358DC12AAC8}"/>
              </a:ext>
            </a:extLst>
          </p:cNvPr>
          <p:cNvSpPr>
            <a:spLocks noChangeShapeType="1"/>
          </p:cNvSpPr>
          <p:nvPr/>
        </p:nvSpPr>
        <p:spPr bwMode="auto">
          <a:xfrm rot="21233228" flipH="1">
            <a:off x="1337793" y="2247112"/>
            <a:ext cx="1006475" cy="866775"/>
          </a:xfrm>
          <a:prstGeom prst="line">
            <a:avLst/>
          </a:prstGeom>
          <a:noFill/>
          <a:ln w="95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4" name="Line 31">
            <a:extLst>
              <a:ext uri="{FF2B5EF4-FFF2-40B4-BE49-F238E27FC236}">
                <a16:creationId xmlns:a16="http://schemas.microsoft.com/office/drawing/2014/main" id="{97A0E2E9-788B-4D8C-9882-59382B86A3CA}"/>
              </a:ext>
            </a:extLst>
          </p:cNvPr>
          <p:cNvSpPr>
            <a:spLocks noChangeShapeType="1"/>
          </p:cNvSpPr>
          <p:nvPr/>
        </p:nvSpPr>
        <p:spPr bwMode="auto">
          <a:xfrm rot="165251">
            <a:off x="1334618" y="3163099"/>
            <a:ext cx="53975" cy="868363"/>
          </a:xfrm>
          <a:prstGeom prst="line">
            <a:avLst/>
          </a:prstGeom>
          <a:noFill/>
          <a:ln w="9525">
            <a:solidFill>
              <a:sysClr val="windowText" lastClr="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5" name="Oval 65">
            <a:extLst>
              <a:ext uri="{FF2B5EF4-FFF2-40B4-BE49-F238E27FC236}">
                <a16:creationId xmlns:a16="http://schemas.microsoft.com/office/drawing/2014/main" id="{B6ECC1D5-D788-4BB7-9CD7-D1591AED8833}"/>
              </a:ext>
            </a:extLst>
          </p:cNvPr>
          <p:cNvSpPr>
            <a:spLocks noChangeArrowheads="1"/>
          </p:cNvSpPr>
          <p:nvPr/>
        </p:nvSpPr>
        <p:spPr bwMode="auto">
          <a:xfrm rot="165251">
            <a:off x="1298105" y="3963199"/>
            <a:ext cx="142875" cy="142875"/>
          </a:xfrm>
          <a:prstGeom prst="ellipse">
            <a:avLst/>
          </a:prstGeom>
          <a:solidFill>
            <a:srgbClr val="3333FF"/>
          </a:solidFill>
          <a:ln w="952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26" name="Oval 63">
            <a:extLst>
              <a:ext uri="{FF2B5EF4-FFF2-40B4-BE49-F238E27FC236}">
                <a16:creationId xmlns:a16="http://schemas.microsoft.com/office/drawing/2014/main" id="{1AEDE898-4FB6-4C77-B6C7-1DBF2C8C0A62}"/>
              </a:ext>
            </a:extLst>
          </p:cNvPr>
          <p:cNvSpPr>
            <a:spLocks noChangeArrowheads="1"/>
          </p:cNvSpPr>
          <p:nvPr/>
        </p:nvSpPr>
        <p:spPr bwMode="auto">
          <a:xfrm rot="165251">
            <a:off x="2252193" y="2132812"/>
            <a:ext cx="142875" cy="142875"/>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7" name="Line 18">
            <a:extLst>
              <a:ext uri="{FF2B5EF4-FFF2-40B4-BE49-F238E27FC236}">
                <a16:creationId xmlns:a16="http://schemas.microsoft.com/office/drawing/2014/main" id="{891066B1-D396-49D3-A80C-C9B678FEA727}"/>
              </a:ext>
            </a:extLst>
          </p:cNvPr>
          <p:cNvSpPr>
            <a:spLocks noChangeShapeType="1"/>
          </p:cNvSpPr>
          <p:nvPr/>
        </p:nvSpPr>
        <p:spPr bwMode="auto">
          <a:xfrm rot="165251">
            <a:off x="867893" y="2804324"/>
            <a:ext cx="1728787" cy="720725"/>
          </a:xfrm>
          <a:prstGeom prst="line">
            <a:avLst/>
          </a:prstGeom>
          <a:noFill/>
          <a:ln w="9525">
            <a:solidFill>
              <a:sysClr val="windowText" lastClr="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8" name="Line 26">
            <a:extLst>
              <a:ext uri="{FF2B5EF4-FFF2-40B4-BE49-F238E27FC236}">
                <a16:creationId xmlns:a16="http://schemas.microsoft.com/office/drawing/2014/main" id="{5BDC7CDD-5A8D-4D28-88A3-39E18BDF83E9}"/>
              </a:ext>
            </a:extLst>
          </p:cNvPr>
          <p:cNvSpPr>
            <a:spLocks noChangeShapeType="1"/>
          </p:cNvSpPr>
          <p:nvPr/>
        </p:nvSpPr>
        <p:spPr bwMode="auto">
          <a:xfrm rot="165251" flipH="1">
            <a:off x="1415580" y="2183612"/>
            <a:ext cx="863600" cy="1873250"/>
          </a:xfrm>
          <a:prstGeom prst="line">
            <a:avLst/>
          </a:prstGeom>
          <a:noFill/>
          <a:ln w="9525">
            <a:solidFill>
              <a:srgbClr val="3333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pSp>
        <p:nvGrpSpPr>
          <p:cNvPr id="29" name="Group 101">
            <a:extLst>
              <a:ext uri="{FF2B5EF4-FFF2-40B4-BE49-F238E27FC236}">
                <a16:creationId xmlns:a16="http://schemas.microsoft.com/office/drawing/2014/main" id="{A31C121F-4808-4CB7-95D3-33B1AD27A9CB}"/>
              </a:ext>
            </a:extLst>
          </p:cNvPr>
          <p:cNvGrpSpPr>
            <a:grpSpLocks/>
          </p:cNvGrpSpPr>
          <p:nvPr/>
        </p:nvGrpSpPr>
        <p:grpSpPr bwMode="auto">
          <a:xfrm rot="-366772">
            <a:off x="2630018" y="3521874"/>
            <a:ext cx="1728787" cy="1150938"/>
            <a:chOff x="1391" y="2378"/>
            <a:chExt cx="1089" cy="725"/>
          </a:xfrm>
        </p:grpSpPr>
        <p:sp>
          <p:nvSpPr>
            <p:cNvPr id="30" name="Line 17">
              <a:extLst>
                <a:ext uri="{FF2B5EF4-FFF2-40B4-BE49-F238E27FC236}">
                  <a16:creationId xmlns:a16="http://schemas.microsoft.com/office/drawing/2014/main" id="{A49489CF-EC53-4AB6-96B2-190723B65AE2}"/>
                </a:ext>
              </a:extLst>
            </p:cNvPr>
            <p:cNvSpPr>
              <a:spLocks noChangeShapeType="1"/>
            </p:cNvSpPr>
            <p:nvPr/>
          </p:nvSpPr>
          <p:spPr bwMode="auto">
            <a:xfrm rot="532023">
              <a:off x="1391" y="2439"/>
              <a:ext cx="1089" cy="454"/>
            </a:xfrm>
            <a:prstGeom prst="line">
              <a:avLst/>
            </a:prstGeom>
            <a:noFill/>
            <a:ln w="38100">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1" name="Line 33">
              <a:extLst>
                <a:ext uri="{FF2B5EF4-FFF2-40B4-BE49-F238E27FC236}">
                  <a16:creationId xmlns:a16="http://schemas.microsoft.com/office/drawing/2014/main" id="{7C0FA45C-3146-4ACB-B217-FD64B09F9B08}"/>
                </a:ext>
              </a:extLst>
            </p:cNvPr>
            <p:cNvSpPr>
              <a:spLocks noChangeShapeType="1"/>
            </p:cNvSpPr>
            <p:nvPr/>
          </p:nvSpPr>
          <p:spPr bwMode="auto">
            <a:xfrm rot="532023">
              <a:off x="1421" y="2378"/>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2" name="Line 34">
              <a:extLst>
                <a:ext uri="{FF2B5EF4-FFF2-40B4-BE49-F238E27FC236}">
                  <a16:creationId xmlns:a16="http://schemas.microsoft.com/office/drawing/2014/main" id="{FA445662-ED15-4A44-9EC8-91E5AA4D3DE0}"/>
                </a:ext>
              </a:extLst>
            </p:cNvPr>
            <p:cNvSpPr>
              <a:spLocks noChangeShapeType="1"/>
            </p:cNvSpPr>
            <p:nvPr/>
          </p:nvSpPr>
          <p:spPr bwMode="auto">
            <a:xfrm rot="532023">
              <a:off x="1548" y="2444"/>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3" name="Line 35">
              <a:extLst>
                <a:ext uri="{FF2B5EF4-FFF2-40B4-BE49-F238E27FC236}">
                  <a16:creationId xmlns:a16="http://schemas.microsoft.com/office/drawing/2014/main" id="{F2998BE0-F57E-4356-835A-6AF4237776E8}"/>
                </a:ext>
              </a:extLst>
            </p:cNvPr>
            <p:cNvSpPr>
              <a:spLocks noChangeShapeType="1"/>
            </p:cNvSpPr>
            <p:nvPr/>
          </p:nvSpPr>
          <p:spPr bwMode="auto">
            <a:xfrm rot="532023">
              <a:off x="1673" y="2528"/>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4" name="Line 36">
              <a:extLst>
                <a:ext uri="{FF2B5EF4-FFF2-40B4-BE49-F238E27FC236}">
                  <a16:creationId xmlns:a16="http://schemas.microsoft.com/office/drawing/2014/main" id="{912F77EF-792E-45CB-97E8-4F3F2D2EE20F}"/>
                </a:ext>
              </a:extLst>
            </p:cNvPr>
            <p:cNvSpPr>
              <a:spLocks noChangeShapeType="1"/>
            </p:cNvSpPr>
            <p:nvPr/>
          </p:nvSpPr>
          <p:spPr bwMode="auto">
            <a:xfrm rot="532023">
              <a:off x="1796" y="2603"/>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Line 37">
              <a:extLst>
                <a:ext uri="{FF2B5EF4-FFF2-40B4-BE49-F238E27FC236}">
                  <a16:creationId xmlns:a16="http://schemas.microsoft.com/office/drawing/2014/main" id="{9C4B6221-0BCC-437E-8834-F0730B468BAD}"/>
                </a:ext>
              </a:extLst>
            </p:cNvPr>
            <p:cNvSpPr>
              <a:spLocks noChangeShapeType="1"/>
            </p:cNvSpPr>
            <p:nvPr/>
          </p:nvSpPr>
          <p:spPr bwMode="auto">
            <a:xfrm rot="532023">
              <a:off x="1924" y="2686"/>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6" name="Line 38">
              <a:extLst>
                <a:ext uri="{FF2B5EF4-FFF2-40B4-BE49-F238E27FC236}">
                  <a16:creationId xmlns:a16="http://schemas.microsoft.com/office/drawing/2014/main" id="{7A78B974-4A2E-4F02-81D4-83EDCC2696EB}"/>
                </a:ext>
              </a:extLst>
            </p:cNvPr>
            <p:cNvSpPr>
              <a:spLocks noChangeShapeType="1"/>
            </p:cNvSpPr>
            <p:nvPr/>
          </p:nvSpPr>
          <p:spPr bwMode="auto">
            <a:xfrm rot="532023">
              <a:off x="2051" y="2752"/>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7" name="Line 39">
              <a:extLst>
                <a:ext uri="{FF2B5EF4-FFF2-40B4-BE49-F238E27FC236}">
                  <a16:creationId xmlns:a16="http://schemas.microsoft.com/office/drawing/2014/main" id="{C7843799-F01E-40DF-8CCB-0D5ECF2DCD7C}"/>
                </a:ext>
              </a:extLst>
            </p:cNvPr>
            <p:cNvSpPr>
              <a:spLocks noChangeShapeType="1"/>
            </p:cNvSpPr>
            <p:nvPr/>
          </p:nvSpPr>
          <p:spPr bwMode="auto">
            <a:xfrm rot="532023">
              <a:off x="2176" y="2836"/>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8" name="Line 40">
              <a:extLst>
                <a:ext uri="{FF2B5EF4-FFF2-40B4-BE49-F238E27FC236}">
                  <a16:creationId xmlns:a16="http://schemas.microsoft.com/office/drawing/2014/main" id="{D29986E4-819E-43D2-9109-316980A4CF29}"/>
                </a:ext>
              </a:extLst>
            </p:cNvPr>
            <p:cNvSpPr>
              <a:spLocks noChangeShapeType="1"/>
            </p:cNvSpPr>
            <p:nvPr/>
          </p:nvSpPr>
          <p:spPr bwMode="auto">
            <a:xfrm rot="532023">
              <a:off x="2299" y="2910"/>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9" name="Line 41">
              <a:extLst>
                <a:ext uri="{FF2B5EF4-FFF2-40B4-BE49-F238E27FC236}">
                  <a16:creationId xmlns:a16="http://schemas.microsoft.com/office/drawing/2014/main" id="{0A1FC7AA-A313-4A3C-B39F-DC4EA151A98A}"/>
                </a:ext>
              </a:extLst>
            </p:cNvPr>
            <p:cNvSpPr>
              <a:spLocks noChangeShapeType="1"/>
            </p:cNvSpPr>
            <p:nvPr/>
          </p:nvSpPr>
          <p:spPr bwMode="auto">
            <a:xfrm rot="532023">
              <a:off x="2417" y="2967"/>
              <a:ext cx="46" cy="136"/>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pSp>
      <p:sp>
        <p:nvSpPr>
          <p:cNvPr id="40" name="Line 76">
            <a:extLst>
              <a:ext uri="{FF2B5EF4-FFF2-40B4-BE49-F238E27FC236}">
                <a16:creationId xmlns:a16="http://schemas.microsoft.com/office/drawing/2014/main" id="{EE7F5A94-035B-41A5-87DB-F4D5EC853032}"/>
              </a:ext>
            </a:extLst>
          </p:cNvPr>
          <p:cNvSpPr>
            <a:spLocks noChangeShapeType="1"/>
          </p:cNvSpPr>
          <p:nvPr/>
        </p:nvSpPr>
        <p:spPr bwMode="auto">
          <a:xfrm rot="21233228" flipV="1">
            <a:off x="1325093" y="3620299"/>
            <a:ext cx="1322387" cy="341313"/>
          </a:xfrm>
          <a:prstGeom prst="line">
            <a:avLst/>
          </a:prstGeom>
          <a:noFill/>
          <a:ln w="952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1" name="Line 7">
            <a:extLst>
              <a:ext uri="{FF2B5EF4-FFF2-40B4-BE49-F238E27FC236}">
                <a16:creationId xmlns:a16="http://schemas.microsoft.com/office/drawing/2014/main" id="{0FE9EEFB-8B7C-4379-96DC-53037C660EF6}"/>
              </a:ext>
            </a:extLst>
          </p:cNvPr>
          <p:cNvSpPr>
            <a:spLocks noChangeShapeType="1"/>
          </p:cNvSpPr>
          <p:nvPr/>
        </p:nvSpPr>
        <p:spPr bwMode="auto">
          <a:xfrm rot="1174757" flipH="1" flipV="1">
            <a:off x="1153643" y="2536037"/>
            <a:ext cx="1655762" cy="792162"/>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2" name="Line 49">
            <a:extLst>
              <a:ext uri="{FF2B5EF4-FFF2-40B4-BE49-F238E27FC236}">
                <a16:creationId xmlns:a16="http://schemas.microsoft.com/office/drawing/2014/main" id="{E87FA0ED-51C3-43DD-B845-B29FF2D3B431}"/>
              </a:ext>
            </a:extLst>
          </p:cNvPr>
          <p:cNvSpPr>
            <a:spLocks noChangeShapeType="1"/>
          </p:cNvSpPr>
          <p:nvPr/>
        </p:nvSpPr>
        <p:spPr bwMode="auto">
          <a:xfrm rot="165251">
            <a:off x="2579218" y="3556799"/>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3" name="Line 50">
            <a:extLst>
              <a:ext uri="{FF2B5EF4-FFF2-40B4-BE49-F238E27FC236}">
                <a16:creationId xmlns:a16="http://schemas.microsoft.com/office/drawing/2014/main" id="{A03D68E4-CD00-4B77-80B7-412939B0ECC4}"/>
              </a:ext>
            </a:extLst>
          </p:cNvPr>
          <p:cNvSpPr>
            <a:spLocks noChangeShapeType="1"/>
          </p:cNvSpPr>
          <p:nvPr/>
        </p:nvSpPr>
        <p:spPr bwMode="auto">
          <a:xfrm rot="165251">
            <a:off x="1345730" y="2299499"/>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4" name="Line 51">
            <a:extLst>
              <a:ext uri="{FF2B5EF4-FFF2-40B4-BE49-F238E27FC236}">
                <a16:creationId xmlns:a16="http://schemas.microsoft.com/office/drawing/2014/main" id="{86110DAE-2EF4-4D67-8F53-E3B267F7ECB3}"/>
              </a:ext>
            </a:extLst>
          </p:cNvPr>
          <p:cNvSpPr>
            <a:spLocks noChangeShapeType="1"/>
          </p:cNvSpPr>
          <p:nvPr/>
        </p:nvSpPr>
        <p:spPr bwMode="auto">
          <a:xfrm rot="165251">
            <a:off x="1550518" y="2524924"/>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52">
            <a:extLst>
              <a:ext uri="{FF2B5EF4-FFF2-40B4-BE49-F238E27FC236}">
                <a16:creationId xmlns:a16="http://schemas.microsoft.com/office/drawing/2014/main" id="{20AD6845-FE49-46B8-BE95-AF567676800D}"/>
              </a:ext>
            </a:extLst>
          </p:cNvPr>
          <p:cNvSpPr>
            <a:spLocks noChangeShapeType="1"/>
          </p:cNvSpPr>
          <p:nvPr/>
        </p:nvSpPr>
        <p:spPr bwMode="auto">
          <a:xfrm rot="165251">
            <a:off x="1756893" y="2709074"/>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Line 53">
            <a:extLst>
              <a:ext uri="{FF2B5EF4-FFF2-40B4-BE49-F238E27FC236}">
                <a16:creationId xmlns:a16="http://schemas.microsoft.com/office/drawing/2014/main" id="{5DE4BD5C-9FBB-49C8-8207-E3D6F7B111E8}"/>
              </a:ext>
            </a:extLst>
          </p:cNvPr>
          <p:cNvSpPr>
            <a:spLocks noChangeShapeType="1"/>
          </p:cNvSpPr>
          <p:nvPr/>
        </p:nvSpPr>
        <p:spPr bwMode="auto">
          <a:xfrm rot="165251">
            <a:off x="1972793" y="2947199"/>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Line 54">
            <a:extLst>
              <a:ext uri="{FF2B5EF4-FFF2-40B4-BE49-F238E27FC236}">
                <a16:creationId xmlns:a16="http://schemas.microsoft.com/office/drawing/2014/main" id="{FC655090-02B4-417F-A777-1E7669F3F67D}"/>
              </a:ext>
            </a:extLst>
          </p:cNvPr>
          <p:cNvSpPr>
            <a:spLocks noChangeShapeType="1"/>
          </p:cNvSpPr>
          <p:nvPr/>
        </p:nvSpPr>
        <p:spPr bwMode="auto">
          <a:xfrm rot="165251">
            <a:off x="2075980" y="3034512"/>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8" name="Line 55">
            <a:extLst>
              <a:ext uri="{FF2B5EF4-FFF2-40B4-BE49-F238E27FC236}">
                <a16:creationId xmlns:a16="http://schemas.microsoft.com/office/drawing/2014/main" id="{E0DDF8F7-97A1-45AF-A443-D088C3F972FF}"/>
              </a:ext>
            </a:extLst>
          </p:cNvPr>
          <p:cNvSpPr>
            <a:spLocks noChangeShapeType="1"/>
          </p:cNvSpPr>
          <p:nvPr/>
        </p:nvSpPr>
        <p:spPr bwMode="auto">
          <a:xfrm rot="165251">
            <a:off x="2171230" y="3132937"/>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9" name="Line 56">
            <a:extLst>
              <a:ext uri="{FF2B5EF4-FFF2-40B4-BE49-F238E27FC236}">
                <a16:creationId xmlns:a16="http://schemas.microsoft.com/office/drawing/2014/main" id="{4B292D50-57B7-4E04-BD55-092894CB9C06}"/>
              </a:ext>
            </a:extLst>
          </p:cNvPr>
          <p:cNvSpPr>
            <a:spLocks noChangeShapeType="1"/>
          </p:cNvSpPr>
          <p:nvPr/>
        </p:nvSpPr>
        <p:spPr bwMode="auto">
          <a:xfrm rot="165251">
            <a:off x="2377605" y="3344074"/>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0" name="Line 57">
            <a:extLst>
              <a:ext uri="{FF2B5EF4-FFF2-40B4-BE49-F238E27FC236}">
                <a16:creationId xmlns:a16="http://schemas.microsoft.com/office/drawing/2014/main" id="{812C41D3-10C4-42B5-B263-430CA2F96F21}"/>
              </a:ext>
            </a:extLst>
          </p:cNvPr>
          <p:cNvSpPr>
            <a:spLocks noChangeShapeType="1"/>
          </p:cNvSpPr>
          <p:nvPr/>
        </p:nvSpPr>
        <p:spPr bwMode="auto">
          <a:xfrm rot="165251">
            <a:off x="1455268" y="2434437"/>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1" name="Line 58">
            <a:extLst>
              <a:ext uri="{FF2B5EF4-FFF2-40B4-BE49-F238E27FC236}">
                <a16:creationId xmlns:a16="http://schemas.microsoft.com/office/drawing/2014/main" id="{6906AD91-3D3F-41F4-949C-1207A6659EA6}"/>
              </a:ext>
            </a:extLst>
          </p:cNvPr>
          <p:cNvSpPr>
            <a:spLocks noChangeShapeType="1"/>
          </p:cNvSpPr>
          <p:nvPr/>
        </p:nvSpPr>
        <p:spPr bwMode="auto">
          <a:xfrm rot="165251">
            <a:off x="1663230" y="2618587"/>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2" name="Line 59">
            <a:extLst>
              <a:ext uri="{FF2B5EF4-FFF2-40B4-BE49-F238E27FC236}">
                <a16:creationId xmlns:a16="http://schemas.microsoft.com/office/drawing/2014/main" id="{56AE6B74-2D87-4DF8-A7F6-1529922D6EFF}"/>
              </a:ext>
            </a:extLst>
          </p:cNvPr>
          <p:cNvSpPr>
            <a:spLocks noChangeShapeType="1"/>
          </p:cNvSpPr>
          <p:nvPr/>
        </p:nvSpPr>
        <p:spPr bwMode="auto">
          <a:xfrm rot="165251">
            <a:off x="1868018" y="2844012"/>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3" name="Line 61">
            <a:extLst>
              <a:ext uri="{FF2B5EF4-FFF2-40B4-BE49-F238E27FC236}">
                <a16:creationId xmlns:a16="http://schemas.microsoft.com/office/drawing/2014/main" id="{99DE2A22-5D5A-4D95-BA54-F1746EF40897}"/>
              </a:ext>
            </a:extLst>
          </p:cNvPr>
          <p:cNvSpPr>
            <a:spLocks noChangeShapeType="1"/>
          </p:cNvSpPr>
          <p:nvPr/>
        </p:nvSpPr>
        <p:spPr bwMode="auto">
          <a:xfrm rot="165251">
            <a:off x="2282355" y="3267874"/>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4" name="Line 62">
            <a:extLst>
              <a:ext uri="{FF2B5EF4-FFF2-40B4-BE49-F238E27FC236}">
                <a16:creationId xmlns:a16="http://schemas.microsoft.com/office/drawing/2014/main" id="{CD106D89-05F9-4B72-ABD4-91856D1A7D78}"/>
              </a:ext>
            </a:extLst>
          </p:cNvPr>
          <p:cNvSpPr>
            <a:spLocks noChangeShapeType="1"/>
          </p:cNvSpPr>
          <p:nvPr/>
        </p:nvSpPr>
        <p:spPr bwMode="auto">
          <a:xfrm rot="165251">
            <a:off x="2472855" y="3450437"/>
            <a:ext cx="0" cy="2159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5" name="Line 75">
            <a:extLst>
              <a:ext uri="{FF2B5EF4-FFF2-40B4-BE49-F238E27FC236}">
                <a16:creationId xmlns:a16="http://schemas.microsoft.com/office/drawing/2014/main" id="{6A5C7D51-D106-422F-9EB7-BA0859C48F72}"/>
              </a:ext>
            </a:extLst>
          </p:cNvPr>
          <p:cNvSpPr>
            <a:spLocks noChangeShapeType="1"/>
          </p:cNvSpPr>
          <p:nvPr/>
        </p:nvSpPr>
        <p:spPr bwMode="auto">
          <a:xfrm rot="21233228">
            <a:off x="2368080" y="2180437"/>
            <a:ext cx="190500" cy="141287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6" name="Line 79">
            <a:extLst>
              <a:ext uri="{FF2B5EF4-FFF2-40B4-BE49-F238E27FC236}">
                <a16:creationId xmlns:a16="http://schemas.microsoft.com/office/drawing/2014/main" id="{73CCB502-E1C8-460E-A410-B0C847ECE545}"/>
              </a:ext>
            </a:extLst>
          </p:cNvPr>
          <p:cNvSpPr>
            <a:spLocks noChangeShapeType="1"/>
          </p:cNvSpPr>
          <p:nvPr/>
        </p:nvSpPr>
        <p:spPr bwMode="auto">
          <a:xfrm rot="21233228" flipV="1">
            <a:off x="1375893" y="2982124"/>
            <a:ext cx="719137" cy="144463"/>
          </a:xfrm>
          <a:prstGeom prst="line">
            <a:avLst/>
          </a:prstGeom>
          <a:noFill/>
          <a:ln w="952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7" name="Line 80">
            <a:extLst>
              <a:ext uri="{FF2B5EF4-FFF2-40B4-BE49-F238E27FC236}">
                <a16:creationId xmlns:a16="http://schemas.microsoft.com/office/drawing/2014/main" id="{9DF852E9-7225-4A4C-BB42-C252192A1A96}"/>
              </a:ext>
            </a:extLst>
          </p:cNvPr>
          <p:cNvSpPr>
            <a:spLocks noChangeShapeType="1"/>
          </p:cNvSpPr>
          <p:nvPr/>
        </p:nvSpPr>
        <p:spPr bwMode="auto">
          <a:xfrm rot="21233228" flipH="1">
            <a:off x="2045818" y="2210599"/>
            <a:ext cx="288925" cy="7207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8" name="Line 90">
            <a:extLst>
              <a:ext uri="{FF2B5EF4-FFF2-40B4-BE49-F238E27FC236}">
                <a16:creationId xmlns:a16="http://schemas.microsoft.com/office/drawing/2014/main" id="{837ADD31-B5C3-4B38-A503-BC524F1EA5FC}"/>
              </a:ext>
            </a:extLst>
          </p:cNvPr>
          <p:cNvSpPr>
            <a:spLocks noChangeShapeType="1"/>
          </p:cNvSpPr>
          <p:nvPr/>
        </p:nvSpPr>
        <p:spPr bwMode="auto">
          <a:xfrm rot="21233228" flipV="1">
            <a:off x="4390555" y="2731299"/>
            <a:ext cx="576263" cy="144463"/>
          </a:xfrm>
          <a:prstGeom prst="line">
            <a:avLst/>
          </a:prstGeom>
          <a:noFill/>
          <a:ln w="952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9" name="Line 91">
            <a:extLst>
              <a:ext uri="{FF2B5EF4-FFF2-40B4-BE49-F238E27FC236}">
                <a16:creationId xmlns:a16="http://schemas.microsoft.com/office/drawing/2014/main" id="{088DC165-69B5-4F8F-AE8E-CE9EFAE7F1C2}"/>
              </a:ext>
            </a:extLst>
          </p:cNvPr>
          <p:cNvSpPr>
            <a:spLocks noChangeShapeType="1"/>
          </p:cNvSpPr>
          <p:nvPr/>
        </p:nvSpPr>
        <p:spPr bwMode="auto">
          <a:xfrm rot="21233228" flipV="1">
            <a:off x="3347568" y="2366174"/>
            <a:ext cx="788987" cy="146050"/>
          </a:xfrm>
          <a:prstGeom prst="line">
            <a:avLst/>
          </a:prstGeom>
          <a:noFill/>
          <a:ln w="95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60" name="Line 92">
            <a:extLst>
              <a:ext uri="{FF2B5EF4-FFF2-40B4-BE49-F238E27FC236}">
                <a16:creationId xmlns:a16="http://schemas.microsoft.com/office/drawing/2014/main" id="{91B2F2B2-A4A0-46E6-B532-60127CC0B64D}"/>
              </a:ext>
            </a:extLst>
          </p:cNvPr>
          <p:cNvSpPr>
            <a:spLocks noChangeShapeType="1"/>
          </p:cNvSpPr>
          <p:nvPr/>
        </p:nvSpPr>
        <p:spPr bwMode="auto">
          <a:xfrm rot="21233228">
            <a:off x="3063405" y="2958312"/>
            <a:ext cx="474663" cy="609600"/>
          </a:xfrm>
          <a:prstGeom prst="line">
            <a:avLst/>
          </a:prstGeom>
          <a:noFill/>
          <a:ln w="952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61" name="Line 93">
            <a:extLst>
              <a:ext uri="{FF2B5EF4-FFF2-40B4-BE49-F238E27FC236}">
                <a16:creationId xmlns:a16="http://schemas.microsoft.com/office/drawing/2014/main" id="{5CB60FFA-E944-4D91-B075-EF8980B0ECB2}"/>
              </a:ext>
            </a:extLst>
          </p:cNvPr>
          <p:cNvSpPr>
            <a:spLocks noChangeShapeType="1"/>
          </p:cNvSpPr>
          <p:nvPr/>
        </p:nvSpPr>
        <p:spPr bwMode="auto">
          <a:xfrm rot="21233228">
            <a:off x="2403005" y="2474124"/>
            <a:ext cx="73025" cy="647700"/>
          </a:xfrm>
          <a:prstGeom prst="line">
            <a:avLst/>
          </a:prstGeom>
          <a:noFill/>
          <a:ln w="95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62" name="Line 94">
            <a:extLst>
              <a:ext uri="{FF2B5EF4-FFF2-40B4-BE49-F238E27FC236}">
                <a16:creationId xmlns:a16="http://schemas.microsoft.com/office/drawing/2014/main" id="{71E82B7F-491B-486E-89FC-C1355FDA8079}"/>
              </a:ext>
            </a:extLst>
          </p:cNvPr>
          <p:cNvSpPr>
            <a:spLocks noChangeShapeType="1"/>
          </p:cNvSpPr>
          <p:nvPr/>
        </p:nvSpPr>
        <p:spPr bwMode="auto">
          <a:xfrm rot="21233228" flipH="1">
            <a:off x="2122018" y="2426499"/>
            <a:ext cx="142875" cy="360363"/>
          </a:xfrm>
          <a:prstGeom prst="line">
            <a:avLst/>
          </a:prstGeom>
          <a:noFill/>
          <a:ln w="952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63" name="Object 95">
            <a:extLst>
              <a:ext uri="{FF2B5EF4-FFF2-40B4-BE49-F238E27FC236}">
                <a16:creationId xmlns:a16="http://schemas.microsoft.com/office/drawing/2014/main" id="{3FB01F9E-83D4-4953-964C-5AE26B8B8E48}"/>
              </a:ext>
            </a:extLst>
          </p:cNvPr>
          <p:cNvGraphicFramePr>
            <a:graphicFrameLocks noChangeAspect="1"/>
          </p:cNvGraphicFramePr>
          <p:nvPr>
            <p:extLst>
              <p:ext uri="{D42A27DB-BD31-4B8C-83A1-F6EECF244321}">
                <p14:modId xmlns:p14="http://schemas.microsoft.com/office/powerpoint/2010/main" val="3786220224"/>
              </p:ext>
            </p:extLst>
          </p:nvPr>
        </p:nvGraphicFramePr>
        <p:xfrm>
          <a:off x="1521943" y="3323437"/>
          <a:ext cx="496887" cy="434975"/>
        </p:xfrm>
        <a:graphic>
          <a:graphicData uri="http://schemas.openxmlformats.org/presentationml/2006/ole">
            <mc:AlternateContent xmlns:mc="http://schemas.openxmlformats.org/markup-compatibility/2006">
              <mc:Choice xmlns:v="urn:schemas-microsoft-com:vml" Requires="v">
                <p:oleObj name="Equation" r:id="rId14" imgW="203040" imgH="177480" progId="Equation.DSMT4">
                  <p:embed/>
                </p:oleObj>
              </mc:Choice>
              <mc:Fallback>
                <p:oleObj name="Equation" r:id="rId14" imgW="203040" imgH="177480" progId="Equation.DSMT4">
                  <p:embed/>
                  <p:pic>
                    <p:nvPicPr>
                      <p:cNvPr id="71" name="Object 9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1943" y="3323437"/>
                        <a:ext cx="49688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 name="Line 106">
            <a:extLst>
              <a:ext uri="{FF2B5EF4-FFF2-40B4-BE49-F238E27FC236}">
                <a16:creationId xmlns:a16="http://schemas.microsoft.com/office/drawing/2014/main" id="{F2EF3B5A-9EFB-483E-A97C-2CBC62ED70F5}"/>
              </a:ext>
            </a:extLst>
          </p:cNvPr>
          <p:cNvSpPr>
            <a:spLocks noChangeShapeType="1"/>
          </p:cNvSpPr>
          <p:nvPr/>
        </p:nvSpPr>
        <p:spPr bwMode="auto">
          <a:xfrm flipH="1" flipV="1">
            <a:off x="1407643" y="4029874"/>
            <a:ext cx="2951162" cy="358775"/>
          </a:xfrm>
          <a:prstGeom prst="line">
            <a:avLst/>
          </a:prstGeom>
          <a:noFill/>
          <a:ln w="952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65" name="Object 108">
            <a:extLst>
              <a:ext uri="{FF2B5EF4-FFF2-40B4-BE49-F238E27FC236}">
                <a16:creationId xmlns:a16="http://schemas.microsoft.com/office/drawing/2014/main" id="{5E468E11-4F5B-4D1C-A724-B0D7020D174F}"/>
              </a:ext>
            </a:extLst>
          </p:cNvPr>
          <p:cNvGraphicFramePr>
            <a:graphicFrameLocks noChangeAspect="1"/>
          </p:cNvGraphicFramePr>
          <p:nvPr>
            <p:extLst>
              <p:ext uri="{D42A27DB-BD31-4B8C-83A1-F6EECF244321}">
                <p14:modId xmlns:p14="http://schemas.microsoft.com/office/powerpoint/2010/main" val="3602402655"/>
              </p:ext>
            </p:extLst>
          </p:nvPr>
        </p:nvGraphicFramePr>
        <p:xfrm>
          <a:off x="2560168" y="2877349"/>
          <a:ext cx="279400" cy="311150"/>
        </p:xfrm>
        <a:graphic>
          <a:graphicData uri="http://schemas.openxmlformats.org/presentationml/2006/ole">
            <mc:AlternateContent xmlns:mc="http://schemas.openxmlformats.org/markup-compatibility/2006">
              <mc:Choice xmlns:v="urn:schemas-microsoft-com:vml" Requires="v">
                <p:oleObj name="Equation" r:id="rId16" imgW="114120" imgH="126720" progId="Equation.DSMT4">
                  <p:embed/>
                </p:oleObj>
              </mc:Choice>
              <mc:Fallback>
                <p:oleObj name="Equation" r:id="rId16" imgW="114120" imgH="126720" progId="Equation.DSMT4">
                  <p:embed/>
                  <p:pic>
                    <p:nvPicPr>
                      <p:cNvPr id="73" name="Object 10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60168" y="2877349"/>
                        <a:ext cx="2794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 name="Object 109">
            <a:extLst>
              <a:ext uri="{FF2B5EF4-FFF2-40B4-BE49-F238E27FC236}">
                <a16:creationId xmlns:a16="http://schemas.microsoft.com/office/drawing/2014/main" id="{79A2CC19-11EC-4D95-9BE5-97DB8402FE29}"/>
              </a:ext>
            </a:extLst>
          </p:cNvPr>
          <p:cNvGraphicFramePr>
            <a:graphicFrameLocks noChangeAspect="1"/>
          </p:cNvGraphicFramePr>
          <p:nvPr>
            <p:extLst>
              <p:ext uri="{D42A27DB-BD31-4B8C-83A1-F6EECF244321}">
                <p14:modId xmlns:p14="http://schemas.microsoft.com/office/powerpoint/2010/main" val="3469852055"/>
              </p:ext>
            </p:extLst>
          </p:nvPr>
        </p:nvGraphicFramePr>
        <p:xfrm>
          <a:off x="2461743" y="3598074"/>
          <a:ext cx="314325" cy="365125"/>
        </p:xfrm>
        <a:graphic>
          <a:graphicData uri="http://schemas.openxmlformats.org/presentationml/2006/ole">
            <mc:AlternateContent xmlns:mc="http://schemas.openxmlformats.org/markup-compatibility/2006">
              <mc:Choice xmlns:v="urn:schemas-microsoft-com:vml" Requires="v">
                <p:oleObj name="Equation" r:id="rId18" imgW="152280" imgH="177480" progId="Equation.DSMT4">
                  <p:embed/>
                </p:oleObj>
              </mc:Choice>
              <mc:Fallback>
                <p:oleObj name="Equation" r:id="rId18" imgW="152280" imgH="177480" progId="Equation.DSMT4">
                  <p:embed/>
                  <p:pic>
                    <p:nvPicPr>
                      <p:cNvPr id="74" name="Object 10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61743" y="3598074"/>
                        <a:ext cx="314325"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 name="Arc 110">
            <a:extLst>
              <a:ext uri="{FF2B5EF4-FFF2-40B4-BE49-F238E27FC236}">
                <a16:creationId xmlns:a16="http://schemas.microsoft.com/office/drawing/2014/main" id="{2A0FF467-8056-4069-8016-AE43906B7DCE}"/>
              </a:ext>
            </a:extLst>
          </p:cNvPr>
          <p:cNvSpPr>
            <a:spLocks/>
          </p:cNvSpPr>
          <p:nvPr/>
        </p:nvSpPr>
        <p:spPr bwMode="auto">
          <a:xfrm rot="12956649">
            <a:off x="1925168" y="3382174"/>
            <a:ext cx="565150" cy="465138"/>
          </a:xfrm>
          <a:custGeom>
            <a:avLst/>
            <a:gdLst>
              <a:gd name="G0" fmla="+- 0 0 0"/>
              <a:gd name="G1" fmla="+- 17277 0 0"/>
              <a:gd name="G2" fmla="+- 21600 0 0"/>
              <a:gd name="T0" fmla="*/ 12963 w 20956"/>
              <a:gd name="T1" fmla="*/ 0 h 17277"/>
              <a:gd name="T2" fmla="*/ 20956 w 20956"/>
              <a:gd name="T3" fmla="*/ 12040 h 17277"/>
              <a:gd name="T4" fmla="*/ 0 w 20956"/>
              <a:gd name="T5" fmla="*/ 17277 h 17277"/>
            </a:gdLst>
            <a:ahLst/>
            <a:cxnLst>
              <a:cxn ang="0">
                <a:pos x="T0" y="T1"/>
              </a:cxn>
              <a:cxn ang="0">
                <a:pos x="T2" y="T3"/>
              </a:cxn>
              <a:cxn ang="0">
                <a:pos x="T4" y="T5"/>
              </a:cxn>
            </a:cxnLst>
            <a:rect l="0" t="0" r="r" b="b"/>
            <a:pathLst>
              <a:path w="20956" h="17277" fill="none" extrusionOk="0">
                <a:moveTo>
                  <a:pt x="12963" y="-1"/>
                </a:moveTo>
                <a:cubicBezTo>
                  <a:pt x="16930" y="2976"/>
                  <a:pt x="19752" y="7227"/>
                  <a:pt x="20955" y="12040"/>
                </a:cubicBezTo>
              </a:path>
              <a:path w="20956" h="17277" stroke="0" extrusionOk="0">
                <a:moveTo>
                  <a:pt x="12963" y="-1"/>
                </a:moveTo>
                <a:cubicBezTo>
                  <a:pt x="16930" y="2976"/>
                  <a:pt x="19752" y="7227"/>
                  <a:pt x="20955" y="12040"/>
                </a:cubicBezTo>
                <a:lnTo>
                  <a:pt x="0" y="17277"/>
                </a:lnTo>
                <a:close/>
              </a:path>
            </a:pathLst>
          </a:custGeom>
          <a:noFill/>
          <a:ln w="9525">
            <a:solidFill>
              <a:srgbClr val="3366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68" name="Line 111">
            <a:extLst>
              <a:ext uri="{FF2B5EF4-FFF2-40B4-BE49-F238E27FC236}">
                <a16:creationId xmlns:a16="http://schemas.microsoft.com/office/drawing/2014/main" id="{0FA0CEB9-B4EA-4319-A142-209E3BF8DA93}"/>
              </a:ext>
            </a:extLst>
          </p:cNvPr>
          <p:cNvSpPr>
            <a:spLocks noChangeShapeType="1"/>
          </p:cNvSpPr>
          <p:nvPr/>
        </p:nvSpPr>
        <p:spPr bwMode="auto">
          <a:xfrm>
            <a:off x="7240118" y="1869287"/>
            <a:ext cx="0" cy="3024187"/>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9" name="Text Box 112">
            <a:extLst>
              <a:ext uri="{FF2B5EF4-FFF2-40B4-BE49-F238E27FC236}">
                <a16:creationId xmlns:a16="http://schemas.microsoft.com/office/drawing/2014/main" id="{D85BA885-BACE-4A2F-9EEE-92607E9DD39C}"/>
              </a:ext>
            </a:extLst>
          </p:cNvPr>
          <p:cNvSpPr txBox="1">
            <a:spLocks noChangeArrowheads="1"/>
          </p:cNvSpPr>
          <p:nvPr/>
        </p:nvSpPr>
        <p:spPr bwMode="auto">
          <a:xfrm>
            <a:off x="7323940" y="1378943"/>
            <a:ext cx="492443"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pPr defTabSz="914400"/>
            <a:r>
              <a:rPr lang="zh-CN" altLang="en-US" sz="2000" dirty="0">
                <a:solidFill>
                  <a:prstClr val="black"/>
                </a:solidFill>
                <a:latin typeface="微软雅黑" panose="020B0503020204020204" pitchFamily="34" charset="-122"/>
                <a:ea typeface="微软雅黑" panose="020B0503020204020204" pitchFamily="34" charset="-122"/>
              </a:rPr>
              <a:t>重叠区域出现等距的平行干涉条纹</a:t>
            </a:r>
          </a:p>
        </p:txBody>
      </p:sp>
      <p:graphicFrame>
        <p:nvGraphicFramePr>
          <p:cNvPr id="70" name="Object 113">
            <a:extLst>
              <a:ext uri="{FF2B5EF4-FFF2-40B4-BE49-F238E27FC236}">
                <a16:creationId xmlns:a16="http://schemas.microsoft.com/office/drawing/2014/main" id="{1B5254E3-18CE-4C9D-8145-89872039A25E}"/>
              </a:ext>
            </a:extLst>
          </p:cNvPr>
          <p:cNvGraphicFramePr>
            <a:graphicFrameLocks noChangeAspect="1"/>
          </p:cNvGraphicFramePr>
          <p:nvPr>
            <p:extLst>
              <p:ext uri="{D42A27DB-BD31-4B8C-83A1-F6EECF244321}">
                <p14:modId xmlns:p14="http://schemas.microsoft.com/office/powerpoint/2010/main" val="4101504817"/>
              </p:ext>
            </p:extLst>
          </p:nvPr>
        </p:nvGraphicFramePr>
        <p:xfrm>
          <a:off x="2199805" y="2931205"/>
          <a:ext cx="360363" cy="328612"/>
        </p:xfrm>
        <a:graphic>
          <a:graphicData uri="http://schemas.openxmlformats.org/presentationml/2006/ole">
            <mc:AlternateContent xmlns:mc="http://schemas.openxmlformats.org/markup-compatibility/2006">
              <mc:Choice xmlns:v="urn:schemas-microsoft-com:vml" Requires="v">
                <p:oleObj name="Equation" r:id="rId20" imgW="152280" imgH="139680" progId="Equation.DSMT4">
                  <p:embed/>
                </p:oleObj>
              </mc:Choice>
              <mc:Fallback>
                <p:oleObj name="Equation" r:id="rId20" imgW="152280" imgH="139680" progId="Equation.DSMT4">
                  <p:embed/>
                  <p:pic>
                    <p:nvPicPr>
                      <p:cNvPr id="78" name="Object 11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99805" y="2931205"/>
                        <a:ext cx="360363" cy="32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 name="Text Box 114">
            <a:extLst>
              <a:ext uri="{FF2B5EF4-FFF2-40B4-BE49-F238E27FC236}">
                <a16:creationId xmlns:a16="http://schemas.microsoft.com/office/drawing/2014/main" id="{7745C4E4-28BA-4701-B2D8-749AA07A972A}"/>
              </a:ext>
            </a:extLst>
          </p:cNvPr>
          <p:cNvSpPr txBox="1">
            <a:spLocks noChangeArrowheads="1"/>
          </p:cNvSpPr>
          <p:nvPr/>
        </p:nvSpPr>
        <p:spPr bwMode="auto">
          <a:xfrm>
            <a:off x="280222" y="5518656"/>
            <a:ext cx="64299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由图可见</a:t>
            </a:r>
            <a:r>
              <a:rPr lang="zh-CN" altLang="en-US" dirty="0">
                <a:solidFill>
                  <a:prstClr val="black"/>
                </a:solidFill>
                <a:ea typeface="宋体" panose="02010600030101010101" pitchFamily="2" charset="-122"/>
              </a:rPr>
              <a:t>，</a:t>
            </a:r>
            <a:r>
              <a:rPr lang="zh-CN" altLang="en-US" dirty="0">
                <a:solidFill>
                  <a:prstClr val="black"/>
                </a:solidFill>
                <a:latin typeface="Times New Roman" pitchFamily="18" charset="0"/>
                <a:ea typeface="宋体" panose="02010600030101010101" pitchFamily="2" charset="-122"/>
              </a:rPr>
              <a:t>∠</a:t>
            </a:r>
            <a:r>
              <a:rPr lang="en-US" altLang="zh-CN" i="1" dirty="0">
                <a:solidFill>
                  <a:prstClr val="black"/>
                </a:solidFill>
                <a:latin typeface="Times New Roman" pitchFamily="18" charset="0"/>
                <a:ea typeface="宋体" panose="02010600030101010101" pitchFamily="2" charset="-122"/>
              </a:rPr>
              <a:t>S</a:t>
            </a:r>
            <a:r>
              <a:rPr lang="en-US" altLang="zh-CN" baseline="-25000" dirty="0">
                <a:solidFill>
                  <a:prstClr val="black"/>
                </a:solidFill>
                <a:latin typeface="Times New Roman" pitchFamily="18" charset="0"/>
                <a:ea typeface="宋体" panose="02010600030101010101" pitchFamily="2" charset="-122"/>
              </a:rPr>
              <a:t>1</a:t>
            </a:r>
            <a:r>
              <a:rPr lang="en-US" altLang="zh-CN" i="1" dirty="0">
                <a:solidFill>
                  <a:prstClr val="black"/>
                </a:solidFill>
                <a:latin typeface="Times New Roman" pitchFamily="18" charset="0"/>
                <a:ea typeface="宋体" panose="02010600030101010101" pitchFamily="2" charset="-122"/>
              </a:rPr>
              <a:t>OS</a:t>
            </a:r>
            <a:r>
              <a:rPr lang="zh-CN" altLang="en-US" dirty="0">
                <a:solidFill>
                  <a:prstClr val="black"/>
                </a:solidFill>
                <a:latin typeface="Times New Roman" pitchFamily="18" charset="0"/>
                <a:ea typeface="宋体" panose="02010600030101010101" pitchFamily="2" charset="-122"/>
              </a:rPr>
              <a:t>＝</a:t>
            </a:r>
            <a:r>
              <a:rPr lang="en-US" altLang="zh-CN" dirty="0">
                <a:solidFill>
                  <a:prstClr val="black"/>
                </a:solidFill>
                <a:latin typeface="Times New Roman" pitchFamily="18" charset="0"/>
                <a:ea typeface="宋体" panose="02010600030101010101" pitchFamily="2" charset="-122"/>
              </a:rPr>
              <a:t>2</a:t>
            </a:r>
            <a:r>
              <a:rPr lang="en-US" altLang="zh-CN" i="1" dirty="0">
                <a:solidFill>
                  <a:prstClr val="black"/>
                </a:solidFill>
                <a:latin typeface="Times New Roman" pitchFamily="18" charset="0"/>
                <a:ea typeface="宋体" panose="02010600030101010101" pitchFamily="2" charset="-122"/>
              </a:rPr>
              <a:t>α</a:t>
            </a:r>
            <a:r>
              <a:rPr lang="zh-CN" altLang="en-US" dirty="0">
                <a:solidFill>
                  <a:prstClr val="black"/>
                </a:solidFill>
                <a:latin typeface="Times New Roman" pitchFamily="18" charset="0"/>
                <a:ea typeface="宋体" panose="02010600030101010101" pitchFamily="2" charset="-122"/>
              </a:rPr>
              <a:t>， </a:t>
            </a:r>
            <a:r>
              <a:rPr lang="zh-CN" altLang="en-US" dirty="0">
                <a:solidFill>
                  <a:prstClr val="black"/>
                </a:solidFill>
                <a:ea typeface="宋体" panose="02010600030101010101" pitchFamily="2" charset="-122"/>
              </a:rPr>
              <a:t>∠ </a:t>
            </a:r>
            <a:r>
              <a:rPr lang="en-US" altLang="zh-CN" i="1" dirty="0">
                <a:solidFill>
                  <a:prstClr val="black"/>
                </a:solidFill>
                <a:latin typeface="Times New Roman" pitchFamily="18" charset="0"/>
                <a:ea typeface="宋体" panose="02010600030101010101" pitchFamily="2" charset="-122"/>
              </a:rPr>
              <a:t>S</a:t>
            </a:r>
            <a:r>
              <a:rPr lang="en-US" altLang="zh-CN" baseline="-25000" dirty="0">
                <a:solidFill>
                  <a:prstClr val="black"/>
                </a:solidFill>
                <a:latin typeface="Times New Roman" pitchFamily="18" charset="0"/>
                <a:ea typeface="宋体" panose="02010600030101010101" pitchFamily="2" charset="-122"/>
              </a:rPr>
              <a:t>2</a:t>
            </a:r>
            <a:r>
              <a:rPr lang="en-US" altLang="zh-CN" i="1" dirty="0">
                <a:solidFill>
                  <a:prstClr val="black"/>
                </a:solidFill>
                <a:latin typeface="Times New Roman" pitchFamily="18" charset="0"/>
                <a:ea typeface="宋体" panose="02010600030101010101" pitchFamily="2" charset="-122"/>
              </a:rPr>
              <a:t>OS</a:t>
            </a:r>
            <a:r>
              <a:rPr lang="zh-CN" altLang="en-US" dirty="0">
                <a:solidFill>
                  <a:prstClr val="black"/>
                </a:solidFill>
                <a:latin typeface="Times New Roman" pitchFamily="18" charset="0"/>
                <a:ea typeface="宋体" panose="02010600030101010101" pitchFamily="2" charset="-122"/>
              </a:rPr>
              <a:t>＝</a:t>
            </a:r>
            <a:r>
              <a:rPr lang="en-US" altLang="zh-CN" dirty="0">
                <a:solidFill>
                  <a:prstClr val="black"/>
                </a:solidFill>
                <a:latin typeface="Times New Roman" pitchFamily="18" charset="0"/>
                <a:ea typeface="宋体" panose="02010600030101010101" pitchFamily="2" charset="-122"/>
              </a:rPr>
              <a:t>2</a:t>
            </a:r>
            <a:r>
              <a:rPr lang="en-US" altLang="zh-CN" i="1" dirty="0">
                <a:solidFill>
                  <a:prstClr val="black"/>
                </a:solidFill>
                <a:latin typeface="Times New Roman" pitchFamily="18" charset="0"/>
                <a:ea typeface="宋体" panose="02010600030101010101" pitchFamily="2" charset="-122"/>
              </a:rPr>
              <a:t>α</a:t>
            </a:r>
            <a:r>
              <a:rPr lang="zh-CN" altLang="en-US" dirty="0">
                <a:solidFill>
                  <a:prstClr val="black"/>
                </a:solidFill>
                <a:latin typeface="Times New Roman" pitchFamily="18" charset="0"/>
                <a:ea typeface="宋体" panose="02010600030101010101" pitchFamily="2" charset="-122"/>
              </a:rPr>
              <a:t>＋</a:t>
            </a:r>
            <a:r>
              <a:rPr lang="en-US" altLang="zh-CN" dirty="0">
                <a:solidFill>
                  <a:prstClr val="black"/>
                </a:solidFill>
                <a:latin typeface="Times New Roman" pitchFamily="18" charset="0"/>
                <a:ea typeface="宋体" panose="02010600030101010101" pitchFamily="2" charset="-122"/>
              </a:rPr>
              <a:t>2</a:t>
            </a:r>
            <a:r>
              <a:rPr lang="en-US" altLang="zh-CN" i="1" dirty="0">
                <a:solidFill>
                  <a:prstClr val="black"/>
                </a:solidFill>
                <a:latin typeface="Times New Roman" pitchFamily="18" charset="0"/>
                <a:ea typeface="宋体" panose="02010600030101010101" pitchFamily="2" charset="-122"/>
              </a:rPr>
              <a:t>ε</a:t>
            </a:r>
            <a:r>
              <a:rPr lang="zh-CN" altLang="en-US" dirty="0">
                <a:solidFill>
                  <a:prstClr val="black"/>
                </a:solidFill>
                <a:latin typeface="Times New Roman" pitchFamily="18" charset="0"/>
                <a:ea typeface="宋体" panose="02010600030101010101" pitchFamily="2" charset="-122"/>
              </a:rPr>
              <a:t>，</a:t>
            </a:r>
            <a:r>
              <a:rPr lang="zh-CN" altLang="en-US" dirty="0">
                <a:solidFill>
                  <a:prstClr val="black"/>
                </a:solidFill>
                <a:latin typeface="Arial Unicode MS" panose="020B0604020202020204" pitchFamily="34" charset="-122"/>
                <a:ea typeface="Arial Unicode MS" panose="020B0604020202020204" pitchFamily="34" charset="-122"/>
                <a:cs typeface="Arial Unicode MS" panose="020B0604020202020204" pitchFamily="34" charset="-122"/>
              </a:rPr>
              <a:t>所以</a:t>
            </a:r>
            <a:r>
              <a:rPr lang="zh-CN" altLang="en-US" dirty="0">
                <a:solidFill>
                  <a:prstClr val="black"/>
                </a:solidFill>
                <a:ea typeface="宋体" panose="02010600030101010101" pitchFamily="2" charset="-122"/>
              </a:rPr>
              <a:t>∠ </a:t>
            </a:r>
            <a:r>
              <a:rPr lang="en-US" altLang="zh-CN" i="1" dirty="0">
                <a:solidFill>
                  <a:prstClr val="black"/>
                </a:solidFill>
                <a:latin typeface="Times New Roman" pitchFamily="18" charset="0"/>
                <a:ea typeface="宋体" panose="02010600030101010101" pitchFamily="2" charset="-122"/>
              </a:rPr>
              <a:t>S</a:t>
            </a:r>
            <a:r>
              <a:rPr lang="en-US" altLang="zh-CN" baseline="-25000" dirty="0">
                <a:solidFill>
                  <a:prstClr val="black"/>
                </a:solidFill>
                <a:latin typeface="Times New Roman" pitchFamily="18" charset="0"/>
                <a:ea typeface="宋体" panose="02010600030101010101" pitchFamily="2" charset="-122"/>
              </a:rPr>
              <a:t>1</a:t>
            </a:r>
            <a:r>
              <a:rPr lang="en-US" altLang="zh-CN" i="1" dirty="0">
                <a:solidFill>
                  <a:prstClr val="black"/>
                </a:solidFill>
                <a:latin typeface="Times New Roman" pitchFamily="18" charset="0"/>
                <a:ea typeface="宋体" panose="02010600030101010101" pitchFamily="2" charset="-122"/>
              </a:rPr>
              <a:t>OS</a:t>
            </a:r>
            <a:r>
              <a:rPr lang="en-US" altLang="zh-CN" baseline="-25000" dirty="0">
                <a:solidFill>
                  <a:prstClr val="black"/>
                </a:solidFill>
                <a:latin typeface="Times New Roman" pitchFamily="18" charset="0"/>
                <a:ea typeface="宋体" panose="02010600030101010101" pitchFamily="2" charset="-122"/>
              </a:rPr>
              <a:t>2</a:t>
            </a:r>
            <a:r>
              <a:rPr lang="zh-CN" altLang="en-US" dirty="0">
                <a:solidFill>
                  <a:prstClr val="black"/>
                </a:solidFill>
                <a:latin typeface="Times New Roman" pitchFamily="18" charset="0"/>
                <a:ea typeface="宋体" panose="02010600030101010101" pitchFamily="2" charset="-122"/>
              </a:rPr>
              <a:t>＝</a:t>
            </a:r>
            <a:r>
              <a:rPr lang="en-US" altLang="zh-CN" dirty="0">
                <a:solidFill>
                  <a:prstClr val="black"/>
                </a:solidFill>
                <a:latin typeface="Times New Roman" pitchFamily="18" charset="0"/>
                <a:ea typeface="宋体" panose="02010600030101010101" pitchFamily="2" charset="-122"/>
              </a:rPr>
              <a:t>2</a:t>
            </a:r>
            <a:r>
              <a:rPr lang="en-US" altLang="zh-CN" i="1" dirty="0">
                <a:solidFill>
                  <a:prstClr val="black"/>
                </a:solidFill>
                <a:latin typeface="Times New Roman" pitchFamily="18" charset="0"/>
                <a:ea typeface="宋体" panose="02010600030101010101" pitchFamily="2" charset="-122"/>
              </a:rPr>
              <a:t>ε</a:t>
            </a:r>
          </a:p>
        </p:txBody>
      </p:sp>
      <p:sp>
        <p:nvSpPr>
          <p:cNvPr id="72" name="Text Box 115">
            <a:extLst>
              <a:ext uri="{FF2B5EF4-FFF2-40B4-BE49-F238E27FC236}">
                <a16:creationId xmlns:a16="http://schemas.microsoft.com/office/drawing/2014/main" id="{D0FE49FD-5C0A-47F1-9423-44F20E1CE51E}"/>
              </a:ext>
            </a:extLst>
          </p:cNvPr>
          <p:cNvSpPr txBox="1">
            <a:spLocks noChangeArrowheads="1"/>
          </p:cNvSpPr>
          <p:nvPr/>
        </p:nvSpPr>
        <p:spPr bwMode="auto">
          <a:xfrm>
            <a:off x="559486" y="794461"/>
            <a:ext cx="73100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两反射镜面间夹角</a:t>
            </a:r>
            <a:r>
              <a:rPr lang="en-US" altLang="zh-CN" sz="20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ε</a:t>
            </a: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（很小的角度），光源到两镜面交线距离为</a:t>
            </a:r>
            <a:r>
              <a:rPr lang="en-US" altLang="zh-CN" sz="20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r</a:t>
            </a:r>
          </a:p>
        </p:txBody>
      </p:sp>
      <p:graphicFrame>
        <p:nvGraphicFramePr>
          <p:cNvPr id="73" name="Object 116">
            <a:extLst>
              <a:ext uri="{FF2B5EF4-FFF2-40B4-BE49-F238E27FC236}">
                <a16:creationId xmlns:a16="http://schemas.microsoft.com/office/drawing/2014/main" id="{26FB1887-A6EB-4DF4-9418-310D00633F89}"/>
              </a:ext>
            </a:extLst>
          </p:cNvPr>
          <p:cNvGraphicFramePr>
            <a:graphicFrameLocks noChangeAspect="1"/>
          </p:cNvGraphicFramePr>
          <p:nvPr>
            <p:extLst>
              <p:ext uri="{D42A27DB-BD31-4B8C-83A1-F6EECF244321}">
                <p14:modId xmlns:p14="http://schemas.microsoft.com/office/powerpoint/2010/main" val="859166327"/>
              </p:ext>
            </p:extLst>
          </p:nvPr>
        </p:nvGraphicFramePr>
        <p:xfrm>
          <a:off x="468930" y="5952620"/>
          <a:ext cx="2879725" cy="431800"/>
        </p:xfrm>
        <a:graphic>
          <a:graphicData uri="http://schemas.openxmlformats.org/presentationml/2006/ole">
            <mc:AlternateContent xmlns:mc="http://schemas.openxmlformats.org/markup-compatibility/2006">
              <mc:Choice xmlns:v="urn:schemas-microsoft-com:vml" Requires="v">
                <p:oleObj name="Equation" r:id="rId22" imgW="1523880" imgH="228600" progId="Equation.DSMT4">
                  <p:embed/>
                </p:oleObj>
              </mc:Choice>
              <mc:Fallback>
                <p:oleObj name="Equation" r:id="rId22" imgW="1523880" imgH="228600" progId="Equation.DSMT4">
                  <p:embed/>
                  <p:pic>
                    <p:nvPicPr>
                      <p:cNvPr id="81" name="Object 116"/>
                      <p:cNvPicPr>
                        <a:picLocks noChangeAspect="1" noChangeArrowheads="1"/>
                      </p:cNvPicPr>
                      <p:nvPr/>
                    </p:nvPicPr>
                    <p:blipFill>
                      <a:blip r:embed="rId23"/>
                      <a:srcRect/>
                      <a:stretch>
                        <a:fillRect/>
                      </a:stretch>
                    </p:blipFill>
                    <p:spPr bwMode="auto">
                      <a:xfrm>
                        <a:off x="468930" y="5952620"/>
                        <a:ext cx="28797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 name="Object 117">
            <a:extLst>
              <a:ext uri="{FF2B5EF4-FFF2-40B4-BE49-F238E27FC236}">
                <a16:creationId xmlns:a16="http://schemas.microsoft.com/office/drawing/2014/main" id="{8B3EA666-A044-4D2E-9995-9962204A2D7A}"/>
              </a:ext>
            </a:extLst>
          </p:cNvPr>
          <p:cNvGraphicFramePr>
            <a:graphicFrameLocks noChangeAspect="1"/>
          </p:cNvGraphicFramePr>
          <p:nvPr>
            <p:extLst>
              <p:ext uri="{D42A27DB-BD31-4B8C-83A1-F6EECF244321}">
                <p14:modId xmlns:p14="http://schemas.microsoft.com/office/powerpoint/2010/main" val="3751139451"/>
              </p:ext>
            </p:extLst>
          </p:nvPr>
        </p:nvGraphicFramePr>
        <p:xfrm>
          <a:off x="3688585" y="5975856"/>
          <a:ext cx="1776412" cy="336550"/>
        </p:xfrm>
        <a:graphic>
          <a:graphicData uri="http://schemas.openxmlformats.org/presentationml/2006/ole">
            <mc:AlternateContent xmlns:mc="http://schemas.openxmlformats.org/markup-compatibility/2006">
              <mc:Choice xmlns:v="urn:schemas-microsoft-com:vml" Requires="v">
                <p:oleObj name="Equation" r:id="rId24" imgW="939600" imgH="177480" progId="Equation.DSMT4">
                  <p:embed/>
                </p:oleObj>
              </mc:Choice>
              <mc:Fallback>
                <p:oleObj name="Equation" r:id="rId24" imgW="939600" imgH="177480" progId="Equation.DSMT4">
                  <p:embed/>
                  <p:pic>
                    <p:nvPicPr>
                      <p:cNvPr id="82" name="Object 1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88585" y="5975856"/>
                        <a:ext cx="1776412"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 name="Object 118">
            <a:extLst>
              <a:ext uri="{FF2B5EF4-FFF2-40B4-BE49-F238E27FC236}">
                <a16:creationId xmlns:a16="http://schemas.microsoft.com/office/drawing/2014/main" id="{34C6793E-1E1A-4A12-8134-7CCDE402497C}"/>
              </a:ext>
            </a:extLst>
          </p:cNvPr>
          <p:cNvGraphicFramePr>
            <a:graphicFrameLocks noChangeAspect="1"/>
          </p:cNvGraphicFramePr>
          <p:nvPr>
            <p:extLst>
              <p:ext uri="{D42A27DB-BD31-4B8C-83A1-F6EECF244321}">
                <p14:modId xmlns:p14="http://schemas.microsoft.com/office/powerpoint/2010/main" val="2986824800"/>
              </p:ext>
            </p:extLst>
          </p:nvPr>
        </p:nvGraphicFramePr>
        <p:xfrm>
          <a:off x="975843" y="3309149"/>
          <a:ext cx="352425" cy="447675"/>
        </p:xfrm>
        <a:graphic>
          <a:graphicData uri="http://schemas.openxmlformats.org/presentationml/2006/ole">
            <mc:AlternateContent xmlns:mc="http://schemas.openxmlformats.org/markup-compatibility/2006">
              <mc:Choice xmlns:v="urn:schemas-microsoft-com:vml" Requires="v">
                <p:oleObj name="Equation" r:id="rId26" imgW="139680" imgH="177480" progId="Equation.DSMT4">
                  <p:embed/>
                </p:oleObj>
              </mc:Choice>
              <mc:Fallback>
                <p:oleObj name="Equation" r:id="rId26" imgW="139680" imgH="177480" progId="Equation.DSMT4">
                  <p:embed/>
                  <p:pic>
                    <p:nvPicPr>
                      <p:cNvPr id="83" name="Object 1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75843" y="3309149"/>
                        <a:ext cx="352425"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 name="Object 119">
            <a:extLst>
              <a:ext uri="{FF2B5EF4-FFF2-40B4-BE49-F238E27FC236}">
                <a16:creationId xmlns:a16="http://schemas.microsoft.com/office/drawing/2014/main" id="{EE8631A3-D26B-4EB6-9B9F-C2E380A6D7C2}"/>
              </a:ext>
            </a:extLst>
          </p:cNvPr>
          <p:cNvGraphicFramePr>
            <a:graphicFrameLocks noChangeAspect="1"/>
          </p:cNvGraphicFramePr>
          <p:nvPr>
            <p:extLst>
              <p:ext uri="{D42A27DB-BD31-4B8C-83A1-F6EECF244321}">
                <p14:modId xmlns:p14="http://schemas.microsoft.com/office/powerpoint/2010/main" val="3937220420"/>
              </p:ext>
            </p:extLst>
          </p:nvPr>
        </p:nvGraphicFramePr>
        <p:xfrm>
          <a:off x="3079280" y="4533112"/>
          <a:ext cx="415925" cy="415925"/>
        </p:xfrm>
        <a:graphic>
          <a:graphicData uri="http://schemas.openxmlformats.org/presentationml/2006/ole">
            <mc:AlternateContent xmlns:mc="http://schemas.openxmlformats.org/markup-compatibility/2006">
              <mc:Choice xmlns:v="urn:schemas-microsoft-com:vml" Requires="v">
                <p:oleObj name="Equation" r:id="rId28" imgW="164880" imgH="164880" progId="Equation.DSMT4">
                  <p:embed/>
                </p:oleObj>
              </mc:Choice>
              <mc:Fallback>
                <p:oleObj name="Equation" r:id="rId28" imgW="164880" imgH="164880" progId="Equation.DSMT4">
                  <p:embed/>
                  <p:pic>
                    <p:nvPicPr>
                      <p:cNvPr id="84" name="Object 1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79280" y="4533112"/>
                        <a:ext cx="415925"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 name="Line 121">
            <a:extLst>
              <a:ext uri="{FF2B5EF4-FFF2-40B4-BE49-F238E27FC236}">
                <a16:creationId xmlns:a16="http://schemas.microsoft.com/office/drawing/2014/main" id="{D96F6127-B148-4355-A351-9CB4C6D0A360}"/>
              </a:ext>
            </a:extLst>
          </p:cNvPr>
          <p:cNvSpPr>
            <a:spLocks noChangeShapeType="1"/>
          </p:cNvSpPr>
          <p:nvPr/>
        </p:nvSpPr>
        <p:spPr bwMode="auto">
          <a:xfrm>
            <a:off x="1407643" y="4533112"/>
            <a:ext cx="0" cy="5762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78" name="Line 122">
            <a:extLst>
              <a:ext uri="{FF2B5EF4-FFF2-40B4-BE49-F238E27FC236}">
                <a16:creationId xmlns:a16="http://schemas.microsoft.com/office/drawing/2014/main" id="{9F9BCD88-4C5E-4A66-9127-CC144D74CE68}"/>
              </a:ext>
            </a:extLst>
          </p:cNvPr>
          <p:cNvSpPr>
            <a:spLocks noChangeShapeType="1"/>
          </p:cNvSpPr>
          <p:nvPr/>
        </p:nvSpPr>
        <p:spPr bwMode="auto">
          <a:xfrm>
            <a:off x="1407643" y="4964912"/>
            <a:ext cx="5832475"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79" name="Object 123">
            <a:extLst>
              <a:ext uri="{FF2B5EF4-FFF2-40B4-BE49-F238E27FC236}">
                <a16:creationId xmlns:a16="http://schemas.microsoft.com/office/drawing/2014/main" id="{AEF58047-776B-419F-9EB1-2DFB73C85002}"/>
              </a:ext>
            </a:extLst>
          </p:cNvPr>
          <p:cNvGraphicFramePr>
            <a:graphicFrameLocks noChangeAspect="1"/>
          </p:cNvGraphicFramePr>
          <p:nvPr>
            <p:extLst>
              <p:ext uri="{D42A27DB-BD31-4B8C-83A1-F6EECF244321}">
                <p14:modId xmlns:p14="http://schemas.microsoft.com/office/powerpoint/2010/main" val="804944995"/>
              </p:ext>
            </p:extLst>
          </p:nvPr>
        </p:nvGraphicFramePr>
        <p:xfrm>
          <a:off x="5871693" y="4029874"/>
          <a:ext cx="352425" cy="415925"/>
        </p:xfrm>
        <a:graphic>
          <a:graphicData uri="http://schemas.openxmlformats.org/presentationml/2006/ole">
            <mc:AlternateContent xmlns:mc="http://schemas.openxmlformats.org/markup-compatibility/2006">
              <mc:Choice xmlns:v="urn:schemas-microsoft-com:vml" Requires="v">
                <p:oleObj name="Equation" r:id="rId30" imgW="139680" imgH="164880" progId="Equation.DSMT4">
                  <p:embed/>
                </p:oleObj>
              </mc:Choice>
              <mc:Fallback>
                <p:oleObj name="Equation" r:id="rId30" imgW="139680" imgH="164880" progId="Equation.DSMT4">
                  <p:embed/>
                  <p:pic>
                    <p:nvPicPr>
                      <p:cNvPr id="87" name="Object 123"/>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871693" y="4029874"/>
                        <a:ext cx="352425"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 name="Line 124">
            <a:extLst>
              <a:ext uri="{FF2B5EF4-FFF2-40B4-BE49-F238E27FC236}">
                <a16:creationId xmlns:a16="http://schemas.microsoft.com/office/drawing/2014/main" id="{DE06E296-A43C-4BF6-8C59-FD9CA70B3612}"/>
              </a:ext>
            </a:extLst>
          </p:cNvPr>
          <p:cNvSpPr>
            <a:spLocks noChangeShapeType="1"/>
          </p:cNvSpPr>
          <p:nvPr/>
        </p:nvSpPr>
        <p:spPr bwMode="auto">
          <a:xfrm>
            <a:off x="2631605" y="4245774"/>
            <a:ext cx="0" cy="287338"/>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81" name="Line 125">
            <a:extLst>
              <a:ext uri="{FF2B5EF4-FFF2-40B4-BE49-F238E27FC236}">
                <a16:creationId xmlns:a16="http://schemas.microsoft.com/office/drawing/2014/main" id="{DA657AE4-E005-4C33-B1C3-1DC8F7A89C47}"/>
              </a:ext>
            </a:extLst>
          </p:cNvPr>
          <p:cNvSpPr>
            <a:spLocks noChangeShapeType="1"/>
          </p:cNvSpPr>
          <p:nvPr/>
        </p:nvSpPr>
        <p:spPr bwMode="auto">
          <a:xfrm>
            <a:off x="2631605" y="4388649"/>
            <a:ext cx="4608513"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82" name="Object 126">
            <a:extLst>
              <a:ext uri="{FF2B5EF4-FFF2-40B4-BE49-F238E27FC236}">
                <a16:creationId xmlns:a16="http://schemas.microsoft.com/office/drawing/2014/main" id="{682DDADF-42C8-4779-AEBE-A36C8249EDB5}"/>
              </a:ext>
            </a:extLst>
          </p:cNvPr>
          <p:cNvGraphicFramePr>
            <a:graphicFrameLocks noChangeAspect="1"/>
          </p:cNvGraphicFramePr>
          <p:nvPr>
            <p:extLst>
              <p:ext uri="{D42A27DB-BD31-4B8C-83A1-F6EECF244321}">
                <p14:modId xmlns:p14="http://schemas.microsoft.com/office/powerpoint/2010/main" val="1833737924"/>
              </p:ext>
            </p:extLst>
          </p:nvPr>
        </p:nvGraphicFramePr>
        <p:xfrm>
          <a:off x="5796927" y="5793969"/>
          <a:ext cx="1103312" cy="698317"/>
        </p:xfrm>
        <a:graphic>
          <a:graphicData uri="http://schemas.openxmlformats.org/presentationml/2006/ole">
            <mc:AlternateContent xmlns:mc="http://schemas.openxmlformats.org/markup-compatibility/2006">
              <mc:Choice xmlns:v="urn:schemas-microsoft-com:vml" Requires="v">
                <p:oleObj name="Equation" r:id="rId32" imgW="622080" imgH="393480" progId="Equation.DSMT4">
                  <p:embed/>
                </p:oleObj>
              </mc:Choice>
              <mc:Fallback>
                <p:oleObj name="Equation" r:id="rId32" imgW="622080" imgH="393480" progId="Equation.DSMT4">
                  <p:embed/>
                  <p:pic>
                    <p:nvPicPr>
                      <p:cNvPr id="90" name="Object 12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796927" y="5793969"/>
                        <a:ext cx="1103312" cy="698317"/>
                      </a:xfrm>
                      <a:prstGeom prst="rect">
                        <a:avLst/>
                      </a:prstGeom>
                      <a:noFill/>
                      <a:ln>
                        <a:noFill/>
                      </a:ln>
                      <a:effectLst/>
                    </p:spPr>
                  </p:pic>
                </p:oleObj>
              </mc:Fallback>
            </mc:AlternateContent>
          </a:graphicData>
        </a:graphic>
      </p:graphicFrame>
      <p:sp>
        <p:nvSpPr>
          <p:cNvPr id="83" name="Text Box 127">
            <a:extLst>
              <a:ext uri="{FF2B5EF4-FFF2-40B4-BE49-F238E27FC236}">
                <a16:creationId xmlns:a16="http://schemas.microsoft.com/office/drawing/2014/main" id="{8ED46B05-601B-4D02-B914-C7BFDC08E661}"/>
              </a:ext>
            </a:extLst>
          </p:cNvPr>
          <p:cNvSpPr txBox="1">
            <a:spLocks noChangeArrowheads="1"/>
          </p:cNvSpPr>
          <p:nvPr/>
        </p:nvSpPr>
        <p:spPr bwMode="auto">
          <a:xfrm>
            <a:off x="1229417" y="6435369"/>
            <a:ext cx="1327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两光源间隔</a:t>
            </a:r>
          </a:p>
        </p:txBody>
      </p:sp>
      <p:sp>
        <p:nvSpPr>
          <p:cNvPr id="84" name="Text Box 128">
            <a:extLst>
              <a:ext uri="{FF2B5EF4-FFF2-40B4-BE49-F238E27FC236}">
                <a16:creationId xmlns:a16="http://schemas.microsoft.com/office/drawing/2014/main" id="{7FBE5D82-3C77-441F-BD6C-9B8C449C22BC}"/>
              </a:ext>
            </a:extLst>
          </p:cNvPr>
          <p:cNvSpPr txBox="1">
            <a:spLocks noChangeArrowheads="1"/>
          </p:cNvSpPr>
          <p:nvPr/>
        </p:nvSpPr>
        <p:spPr bwMode="auto">
          <a:xfrm>
            <a:off x="3567953" y="6442041"/>
            <a:ext cx="2012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光源到接收屏距离</a:t>
            </a:r>
          </a:p>
        </p:txBody>
      </p:sp>
      <p:sp>
        <p:nvSpPr>
          <p:cNvPr id="85" name="Text Box 129">
            <a:extLst>
              <a:ext uri="{FF2B5EF4-FFF2-40B4-BE49-F238E27FC236}">
                <a16:creationId xmlns:a16="http://schemas.microsoft.com/office/drawing/2014/main" id="{82193C47-0F01-4245-BFE3-FF0179E31617}"/>
              </a:ext>
            </a:extLst>
          </p:cNvPr>
          <p:cNvSpPr txBox="1">
            <a:spLocks noChangeArrowheads="1"/>
          </p:cNvSpPr>
          <p:nvPr/>
        </p:nvSpPr>
        <p:spPr bwMode="auto">
          <a:xfrm>
            <a:off x="5850505" y="6435369"/>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条纹间距</a:t>
            </a:r>
          </a:p>
        </p:txBody>
      </p:sp>
      <p:sp>
        <p:nvSpPr>
          <p:cNvPr id="86" name="Line 133">
            <a:extLst>
              <a:ext uri="{FF2B5EF4-FFF2-40B4-BE49-F238E27FC236}">
                <a16:creationId xmlns:a16="http://schemas.microsoft.com/office/drawing/2014/main" id="{9ECCD8AC-19B9-46A7-8D2F-9DBA7F2B09F8}"/>
              </a:ext>
            </a:extLst>
          </p:cNvPr>
          <p:cNvSpPr>
            <a:spLocks noChangeShapeType="1"/>
          </p:cNvSpPr>
          <p:nvPr/>
        </p:nvSpPr>
        <p:spPr bwMode="auto">
          <a:xfrm>
            <a:off x="2703043" y="1724824"/>
            <a:ext cx="0" cy="720725"/>
          </a:xfrm>
          <a:prstGeom prst="line">
            <a:avLst/>
          </a:prstGeom>
          <a:noFill/>
          <a:ln w="2857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87" name="弧形 86">
            <a:extLst>
              <a:ext uri="{FF2B5EF4-FFF2-40B4-BE49-F238E27FC236}">
                <a16:creationId xmlns:a16="http://schemas.microsoft.com/office/drawing/2014/main" id="{93106514-100B-4200-A226-38EA7C50F2F7}"/>
              </a:ext>
            </a:extLst>
          </p:cNvPr>
          <p:cNvSpPr/>
          <p:nvPr/>
        </p:nvSpPr>
        <p:spPr>
          <a:xfrm rot="20206793">
            <a:off x="2342490" y="3205126"/>
            <a:ext cx="209168" cy="151388"/>
          </a:xfrm>
          <a:prstGeom prst="arc">
            <a:avLst>
              <a:gd name="adj1" fmla="val 10925808"/>
              <a:gd name="adj2" fmla="val 0"/>
            </a:avLst>
          </a:prstGeom>
          <a:noFill/>
          <a:ln w="19050" cap="flat" cmpd="sng" algn="ctr">
            <a:solidFill>
              <a:srgbClr val="0066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0376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7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par>
                                <p:cTn id="83" presetID="10" presetClass="entr" presetSubtype="0" fill="hold" grpId="0" nodeType="withEffect">
                                  <p:stCondLst>
                                    <p:cond delay="0"/>
                                  </p:stCondLst>
                                  <p:childTnLst>
                                    <p:set>
                                      <p:cBhvr>
                                        <p:cTn id="84" dur="1" fill="hold">
                                          <p:stCondLst>
                                            <p:cond delay="0"/>
                                          </p:stCondLst>
                                        </p:cTn>
                                        <p:tgtEl>
                                          <p:spTgt spid="87"/>
                                        </p:tgtEl>
                                        <p:attrNameLst>
                                          <p:attrName>style.visibility</p:attrName>
                                        </p:attrNameLst>
                                      </p:cBhvr>
                                      <p:to>
                                        <p:strVal val="visible"/>
                                      </p:to>
                                    </p:set>
                                    <p:animEffect transition="in" filter="fade">
                                      <p:cBhvr>
                                        <p:cTn id="85" dur="500"/>
                                        <p:tgtEl>
                                          <p:spTgt spid="87"/>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7"/>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72"/>
                                        </p:tgtEl>
                                        <p:attrNameLst>
                                          <p:attrName>style.visibility</p:attrName>
                                        </p:attrNameLst>
                                      </p:cBhvr>
                                      <p:to>
                                        <p:strVal val="visible"/>
                                      </p:to>
                                    </p:set>
                                  </p:childTnLst>
                                </p:cTn>
                              </p:par>
                            </p:childTnLst>
                          </p:cTn>
                        </p:par>
                        <p:par>
                          <p:cTn id="96" fill="hold">
                            <p:stCondLst>
                              <p:cond delay="0"/>
                            </p:stCondLst>
                            <p:childTnLst>
                              <p:par>
                                <p:cTn id="97" presetID="10" presetClass="entr" presetSubtype="0" fill="hold" grpId="0" nodeType="afterEffect">
                                  <p:stCondLst>
                                    <p:cond delay="0"/>
                                  </p:stCondLst>
                                  <p:childTnLst>
                                    <p:set>
                                      <p:cBhvr>
                                        <p:cTn id="98" dur="1" fill="hold">
                                          <p:stCondLst>
                                            <p:cond delay="0"/>
                                          </p:stCondLst>
                                        </p:cTn>
                                        <p:tgtEl>
                                          <p:spTgt spid="86"/>
                                        </p:tgtEl>
                                        <p:attrNameLst>
                                          <p:attrName>style.visibility</p:attrName>
                                        </p:attrNameLst>
                                      </p:cBhvr>
                                      <p:to>
                                        <p:strVal val="visible"/>
                                      </p:to>
                                    </p:set>
                                    <p:animEffect transition="in" filter="fade">
                                      <p:cBhvr>
                                        <p:cTn id="99" dur="500"/>
                                        <p:tgtEl>
                                          <p:spTgt spid="86"/>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7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63"/>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6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24"/>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75"/>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73"/>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83"/>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80"/>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81"/>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8"/>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77"/>
                                        </p:tgtEl>
                                        <p:attrNameLst>
                                          <p:attrName>style.visibility</p:attrName>
                                        </p:attrNameLst>
                                      </p:cBhvr>
                                      <p:to>
                                        <p:strVal val="visible"/>
                                      </p:to>
                                    </p:set>
                                  </p:childTnLst>
                                </p:cTn>
                              </p:par>
                              <p:par>
                                <p:cTn id="134" presetID="1" presetClass="entr" presetSubtype="0" fill="hold" nodeType="withEffect">
                                  <p:stCondLst>
                                    <p:cond delay="0"/>
                                  </p:stCondLst>
                                  <p:childTnLst>
                                    <p:set>
                                      <p:cBhvr>
                                        <p:cTn id="135" dur="1" fill="hold">
                                          <p:stCondLst>
                                            <p:cond delay="0"/>
                                          </p:stCondLst>
                                        </p:cTn>
                                        <p:tgtEl>
                                          <p:spTgt spid="76"/>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79"/>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74"/>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84"/>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nodeType="clickEffect">
                                  <p:stCondLst>
                                    <p:cond delay="0"/>
                                  </p:stCondLst>
                                  <p:childTnLst>
                                    <p:set>
                                      <p:cBhvr>
                                        <p:cTn id="147" dur="1" fill="hold">
                                          <p:stCondLst>
                                            <p:cond delay="0"/>
                                          </p:stCondLst>
                                        </p:cTn>
                                        <p:tgtEl>
                                          <p:spTgt spid="82"/>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8" grpId="0" animBg="1"/>
      <p:bldP spid="40" grpId="0" animBg="1"/>
      <p:bldP spid="55" grpId="0" animBg="1"/>
      <p:bldP spid="56" grpId="0" animBg="1"/>
      <p:bldP spid="57" grpId="0" animBg="1"/>
      <p:bldP spid="58" grpId="0" animBg="1"/>
      <p:bldP spid="59" grpId="0" animBg="1"/>
      <p:bldP spid="60" grpId="0" animBg="1"/>
      <p:bldP spid="61" grpId="0" animBg="1"/>
      <p:bldP spid="62" grpId="0" animBg="1"/>
      <p:bldP spid="64" grpId="0" animBg="1"/>
      <p:bldP spid="67" grpId="0" animBg="1"/>
      <p:bldP spid="68" grpId="0" animBg="1"/>
      <p:bldP spid="69" grpId="0"/>
      <p:bldP spid="71" grpId="0"/>
      <p:bldP spid="72" grpId="0"/>
      <p:bldP spid="77" grpId="0" animBg="1"/>
      <p:bldP spid="78" grpId="0" animBg="1"/>
      <p:bldP spid="80" grpId="0" animBg="1"/>
      <p:bldP spid="81" grpId="0" animBg="1"/>
      <p:bldP spid="83" grpId="0"/>
      <p:bldP spid="84" grpId="0"/>
      <p:bldP spid="85" grpId="0"/>
      <p:bldP spid="86" grpId="0" animBg="1"/>
      <p:bldP spid="8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E3B01C70-ABB5-4DD1-A4E1-5482BED25A12}"/>
              </a:ext>
            </a:extLst>
          </p:cNvPr>
          <p:cNvSpPr txBox="1">
            <a:spLocks noChangeArrowheads="1"/>
          </p:cNvSpPr>
          <p:nvPr/>
        </p:nvSpPr>
        <p:spPr bwMode="invGray">
          <a:xfrm>
            <a:off x="200419" y="338848"/>
            <a:ext cx="4371581" cy="4766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）洛埃德（</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Lloyd </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）镜</a:t>
            </a:r>
            <a:endPar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Freeform 87" descr="浅色下对角线">
            <a:extLst>
              <a:ext uri="{FF2B5EF4-FFF2-40B4-BE49-F238E27FC236}">
                <a16:creationId xmlns:a16="http://schemas.microsoft.com/office/drawing/2014/main" id="{427DC60E-B076-4C97-8FCB-51700063294C}"/>
              </a:ext>
            </a:extLst>
          </p:cNvPr>
          <p:cNvSpPr>
            <a:spLocks/>
          </p:cNvSpPr>
          <p:nvPr/>
        </p:nvSpPr>
        <p:spPr bwMode="auto">
          <a:xfrm>
            <a:off x="1089366" y="1340623"/>
            <a:ext cx="6192837" cy="2520950"/>
          </a:xfrm>
          <a:custGeom>
            <a:avLst/>
            <a:gdLst>
              <a:gd name="T0" fmla="*/ 0 w 3901"/>
              <a:gd name="T1" fmla="*/ 998 h 1588"/>
              <a:gd name="T2" fmla="*/ 3901 w 3901"/>
              <a:gd name="T3" fmla="*/ 0 h 1588"/>
              <a:gd name="T4" fmla="*/ 3901 w 3901"/>
              <a:gd name="T5" fmla="*/ 1588 h 1588"/>
              <a:gd name="T6" fmla="*/ 0 w 3901"/>
              <a:gd name="T7" fmla="*/ 998 h 1588"/>
            </a:gdLst>
            <a:ahLst/>
            <a:cxnLst>
              <a:cxn ang="0">
                <a:pos x="T0" y="T1"/>
              </a:cxn>
              <a:cxn ang="0">
                <a:pos x="T2" y="T3"/>
              </a:cxn>
              <a:cxn ang="0">
                <a:pos x="T4" y="T5"/>
              </a:cxn>
              <a:cxn ang="0">
                <a:pos x="T6" y="T7"/>
              </a:cxn>
            </a:cxnLst>
            <a:rect l="0" t="0" r="r" b="b"/>
            <a:pathLst>
              <a:path w="3901" h="1588">
                <a:moveTo>
                  <a:pt x="0" y="998"/>
                </a:moveTo>
                <a:lnTo>
                  <a:pt x="3901" y="0"/>
                </a:lnTo>
                <a:lnTo>
                  <a:pt x="3901" y="1588"/>
                </a:lnTo>
                <a:lnTo>
                  <a:pt x="0" y="998"/>
                </a:lnTo>
                <a:close/>
              </a:path>
            </a:pathLst>
          </a:custGeom>
          <a:pattFill prst="ltDnDiag">
            <a:fgClr>
              <a:srgbClr val="FF0000"/>
            </a:fgClr>
            <a:bgClr>
              <a:sysClr val="window" lastClr="FFFFFF"/>
            </a:bgClr>
          </a:patt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 name="Freeform 88" descr="浅色上对角线">
            <a:extLst>
              <a:ext uri="{FF2B5EF4-FFF2-40B4-BE49-F238E27FC236}">
                <a16:creationId xmlns:a16="http://schemas.microsoft.com/office/drawing/2014/main" id="{0C81EAFA-6DF1-475D-8AA2-8C1C2B0C5E25}"/>
              </a:ext>
            </a:extLst>
          </p:cNvPr>
          <p:cNvSpPr>
            <a:spLocks/>
          </p:cNvSpPr>
          <p:nvPr/>
        </p:nvSpPr>
        <p:spPr bwMode="auto">
          <a:xfrm>
            <a:off x="2386353" y="1485085"/>
            <a:ext cx="4895850" cy="1944688"/>
          </a:xfrm>
          <a:custGeom>
            <a:avLst/>
            <a:gdLst>
              <a:gd name="T0" fmla="*/ 0 w 3084"/>
              <a:gd name="T1" fmla="*/ 1225 h 1225"/>
              <a:gd name="T2" fmla="*/ 3084 w 3084"/>
              <a:gd name="T3" fmla="*/ 0 h 1225"/>
              <a:gd name="T4" fmla="*/ 3084 w 3084"/>
              <a:gd name="T5" fmla="*/ 953 h 1225"/>
              <a:gd name="T6" fmla="*/ 1179 w 3084"/>
              <a:gd name="T7" fmla="*/ 1225 h 1225"/>
              <a:gd name="T8" fmla="*/ 0 w 3084"/>
              <a:gd name="T9" fmla="*/ 1225 h 1225"/>
            </a:gdLst>
            <a:ahLst/>
            <a:cxnLst>
              <a:cxn ang="0">
                <a:pos x="T0" y="T1"/>
              </a:cxn>
              <a:cxn ang="0">
                <a:pos x="T2" y="T3"/>
              </a:cxn>
              <a:cxn ang="0">
                <a:pos x="T4" y="T5"/>
              </a:cxn>
              <a:cxn ang="0">
                <a:pos x="T6" y="T7"/>
              </a:cxn>
              <a:cxn ang="0">
                <a:pos x="T8" y="T9"/>
              </a:cxn>
            </a:cxnLst>
            <a:rect l="0" t="0" r="r" b="b"/>
            <a:pathLst>
              <a:path w="3084" h="1225">
                <a:moveTo>
                  <a:pt x="0" y="1225"/>
                </a:moveTo>
                <a:lnTo>
                  <a:pt x="3084" y="0"/>
                </a:lnTo>
                <a:lnTo>
                  <a:pt x="3084" y="953"/>
                </a:lnTo>
                <a:lnTo>
                  <a:pt x="1179" y="1225"/>
                </a:lnTo>
                <a:lnTo>
                  <a:pt x="0" y="1225"/>
                </a:lnTo>
                <a:close/>
              </a:path>
            </a:pathLst>
          </a:custGeom>
          <a:pattFill prst="ltUpDiag">
            <a:fgClr>
              <a:srgbClr val="C0504D"/>
            </a:fgClr>
            <a:bgClr>
              <a:sysClr val="window" lastClr="FFFFFF"/>
            </a:bgClr>
          </a:pattFill>
          <a:ln w="9525">
            <a:solidFill>
              <a:srgbClr val="C0504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 name="Line 35">
            <a:extLst>
              <a:ext uri="{FF2B5EF4-FFF2-40B4-BE49-F238E27FC236}">
                <a16:creationId xmlns:a16="http://schemas.microsoft.com/office/drawing/2014/main" id="{A78B1218-6C9C-4091-95CC-3F263079028F}"/>
              </a:ext>
            </a:extLst>
          </p:cNvPr>
          <p:cNvSpPr>
            <a:spLocks noChangeShapeType="1"/>
          </p:cNvSpPr>
          <p:nvPr/>
        </p:nvSpPr>
        <p:spPr bwMode="auto">
          <a:xfrm>
            <a:off x="1089366" y="2924948"/>
            <a:ext cx="3241675" cy="5048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6" name="Object 62">
            <a:extLst>
              <a:ext uri="{FF2B5EF4-FFF2-40B4-BE49-F238E27FC236}">
                <a16:creationId xmlns:a16="http://schemas.microsoft.com/office/drawing/2014/main" id="{3DB63521-671D-412D-A50F-A6AE2DFA04C6}"/>
              </a:ext>
            </a:extLst>
          </p:cNvPr>
          <p:cNvGraphicFramePr>
            <a:graphicFrameLocks noChangeAspect="1"/>
          </p:cNvGraphicFramePr>
          <p:nvPr>
            <p:extLst>
              <p:ext uri="{D42A27DB-BD31-4B8C-83A1-F6EECF244321}">
                <p14:modId xmlns:p14="http://schemas.microsoft.com/office/powerpoint/2010/main" val="2746145203"/>
              </p:ext>
            </p:extLst>
          </p:nvPr>
        </p:nvGraphicFramePr>
        <p:xfrm>
          <a:off x="6056653" y="3574235"/>
          <a:ext cx="433388" cy="352425"/>
        </p:xfrm>
        <a:graphic>
          <a:graphicData uri="http://schemas.openxmlformats.org/presentationml/2006/ole">
            <mc:AlternateContent xmlns:mc="http://schemas.openxmlformats.org/markup-compatibility/2006">
              <mc:Choice xmlns:v="urn:schemas-microsoft-com:vml" Requires="v">
                <p:oleObj name="Equation" r:id="rId3" imgW="203040" imgH="164880" progId="Equation.DSMT4">
                  <p:embed/>
                </p:oleObj>
              </mc:Choice>
              <mc:Fallback>
                <p:oleObj name="Equation" r:id="rId3" imgW="203040" imgH="164880" progId="Equation.DSMT4">
                  <p:embed/>
                  <p:pic>
                    <p:nvPicPr>
                      <p:cNvPr id="98"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6653" y="3574235"/>
                        <a:ext cx="43338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Freeform 50">
            <a:extLst>
              <a:ext uri="{FF2B5EF4-FFF2-40B4-BE49-F238E27FC236}">
                <a16:creationId xmlns:a16="http://schemas.microsoft.com/office/drawing/2014/main" id="{065DD50C-68B9-4979-A0B6-340AD5FEBBBC}"/>
              </a:ext>
            </a:extLst>
          </p:cNvPr>
          <p:cNvSpPr>
            <a:spLocks/>
          </p:cNvSpPr>
          <p:nvPr/>
        </p:nvSpPr>
        <p:spPr bwMode="auto">
          <a:xfrm rot="5400000">
            <a:off x="6994072" y="1773216"/>
            <a:ext cx="1512888" cy="936625"/>
          </a:xfrm>
          <a:custGeom>
            <a:avLst/>
            <a:gdLst>
              <a:gd name="T0" fmla="*/ 0 w 2178"/>
              <a:gd name="T1" fmla="*/ 590 h 590"/>
              <a:gd name="T2" fmla="*/ 273 w 2178"/>
              <a:gd name="T3" fmla="*/ 0 h 590"/>
              <a:gd name="T4" fmla="*/ 545 w 2178"/>
              <a:gd name="T5" fmla="*/ 590 h 590"/>
              <a:gd name="T6" fmla="*/ 817 w 2178"/>
              <a:gd name="T7" fmla="*/ 0 h 590"/>
              <a:gd name="T8" fmla="*/ 1089 w 2178"/>
              <a:gd name="T9" fmla="*/ 590 h 590"/>
              <a:gd name="T10" fmla="*/ 1361 w 2178"/>
              <a:gd name="T11" fmla="*/ 0 h 590"/>
              <a:gd name="T12" fmla="*/ 1633 w 2178"/>
              <a:gd name="T13" fmla="*/ 590 h 590"/>
              <a:gd name="T14" fmla="*/ 1906 w 2178"/>
              <a:gd name="T15" fmla="*/ 0 h 590"/>
              <a:gd name="T16" fmla="*/ 2178 w 2178"/>
              <a:gd name="T17" fmla="*/ 59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8" h="590">
                <a:moveTo>
                  <a:pt x="0" y="590"/>
                </a:moveTo>
                <a:cubicBezTo>
                  <a:pt x="91" y="295"/>
                  <a:pt x="182" y="0"/>
                  <a:pt x="273" y="0"/>
                </a:cubicBezTo>
                <a:cubicBezTo>
                  <a:pt x="364" y="0"/>
                  <a:pt x="454" y="590"/>
                  <a:pt x="545" y="590"/>
                </a:cubicBezTo>
                <a:cubicBezTo>
                  <a:pt x="636" y="590"/>
                  <a:pt x="726" y="0"/>
                  <a:pt x="817" y="0"/>
                </a:cubicBezTo>
                <a:cubicBezTo>
                  <a:pt x="908" y="0"/>
                  <a:pt x="998" y="590"/>
                  <a:pt x="1089" y="590"/>
                </a:cubicBezTo>
                <a:cubicBezTo>
                  <a:pt x="1180" y="590"/>
                  <a:pt x="1270" y="0"/>
                  <a:pt x="1361" y="0"/>
                </a:cubicBezTo>
                <a:cubicBezTo>
                  <a:pt x="1452" y="0"/>
                  <a:pt x="1542" y="590"/>
                  <a:pt x="1633" y="590"/>
                </a:cubicBezTo>
                <a:cubicBezTo>
                  <a:pt x="1724" y="590"/>
                  <a:pt x="1815" y="0"/>
                  <a:pt x="1906" y="0"/>
                </a:cubicBezTo>
                <a:cubicBezTo>
                  <a:pt x="1997" y="0"/>
                  <a:pt x="2087" y="295"/>
                  <a:pt x="2178" y="590"/>
                </a:cubicBezTo>
              </a:path>
            </a:pathLst>
          </a:cu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8" name="Line 32">
            <a:extLst>
              <a:ext uri="{FF2B5EF4-FFF2-40B4-BE49-F238E27FC236}">
                <a16:creationId xmlns:a16="http://schemas.microsoft.com/office/drawing/2014/main" id="{59A7369F-F21E-46D1-ADA3-4DA28C8DD35C}"/>
              </a:ext>
            </a:extLst>
          </p:cNvPr>
          <p:cNvSpPr>
            <a:spLocks noChangeShapeType="1"/>
          </p:cNvSpPr>
          <p:nvPr/>
        </p:nvSpPr>
        <p:spPr bwMode="auto">
          <a:xfrm flipV="1">
            <a:off x="2386353" y="1485085"/>
            <a:ext cx="4895850" cy="1944688"/>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9" name="Line 34">
            <a:extLst>
              <a:ext uri="{FF2B5EF4-FFF2-40B4-BE49-F238E27FC236}">
                <a16:creationId xmlns:a16="http://schemas.microsoft.com/office/drawing/2014/main" id="{26E9387D-0AE9-4F95-A602-08AD70F3E8E5}"/>
              </a:ext>
            </a:extLst>
          </p:cNvPr>
          <p:cNvSpPr>
            <a:spLocks noChangeShapeType="1"/>
          </p:cNvSpPr>
          <p:nvPr/>
        </p:nvSpPr>
        <p:spPr bwMode="auto">
          <a:xfrm flipH="1">
            <a:off x="4329453" y="2997973"/>
            <a:ext cx="2952750" cy="43180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0" name="Oval 27">
            <a:extLst>
              <a:ext uri="{FF2B5EF4-FFF2-40B4-BE49-F238E27FC236}">
                <a16:creationId xmlns:a16="http://schemas.microsoft.com/office/drawing/2014/main" id="{8DAF7859-48E6-46EF-BC9E-194830B7197A}"/>
              </a:ext>
            </a:extLst>
          </p:cNvPr>
          <p:cNvSpPr>
            <a:spLocks noChangeArrowheads="1"/>
          </p:cNvSpPr>
          <p:nvPr/>
        </p:nvSpPr>
        <p:spPr bwMode="auto">
          <a:xfrm>
            <a:off x="1046503" y="3890148"/>
            <a:ext cx="73025" cy="73025"/>
          </a:xfrm>
          <a:prstGeom prst="ellipse">
            <a:avLst/>
          </a:prstGeom>
          <a:solidFill>
            <a:srgbClr val="3333FF"/>
          </a:solidFill>
          <a:ln w="952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11" name="Line 24">
            <a:extLst>
              <a:ext uri="{FF2B5EF4-FFF2-40B4-BE49-F238E27FC236}">
                <a16:creationId xmlns:a16="http://schemas.microsoft.com/office/drawing/2014/main" id="{5DCFE75F-6A8C-4A2D-9B74-88227DBBEAA7}"/>
              </a:ext>
            </a:extLst>
          </p:cNvPr>
          <p:cNvSpPr>
            <a:spLocks noChangeShapeType="1"/>
          </p:cNvSpPr>
          <p:nvPr/>
        </p:nvSpPr>
        <p:spPr bwMode="auto">
          <a:xfrm>
            <a:off x="4331041" y="3429773"/>
            <a:ext cx="2951162" cy="4318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 name="Line 5">
            <a:extLst>
              <a:ext uri="{FF2B5EF4-FFF2-40B4-BE49-F238E27FC236}">
                <a16:creationId xmlns:a16="http://schemas.microsoft.com/office/drawing/2014/main" id="{A576189F-DB82-44A0-B9B9-7ED201C7D946}"/>
              </a:ext>
            </a:extLst>
          </p:cNvPr>
          <p:cNvSpPr>
            <a:spLocks noChangeShapeType="1"/>
          </p:cNvSpPr>
          <p:nvPr/>
        </p:nvSpPr>
        <p:spPr bwMode="auto">
          <a:xfrm>
            <a:off x="730591" y="3429773"/>
            <a:ext cx="6553200"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 name="Line 6">
            <a:extLst>
              <a:ext uri="{FF2B5EF4-FFF2-40B4-BE49-F238E27FC236}">
                <a16:creationId xmlns:a16="http://schemas.microsoft.com/office/drawing/2014/main" id="{3F5E559A-D4FC-40E7-BB7C-10DA24DEBA2C}"/>
              </a:ext>
            </a:extLst>
          </p:cNvPr>
          <p:cNvSpPr>
            <a:spLocks noChangeShapeType="1"/>
          </p:cNvSpPr>
          <p:nvPr/>
        </p:nvSpPr>
        <p:spPr bwMode="auto">
          <a:xfrm>
            <a:off x="2386353" y="3429773"/>
            <a:ext cx="1944688" cy="0"/>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7">
            <a:extLst>
              <a:ext uri="{FF2B5EF4-FFF2-40B4-BE49-F238E27FC236}">
                <a16:creationId xmlns:a16="http://schemas.microsoft.com/office/drawing/2014/main" id="{A590E81B-E95F-41CE-923D-3B5BE063E2D1}"/>
              </a:ext>
            </a:extLst>
          </p:cNvPr>
          <p:cNvSpPr>
            <a:spLocks noChangeShapeType="1"/>
          </p:cNvSpPr>
          <p:nvPr/>
        </p:nvSpPr>
        <p:spPr bwMode="auto">
          <a:xfrm flipH="1">
            <a:off x="22418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Line 8">
            <a:extLst>
              <a:ext uri="{FF2B5EF4-FFF2-40B4-BE49-F238E27FC236}">
                <a16:creationId xmlns:a16="http://schemas.microsoft.com/office/drawing/2014/main" id="{DF1AD0AA-4D1A-45DE-B105-55A74404A826}"/>
              </a:ext>
            </a:extLst>
          </p:cNvPr>
          <p:cNvSpPr>
            <a:spLocks noChangeShapeType="1"/>
          </p:cNvSpPr>
          <p:nvPr/>
        </p:nvSpPr>
        <p:spPr bwMode="auto">
          <a:xfrm flipH="1">
            <a:off x="24577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Line 9">
            <a:extLst>
              <a:ext uri="{FF2B5EF4-FFF2-40B4-BE49-F238E27FC236}">
                <a16:creationId xmlns:a16="http://schemas.microsoft.com/office/drawing/2014/main" id="{597E2B56-967F-458A-B62A-855B9BEDCC58}"/>
              </a:ext>
            </a:extLst>
          </p:cNvPr>
          <p:cNvSpPr>
            <a:spLocks noChangeShapeType="1"/>
          </p:cNvSpPr>
          <p:nvPr/>
        </p:nvSpPr>
        <p:spPr bwMode="auto">
          <a:xfrm flipH="1">
            <a:off x="26736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Line 10">
            <a:extLst>
              <a:ext uri="{FF2B5EF4-FFF2-40B4-BE49-F238E27FC236}">
                <a16:creationId xmlns:a16="http://schemas.microsoft.com/office/drawing/2014/main" id="{7E39B48E-DE89-431C-A1F5-A2AD0C3F1A23}"/>
              </a:ext>
            </a:extLst>
          </p:cNvPr>
          <p:cNvSpPr>
            <a:spLocks noChangeShapeType="1"/>
          </p:cNvSpPr>
          <p:nvPr/>
        </p:nvSpPr>
        <p:spPr bwMode="auto">
          <a:xfrm flipH="1">
            <a:off x="28895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8" name="Line 11">
            <a:extLst>
              <a:ext uri="{FF2B5EF4-FFF2-40B4-BE49-F238E27FC236}">
                <a16:creationId xmlns:a16="http://schemas.microsoft.com/office/drawing/2014/main" id="{588C11FE-01C5-44A7-9D55-C29A41ADB049}"/>
              </a:ext>
            </a:extLst>
          </p:cNvPr>
          <p:cNvSpPr>
            <a:spLocks noChangeShapeType="1"/>
          </p:cNvSpPr>
          <p:nvPr/>
        </p:nvSpPr>
        <p:spPr bwMode="auto">
          <a:xfrm flipH="1">
            <a:off x="31054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9" name="Line 12">
            <a:extLst>
              <a:ext uri="{FF2B5EF4-FFF2-40B4-BE49-F238E27FC236}">
                <a16:creationId xmlns:a16="http://schemas.microsoft.com/office/drawing/2014/main" id="{E71FFF70-1F81-444A-9F00-7B9B9D9A1D1F}"/>
              </a:ext>
            </a:extLst>
          </p:cNvPr>
          <p:cNvSpPr>
            <a:spLocks noChangeShapeType="1"/>
          </p:cNvSpPr>
          <p:nvPr/>
        </p:nvSpPr>
        <p:spPr bwMode="auto">
          <a:xfrm flipH="1">
            <a:off x="33213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0" name="Line 14">
            <a:extLst>
              <a:ext uri="{FF2B5EF4-FFF2-40B4-BE49-F238E27FC236}">
                <a16:creationId xmlns:a16="http://schemas.microsoft.com/office/drawing/2014/main" id="{DA299216-1A55-42E1-B817-3BB8CE428649}"/>
              </a:ext>
            </a:extLst>
          </p:cNvPr>
          <p:cNvSpPr>
            <a:spLocks noChangeShapeType="1"/>
          </p:cNvSpPr>
          <p:nvPr/>
        </p:nvSpPr>
        <p:spPr bwMode="auto">
          <a:xfrm flipH="1">
            <a:off x="35372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Line 15">
            <a:extLst>
              <a:ext uri="{FF2B5EF4-FFF2-40B4-BE49-F238E27FC236}">
                <a16:creationId xmlns:a16="http://schemas.microsoft.com/office/drawing/2014/main" id="{BBBF42C2-F702-4373-B079-D40CB61F2486}"/>
              </a:ext>
            </a:extLst>
          </p:cNvPr>
          <p:cNvSpPr>
            <a:spLocks noChangeShapeType="1"/>
          </p:cNvSpPr>
          <p:nvPr/>
        </p:nvSpPr>
        <p:spPr bwMode="auto">
          <a:xfrm flipH="1">
            <a:off x="375319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Line 17">
            <a:extLst>
              <a:ext uri="{FF2B5EF4-FFF2-40B4-BE49-F238E27FC236}">
                <a16:creationId xmlns:a16="http://schemas.microsoft.com/office/drawing/2014/main" id="{D947ADB3-3CA0-4C88-9128-B40843C4204F}"/>
              </a:ext>
            </a:extLst>
          </p:cNvPr>
          <p:cNvSpPr>
            <a:spLocks noChangeShapeType="1"/>
          </p:cNvSpPr>
          <p:nvPr/>
        </p:nvSpPr>
        <p:spPr bwMode="auto">
          <a:xfrm flipH="1">
            <a:off x="3970678"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Line 18">
            <a:extLst>
              <a:ext uri="{FF2B5EF4-FFF2-40B4-BE49-F238E27FC236}">
                <a16:creationId xmlns:a16="http://schemas.microsoft.com/office/drawing/2014/main" id="{7E4A4228-D840-4030-9BA1-C153079897E5}"/>
              </a:ext>
            </a:extLst>
          </p:cNvPr>
          <p:cNvSpPr>
            <a:spLocks noChangeShapeType="1"/>
          </p:cNvSpPr>
          <p:nvPr/>
        </p:nvSpPr>
        <p:spPr bwMode="auto">
          <a:xfrm flipH="1">
            <a:off x="4186578"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4" name="Oval 19">
            <a:extLst>
              <a:ext uri="{FF2B5EF4-FFF2-40B4-BE49-F238E27FC236}">
                <a16:creationId xmlns:a16="http://schemas.microsoft.com/office/drawing/2014/main" id="{1D88B8E7-5453-4975-A13B-A024242A8F4E}"/>
              </a:ext>
            </a:extLst>
          </p:cNvPr>
          <p:cNvSpPr>
            <a:spLocks noChangeArrowheads="1"/>
          </p:cNvSpPr>
          <p:nvPr/>
        </p:nvSpPr>
        <p:spPr bwMode="auto">
          <a:xfrm>
            <a:off x="1060791" y="2882085"/>
            <a:ext cx="73025" cy="73025"/>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25" name="Line 20">
            <a:extLst>
              <a:ext uri="{FF2B5EF4-FFF2-40B4-BE49-F238E27FC236}">
                <a16:creationId xmlns:a16="http://schemas.microsoft.com/office/drawing/2014/main" id="{7B299B8A-9BDD-437E-BC08-B7A5E336FAD8}"/>
              </a:ext>
            </a:extLst>
          </p:cNvPr>
          <p:cNvSpPr>
            <a:spLocks noChangeShapeType="1"/>
          </p:cNvSpPr>
          <p:nvPr/>
        </p:nvSpPr>
        <p:spPr bwMode="auto">
          <a:xfrm>
            <a:off x="1089366" y="2924948"/>
            <a:ext cx="1296987"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6" name="Line 21">
            <a:extLst>
              <a:ext uri="{FF2B5EF4-FFF2-40B4-BE49-F238E27FC236}">
                <a16:creationId xmlns:a16="http://schemas.microsoft.com/office/drawing/2014/main" id="{4302899C-A737-4024-B47D-BAAEB15D0213}"/>
              </a:ext>
            </a:extLst>
          </p:cNvPr>
          <p:cNvSpPr>
            <a:spLocks noChangeShapeType="1"/>
          </p:cNvSpPr>
          <p:nvPr/>
        </p:nvSpPr>
        <p:spPr bwMode="auto">
          <a:xfrm>
            <a:off x="7282203" y="1126310"/>
            <a:ext cx="0" cy="23034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7" name="Line 22">
            <a:extLst>
              <a:ext uri="{FF2B5EF4-FFF2-40B4-BE49-F238E27FC236}">
                <a16:creationId xmlns:a16="http://schemas.microsoft.com/office/drawing/2014/main" id="{5800AB44-739B-41DC-ABFA-E64935A3ABC3}"/>
              </a:ext>
            </a:extLst>
          </p:cNvPr>
          <p:cNvSpPr>
            <a:spLocks noChangeShapeType="1"/>
          </p:cNvSpPr>
          <p:nvPr/>
        </p:nvSpPr>
        <p:spPr bwMode="auto">
          <a:xfrm>
            <a:off x="1103653" y="2939235"/>
            <a:ext cx="1512888" cy="2159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8" name="Line 23">
            <a:extLst>
              <a:ext uri="{FF2B5EF4-FFF2-40B4-BE49-F238E27FC236}">
                <a16:creationId xmlns:a16="http://schemas.microsoft.com/office/drawing/2014/main" id="{FD398536-4D98-4998-AB70-AED50B1374A8}"/>
              </a:ext>
            </a:extLst>
          </p:cNvPr>
          <p:cNvSpPr>
            <a:spLocks noChangeShapeType="1"/>
          </p:cNvSpPr>
          <p:nvPr/>
        </p:nvSpPr>
        <p:spPr bwMode="auto">
          <a:xfrm flipV="1">
            <a:off x="1089366" y="1340623"/>
            <a:ext cx="6192837" cy="15843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9" name="Line 25">
            <a:extLst>
              <a:ext uri="{FF2B5EF4-FFF2-40B4-BE49-F238E27FC236}">
                <a16:creationId xmlns:a16="http://schemas.microsoft.com/office/drawing/2014/main" id="{24138680-747A-4F50-BDAA-EFF6B46DE14F}"/>
              </a:ext>
            </a:extLst>
          </p:cNvPr>
          <p:cNvSpPr>
            <a:spLocks noChangeShapeType="1"/>
          </p:cNvSpPr>
          <p:nvPr/>
        </p:nvSpPr>
        <p:spPr bwMode="auto">
          <a:xfrm>
            <a:off x="1089366" y="2924948"/>
            <a:ext cx="0" cy="504825"/>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0" name="Line 26">
            <a:extLst>
              <a:ext uri="{FF2B5EF4-FFF2-40B4-BE49-F238E27FC236}">
                <a16:creationId xmlns:a16="http://schemas.microsoft.com/office/drawing/2014/main" id="{142A42E3-7870-4E9F-9FB3-33E4BA890595}"/>
              </a:ext>
            </a:extLst>
          </p:cNvPr>
          <p:cNvSpPr>
            <a:spLocks noChangeShapeType="1"/>
          </p:cNvSpPr>
          <p:nvPr/>
        </p:nvSpPr>
        <p:spPr bwMode="auto">
          <a:xfrm>
            <a:off x="1089366" y="3428185"/>
            <a:ext cx="0" cy="504825"/>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1" name="Line 28">
            <a:extLst>
              <a:ext uri="{FF2B5EF4-FFF2-40B4-BE49-F238E27FC236}">
                <a16:creationId xmlns:a16="http://schemas.microsoft.com/office/drawing/2014/main" id="{79353C7A-8CE8-4FD3-ABA2-31F0E5225EB2}"/>
              </a:ext>
            </a:extLst>
          </p:cNvPr>
          <p:cNvSpPr>
            <a:spLocks noChangeShapeType="1"/>
          </p:cNvSpPr>
          <p:nvPr/>
        </p:nvSpPr>
        <p:spPr bwMode="auto">
          <a:xfrm flipV="1">
            <a:off x="2759416" y="2277248"/>
            <a:ext cx="865187"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2" name="Line 29">
            <a:extLst>
              <a:ext uri="{FF2B5EF4-FFF2-40B4-BE49-F238E27FC236}">
                <a16:creationId xmlns:a16="http://schemas.microsoft.com/office/drawing/2014/main" id="{037AE49C-38FB-46D8-AA9C-EEE575EA665C}"/>
              </a:ext>
            </a:extLst>
          </p:cNvPr>
          <p:cNvSpPr>
            <a:spLocks noChangeShapeType="1"/>
          </p:cNvSpPr>
          <p:nvPr/>
        </p:nvSpPr>
        <p:spPr bwMode="auto">
          <a:xfrm>
            <a:off x="5842341" y="3645673"/>
            <a:ext cx="431800" cy="7143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3" name="Line 30">
            <a:extLst>
              <a:ext uri="{FF2B5EF4-FFF2-40B4-BE49-F238E27FC236}">
                <a16:creationId xmlns:a16="http://schemas.microsoft.com/office/drawing/2014/main" id="{77D70CE9-BDC1-4C59-A3BC-8CA158A9FC10}"/>
              </a:ext>
            </a:extLst>
          </p:cNvPr>
          <p:cNvSpPr>
            <a:spLocks noChangeShapeType="1"/>
          </p:cNvSpPr>
          <p:nvPr/>
        </p:nvSpPr>
        <p:spPr bwMode="auto">
          <a:xfrm>
            <a:off x="1449728" y="3069410"/>
            <a:ext cx="576263" cy="215900"/>
          </a:xfrm>
          <a:prstGeom prst="line">
            <a:avLst/>
          </a:prstGeom>
          <a:noFill/>
          <a:ln w="9525">
            <a:solidFill>
              <a:srgbClr val="00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4" name="Line 31">
            <a:extLst>
              <a:ext uri="{FF2B5EF4-FFF2-40B4-BE49-F238E27FC236}">
                <a16:creationId xmlns:a16="http://schemas.microsoft.com/office/drawing/2014/main" id="{F541B252-9633-43EB-9953-600EAA279AB1}"/>
              </a:ext>
            </a:extLst>
          </p:cNvPr>
          <p:cNvSpPr>
            <a:spLocks noChangeShapeType="1"/>
          </p:cNvSpPr>
          <p:nvPr/>
        </p:nvSpPr>
        <p:spPr bwMode="auto">
          <a:xfrm flipH="1">
            <a:off x="2384766" y="2924948"/>
            <a:ext cx="1296987" cy="504825"/>
          </a:xfrm>
          <a:prstGeom prst="line">
            <a:avLst/>
          </a:prstGeom>
          <a:noFill/>
          <a:ln w="9525">
            <a:solidFill>
              <a:srgbClr val="0000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5" name="Line 33">
            <a:extLst>
              <a:ext uri="{FF2B5EF4-FFF2-40B4-BE49-F238E27FC236}">
                <a16:creationId xmlns:a16="http://schemas.microsoft.com/office/drawing/2014/main" id="{D400CF42-5BF3-4FBD-9CE4-41CE6DC61A6A}"/>
              </a:ext>
            </a:extLst>
          </p:cNvPr>
          <p:cNvSpPr>
            <a:spLocks noChangeShapeType="1"/>
          </p:cNvSpPr>
          <p:nvPr/>
        </p:nvSpPr>
        <p:spPr bwMode="auto">
          <a:xfrm flipH="1">
            <a:off x="4329453" y="3069410"/>
            <a:ext cx="2449513" cy="360363"/>
          </a:xfrm>
          <a:prstGeom prst="line">
            <a:avLst/>
          </a:prstGeom>
          <a:noFill/>
          <a:ln w="9525">
            <a:solidFill>
              <a:srgbClr val="0000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36" name="Object 36">
            <a:extLst>
              <a:ext uri="{FF2B5EF4-FFF2-40B4-BE49-F238E27FC236}">
                <a16:creationId xmlns:a16="http://schemas.microsoft.com/office/drawing/2014/main" id="{8896207C-46C0-4243-809B-83F0F62D7BBE}"/>
              </a:ext>
            </a:extLst>
          </p:cNvPr>
          <p:cNvGraphicFramePr>
            <a:graphicFrameLocks noChangeAspect="1"/>
          </p:cNvGraphicFramePr>
          <p:nvPr>
            <p:extLst>
              <p:ext uri="{D42A27DB-BD31-4B8C-83A1-F6EECF244321}">
                <p14:modId xmlns:p14="http://schemas.microsoft.com/office/powerpoint/2010/main" val="1198454362"/>
              </p:ext>
            </p:extLst>
          </p:nvPr>
        </p:nvGraphicFramePr>
        <p:xfrm>
          <a:off x="790916" y="2709048"/>
          <a:ext cx="298450" cy="379412"/>
        </p:xfrm>
        <a:graphic>
          <a:graphicData uri="http://schemas.openxmlformats.org/presentationml/2006/ole">
            <mc:AlternateContent xmlns:mc="http://schemas.openxmlformats.org/markup-compatibility/2006">
              <mc:Choice xmlns:v="urn:schemas-microsoft-com:vml" Requires="v">
                <p:oleObj name="Equation" r:id="rId5" imgW="139680" imgH="177480" progId="Equation.DSMT4">
                  <p:embed/>
                </p:oleObj>
              </mc:Choice>
              <mc:Fallback>
                <p:oleObj name="Equation" r:id="rId5" imgW="139680" imgH="177480" progId="Equation.DSMT4">
                  <p:embed/>
                  <p:pic>
                    <p:nvPicPr>
                      <p:cNvPr id="128"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916" y="2709048"/>
                        <a:ext cx="298450"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37">
            <a:extLst>
              <a:ext uri="{FF2B5EF4-FFF2-40B4-BE49-F238E27FC236}">
                <a16:creationId xmlns:a16="http://schemas.microsoft.com/office/drawing/2014/main" id="{039B8A0C-6891-4F79-BBF6-E25A1E53588A}"/>
              </a:ext>
            </a:extLst>
          </p:cNvPr>
          <p:cNvGraphicFramePr>
            <a:graphicFrameLocks noChangeAspect="1"/>
          </p:cNvGraphicFramePr>
          <p:nvPr>
            <p:extLst>
              <p:ext uri="{D42A27DB-BD31-4B8C-83A1-F6EECF244321}">
                <p14:modId xmlns:p14="http://schemas.microsoft.com/office/powerpoint/2010/main" val="1575385209"/>
              </p:ext>
            </p:extLst>
          </p:nvPr>
        </p:nvGraphicFramePr>
        <p:xfrm>
          <a:off x="709953" y="3717110"/>
          <a:ext cx="379413" cy="379413"/>
        </p:xfrm>
        <a:graphic>
          <a:graphicData uri="http://schemas.openxmlformats.org/presentationml/2006/ole">
            <mc:AlternateContent xmlns:mc="http://schemas.openxmlformats.org/markup-compatibility/2006">
              <mc:Choice xmlns:v="urn:schemas-microsoft-com:vml" Requires="v">
                <p:oleObj name="Equation" r:id="rId7" imgW="177480" imgH="177480" progId="Equation.DSMT4">
                  <p:embed/>
                </p:oleObj>
              </mc:Choice>
              <mc:Fallback>
                <p:oleObj name="Equation" r:id="rId7" imgW="177480" imgH="177480" progId="Equation.DSMT4">
                  <p:embed/>
                  <p:pic>
                    <p:nvPicPr>
                      <p:cNvPr id="129"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953" y="3717110"/>
                        <a:ext cx="379413"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8">
            <a:extLst>
              <a:ext uri="{FF2B5EF4-FFF2-40B4-BE49-F238E27FC236}">
                <a16:creationId xmlns:a16="http://schemas.microsoft.com/office/drawing/2014/main" id="{E2BA4722-2208-4BC8-859A-8E634A8C4F55}"/>
              </a:ext>
            </a:extLst>
          </p:cNvPr>
          <p:cNvGraphicFramePr>
            <a:graphicFrameLocks noChangeAspect="1"/>
          </p:cNvGraphicFramePr>
          <p:nvPr>
            <p:extLst>
              <p:ext uri="{D42A27DB-BD31-4B8C-83A1-F6EECF244321}">
                <p14:modId xmlns:p14="http://schemas.microsoft.com/office/powerpoint/2010/main" val="3144966063"/>
              </p:ext>
            </p:extLst>
          </p:nvPr>
        </p:nvGraphicFramePr>
        <p:xfrm>
          <a:off x="3105491" y="3574235"/>
          <a:ext cx="433387" cy="352425"/>
        </p:xfrm>
        <a:graphic>
          <a:graphicData uri="http://schemas.openxmlformats.org/presentationml/2006/ole">
            <mc:AlternateContent xmlns:mc="http://schemas.openxmlformats.org/markup-compatibility/2006">
              <mc:Choice xmlns:v="urn:schemas-microsoft-com:vml" Requires="v">
                <p:oleObj name="Equation" r:id="rId9" imgW="203040" imgH="164880" progId="Equation.DSMT4">
                  <p:embed/>
                </p:oleObj>
              </mc:Choice>
              <mc:Fallback>
                <p:oleObj name="Equation" r:id="rId9" imgW="203040" imgH="164880" progId="Equation.DSMT4">
                  <p:embed/>
                  <p:pic>
                    <p:nvPicPr>
                      <p:cNvPr id="13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491" y="3574235"/>
                        <a:ext cx="433387"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Line 51">
            <a:extLst>
              <a:ext uri="{FF2B5EF4-FFF2-40B4-BE49-F238E27FC236}">
                <a16:creationId xmlns:a16="http://schemas.microsoft.com/office/drawing/2014/main" id="{DA88570E-F71C-4E87-9105-AA6C9D751A64}"/>
              </a:ext>
            </a:extLst>
          </p:cNvPr>
          <p:cNvSpPr>
            <a:spLocks noChangeShapeType="1"/>
          </p:cNvSpPr>
          <p:nvPr/>
        </p:nvSpPr>
        <p:spPr bwMode="auto">
          <a:xfrm>
            <a:off x="5337516" y="3429773"/>
            <a:ext cx="1944687" cy="0"/>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0" name="Line 52">
            <a:extLst>
              <a:ext uri="{FF2B5EF4-FFF2-40B4-BE49-F238E27FC236}">
                <a16:creationId xmlns:a16="http://schemas.microsoft.com/office/drawing/2014/main" id="{8D6EF140-C8A9-4443-9631-FDA053518411}"/>
              </a:ext>
            </a:extLst>
          </p:cNvPr>
          <p:cNvSpPr>
            <a:spLocks noChangeShapeType="1"/>
          </p:cNvSpPr>
          <p:nvPr/>
        </p:nvSpPr>
        <p:spPr bwMode="auto">
          <a:xfrm flipH="1">
            <a:off x="51930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1" name="Line 53">
            <a:extLst>
              <a:ext uri="{FF2B5EF4-FFF2-40B4-BE49-F238E27FC236}">
                <a16:creationId xmlns:a16="http://schemas.microsoft.com/office/drawing/2014/main" id="{C3456D04-3914-4437-BB96-45E0167FFDB8}"/>
              </a:ext>
            </a:extLst>
          </p:cNvPr>
          <p:cNvSpPr>
            <a:spLocks noChangeShapeType="1"/>
          </p:cNvSpPr>
          <p:nvPr/>
        </p:nvSpPr>
        <p:spPr bwMode="auto">
          <a:xfrm flipH="1">
            <a:off x="54089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2" name="Line 54">
            <a:extLst>
              <a:ext uri="{FF2B5EF4-FFF2-40B4-BE49-F238E27FC236}">
                <a16:creationId xmlns:a16="http://schemas.microsoft.com/office/drawing/2014/main" id="{5A45C6BB-6D5A-41F7-A866-722B69F36089}"/>
              </a:ext>
            </a:extLst>
          </p:cNvPr>
          <p:cNvSpPr>
            <a:spLocks noChangeShapeType="1"/>
          </p:cNvSpPr>
          <p:nvPr/>
        </p:nvSpPr>
        <p:spPr bwMode="auto">
          <a:xfrm flipH="1">
            <a:off x="56248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3" name="Line 55">
            <a:extLst>
              <a:ext uri="{FF2B5EF4-FFF2-40B4-BE49-F238E27FC236}">
                <a16:creationId xmlns:a16="http://schemas.microsoft.com/office/drawing/2014/main" id="{72377A17-DEAD-4FB4-8CAA-7453AB2240C7}"/>
              </a:ext>
            </a:extLst>
          </p:cNvPr>
          <p:cNvSpPr>
            <a:spLocks noChangeShapeType="1"/>
          </p:cNvSpPr>
          <p:nvPr/>
        </p:nvSpPr>
        <p:spPr bwMode="auto">
          <a:xfrm flipH="1">
            <a:off x="58407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4" name="Line 56">
            <a:extLst>
              <a:ext uri="{FF2B5EF4-FFF2-40B4-BE49-F238E27FC236}">
                <a16:creationId xmlns:a16="http://schemas.microsoft.com/office/drawing/2014/main" id="{5B277FF0-33E6-4CB9-B033-3DE43679039D}"/>
              </a:ext>
            </a:extLst>
          </p:cNvPr>
          <p:cNvSpPr>
            <a:spLocks noChangeShapeType="1"/>
          </p:cNvSpPr>
          <p:nvPr/>
        </p:nvSpPr>
        <p:spPr bwMode="auto">
          <a:xfrm flipH="1">
            <a:off x="60566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57">
            <a:extLst>
              <a:ext uri="{FF2B5EF4-FFF2-40B4-BE49-F238E27FC236}">
                <a16:creationId xmlns:a16="http://schemas.microsoft.com/office/drawing/2014/main" id="{4102F1AD-BA8C-490C-AC28-93FDE18ECACF}"/>
              </a:ext>
            </a:extLst>
          </p:cNvPr>
          <p:cNvSpPr>
            <a:spLocks noChangeShapeType="1"/>
          </p:cNvSpPr>
          <p:nvPr/>
        </p:nvSpPr>
        <p:spPr bwMode="auto">
          <a:xfrm flipH="1">
            <a:off x="62725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Line 58">
            <a:extLst>
              <a:ext uri="{FF2B5EF4-FFF2-40B4-BE49-F238E27FC236}">
                <a16:creationId xmlns:a16="http://schemas.microsoft.com/office/drawing/2014/main" id="{EF034AD7-E00D-40C2-BA8F-7F48E8485C27}"/>
              </a:ext>
            </a:extLst>
          </p:cNvPr>
          <p:cNvSpPr>
            <a:spLocks noChangeShapeType="1"/>
          </p:cNvSpPr>
          <p:nvPr/>
        </p:nvSpPr>
        <p:spPr bwMode="auto">
          <a:xfrm flipH="1">
            <a:off x="64884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Line 59">
            <a:extLst>
              <a:ext uri="{FF2B5EF4-FFF2-40B4-BE49-F238E27FC236}">
                <a16:creationId xmlns:a16="http://schemas.microsoft.com/office/drawing/2014/main" id="{A69A2C28-C2B2-4A40-8D09-7A7F2F0E317B}"/>
              </a:ext>
            </a:extLst>
          </p:cNvPr>
          <p:cNvSpPr>
            <a:spLocks noChangeShapeType="1"/>
          </p:cNvSpPr>
          <p:nvPr/>
        </p:nvSpPr>
        <p:spPr bwMode="auto">
          <a:xfrm flipH="1">
            <a:off x="6704353" y="3429773"/>
            <a:ext cx="144463"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8" name="Line 60">
            <a:extLst>
              <a:ext uri="{FF2B5EF4-FFF2-40B4-BE49-F238E27FC236}">
                <a16:creationId xmlns:a16="http://schemas.microsoft.com/office/drawing/2014/main" id="{AD732FA3-407F-4D32-A5D3-3BCF40E50C11}"/>
              </a:ext>
            </a:extLst>
          </p:cNvPr>
          <p:cNvSpPr>
            <a:spLocks noChangeShapeType="1"/>
          </p:cNvSpPr>
          <p:nvPr/>
        </p:nvSpPr>
        <p:spPr bwMode="auto">
          <a:xfrm flipH="1">
            <a:off x="692184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9" name="Line 61">
            <a:extLst>
              <a:ext uri="{FF2B5EF4-FFF2-40B4-BE49-F238E27FC236}">
                <a16:creationId xmlns:a16="http://schemas.microsoft.com/office/drawing/2014/main" id="{952752DE-5F3F-4766-B5BC-CF2CD5F7A1A7}"/>
              </a:ext>
            </a:extLst>
          </p:cNvPr>
          <p:cNvSpPr>
            <a:spLocks noChangeShapeType="1"/>
          </p:cNvSpPr>
          <p:nvPr/>
        </p:nvSpPr>
        <p:spPr bwMode="auto">
          <a:xfrm flipH="1">
            <a:off x="7137741" y="3429773"/>
            <a:ext cx="144462" cy="1444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0" name="Line 63">
            <a:extLst>
              <a:ext uri="{FF2B5EF4-FFF2-40B4-BE49-F238E27FC236}">
                <a16:creationId xmlns:a16="http://schemas.microsoft.com/office/drawing/2014/main" id="{E18D5490-3BFD-4813-88AC-7CAD68E424BB}"/>
              </a:ext>
            </a:extLst>
          </p:cNvPr>
          <p:cNvSpPr>
            <a:spLocks noChangeShapeType="1"/>
          </p:cNvSpPr>
          <p:nvPr/>
        </p:nvSpPr>
        <p:spPr bwMode="auto">
          <a:xfrm>
            <a:off x="1089366" y="2924948"/>
            <a:ext cx="6192837"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1" name="Line 64">
            <a:extLst>
              <a:ext uri="{FF2B5EF4-FFF2-40B4-BE49-F238E27FC236}">
                <a16:creationId xmlns:a16="http://schemas.microsoft.com/office/drawing/2014/main" id="{11F2193B-67F2-4FA8-80EB-298AF6DD7723}"/>
              </a:ext>
            </a:extLst>
          </p:cNvPr>
          <p:cNvSpPr>
            <a:spLocks noChangeShapeType="1"/>
          </p:cNvSpPr>
          <p:nvPr/>
        </p:nvSpPr>
        <p:spPr bwMode="auto">
          <a:xfrm>
            <a:off x="1089366" y="2924948"/>
            <a:ext cx="4249737"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2" name="Line 65">
            <a:extLst>
              <a:ext uri="{FF2B5EF4-FFF2-40B4-BE49-F238E27FC236}">
                <a16:creationId xmlns:a16="http://schemas.microsoft.com/office/drawing/2014/main" id="{23A7FE16-725C-4435-A094-23EDF8A19F24}"/>
              </a:ext>
            </a:extLst>
          </p:cNvPr>
          <p:cNvSpPr>
            <a:spLocks noChangeShapeType="1"/>
          </p:cNvSpPr>
          <p:nvPr/>
        </p:nvSpPr>
        <p:spPr bwMode="auto">
          <a:xfrm flipH="1">
            <a:off x="5337516" y="3213873"/>
            <a:ext cx="1944687" cy="21590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53" name="Freeform 67">
            <a:extLst>
              <a:ext uri="{FF2B5EF4-FFF2-40B4-BE49-F238E27FC236}">
                <a16:creationId xmlns:a16="http://schemas.microsoft.com/office/drawing/2014/main" id="{CCD10C03-4642-46BB-95A1-B153F8954192}"/>
              </a:ext>
            </a:extLst>
          </p:cNvPr>
          <p:cNvSpPr>
            <a:spLocks/>
          </p:cNvSpPr>
          <p:nvPr/>
        </p:nvSpPr>
        <p:spPr bwMode="auto">
          <a:xfrm>
            <a:off x="7282203" y="3140848"/>
            <a:ext cx="1044575" cy="288925"/>
          </a:xfrm>
          <a:custGeom>
            <a:avLst/>
            <a:gdLst>
              <a:gd name="T0" fmla="*/ 0 w 658"/>
              <a:gd name="T1" fmla="*/ 182 h 182"/>
              <a:gd name="T2" fmla="*/ 590 w 658"/>
              <a:gd name="T3" fmla="*/ 46 h 182"/>
              <a:gd name="T4" fmla="*/ 409 w 658"/>
              <a:gd name="T5" fmla="*/ 0 h 182"/>
            </a:gdLst>
            <a:ahLst/>
            <a:cxnLst>
              <a:cxn ang="0">
                <a:pos x="T0" y="T1"/>
              </a:cxn>
              <a:cxn ang="0">
                <a:pos x="T2" y="T3"/>
              </a:cxn>
              <a:cxn ang="0">
                <a:pos x="T4" y="T5"/>
              </a:cxn>
            </a:cxnLst>
            <a:rect l="0" t="0" r="r" b="b"/>
            <a:pathLst>
              <a:path w="658" h="182">
                <a:moveTo>
                  <a:pt x="0" y="182"/>
                </a:moveTo>
                <a:cubicBezTo>
                  <a:pt x="261" y="129"/>
                  <a:pt x="522" y="76"/>
                  <a:pt x="590" y="46"/>
                </a:cubicBezTo>
                <a:cubicBezTo>
                  <a:pt x="658" y="16"/>
                  <a:pt x="533" y="8"/>
                  <a:pt x="409" y="0"/>
                </a:cubicBezTo>
              </a:path>
            </a:pathLst>
          </a:cu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4" name="Line 68">
            <a:extLst>
              <a:ext uri="{FF2B5EF4-FFF2-40B4-BE49-F238E27FC236}">
                <a16:creationId xmlns:a16="http://schemas.microsoft.com/office/drawing/2014/main" id="{C26C692F-3907-418A-9D0F-DD3EA2250BAB}"/>
              </a:ext>
            </a:extLst>
          </p:cNvPr>
          <p:cNvSpPr>
            <a:spLocks noChangeShapeType="1"/>
          </p:cNvSpPr>
          <p:nvPr/>
        </p:nvSpPr>
        <p:spPr bwMode="auto">
          <a:xfrm>
            <a:off x="1162391" y="4293373"/>
            <a:ext cx="0" cy="5762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5" name="Line 69">
            <a:extLst>
              <a:ext uri="{FF2B5EF4-FFF2-40B4-BE49-F238E27FC236}">
                <a16:creationId xmlns:a16="http://schemas.microsoft.com/office/drawing/2014/main" id="{71BD7BE7-40DA-4441-AD1B-1984EA14821F}"/>
              </a:ext>
            </a:extLst>
          </p:cNvPr>
          <p:cNvSpPr>
            <a:spLocks noChangeShapeType="1"/>
          </p:cNvSpPr>
          <p:nvPr/>
        </p:nvSpPr>
        <p:spPr bwMode="auto">
          <a:xfrm>
            <a:off x="4331041" y="4869635"/>
            <a:ext cx="2951162"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6" name="Line 70">
            <a:extLst>
              <a:ext uri="{FF2B5EF4-FFF2-40B4-BE49-F238E27FC236}">
                <a16:creationId xmlns:a16="http://schemas.microsoft.com/office/drawing/2014/main" id="{AA714674-1AB6-4D6B-B244-610F5C61ABB0}"/>
              </a:ext>
            </a:extLst>
          </p:cNvPr>
          <p:cNvSpPr>
            <a:spLocks noChangeShapeType="1"/>
          </p:cNvSpPr>
          <p:nvPr/>
        </p:nvSpPr>
        <p:spPr bwMode="auto">
          <a:xfrm>
            <a:off x="2386353" y="3645673"/>
            <a:ext cx="0" cy="12239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7" name="Line 71">
            <a:extLst>
              <a:ext uri="{FF2B5EF4-FFF2-40B4-BE49-F238E27FC236}">
                <a16:creationId xmlns:a16="http://schemas.microsoft.com/office/drawing/2014/main" id="{2D0F852A-461A-486E-9D4B-06FB048AD549}"/>
              </a:ext>
            </a:extLst>
          </p:cNvPr>
          <p:cNvSpPr>
            <a:spLocks noChangeShapeType="1"/>
          </p:cNvSpPr>
          <p:nvPr/>
        </p:nvSpPr>
        <p:spPr bwMode="auto">
          <a:xfrm>
            <a:off x="4331041" y="3717110"/>
            <a:ext cx="0" cy="11525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8" name="Line 72">
            <a:extLst>
              <a:ext uri="{FF2B5EF4-FFF2-40B4-BE49-F238E27FC236}">
                <a16:creationId xmlns:a16="http://schemas.microsoft.com/office/drawing/2014/main" id="{DC82943F-94B5-4304-A568-4AD3161D0150}"/>
              </a:ext>
            </a:extLst>
          </p:cNvPr>
          <p:cNvSpPr>
            <a:spLocks noChangeShapeType="1"/>
          </p:cNvSpPr>
          <p:nvPr/>
        </p:nvSpPr>
        <p:spPr bwMode="auto">
          <a:xfrm>
            <a:off x="2386353" y="4869635"/>
            <a:ext cx="1944688"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9" name="Line 73">
            <a:extLst>
              <a:ext uri="{FF2B5EF4-FFF2-40B4-BE49-F238E27FC236}">
                <a16:creationId xmlns:a16="http://schemas.microsoft.com/office/drawing/2014/main" id="{43CE9AC9-4B15-4BFA-BECC-BDE3C04D3C60}"/>
              </a:ext>
            </a:extLst>
          </p:cNvPr>
          <p:cNvSpPr>
            <a:spLocks noChangeShapeType="1"/>
          </p:cNvSpPr>
          <p:nvPr/>
        </p:nvSpPr>
        <p:spPr bwMode="auto">
          <a:xfrm>
            <a:off x="1162391" y="4869635"/>
            <a:ext cx="1223962"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0" name="Line 74">
            <a:extLst>
              <a:ext uri="{FF2B5EF4-FFF2-40B4-BE49-F238E27FC236}">
                <a16:creationId xmlns:a16="http://schemas.microsoft.com/office/drawing/2014/main" id="{08F9CD4E-88AC-4624-BDEB-CD1630DC9F50}"/>
              </a:ext>
            </a:extLst>
          </p:cNvPr>
          <p:cNvSpPr>
            <a:spLocks noChangeShapeType="1"/>
          </p:cNvSpPr>
          <p:nvPr/>
        </p:nvSpPr>
        <p:spPr bwMode="auto">
          <a:xfrm>
            <a:off x="7282203" y="3645673"/>
            <a:ext cx="0" cy="1223962"/>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61" name="Object 75">
            <a:extLst>
              <a:ext uri="{FF2B5EF4-FFF2-40B4-BE49-F238E27FC236}">
                <a16:creationId xmlns:a16="http://schemas.microsoft.com/office/drawing/2014/main" id="{1B6C2579-9C58-4DC3-B19E-232D8A715B7A}"/>
              </a:ext>
            </a:extLst>
          </p:cNvPr>
          <p:cNvGraphicFramePr>
            <a:graphicFrameLocks noChangeAspect="1"/>
          </p:cNvGraphicFramePr>
          <p:nvPr>
            <p:extLst>
              <p:ext uri="{D42A27DB-BD31-4B8C-83A1-F6EECF244321}">
                <p14:modId xmlns:p14="http://schemas.microsoft.com/office/powerpoint/2010/main" val="1730915001"/>
              </p:ext>
            </p:extLst>
          </p:nvPr>
        </p:nvGraphicFramePr>
        <p:xfrm>
          <a:off x="3134066" y="4441010"/>
          <a:ext cx="379412" cy="488950"/>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153" name="Object 7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34066" y="4441010"/>
                        <a:ext cx="3794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76">
            <a:extLst>
              <a:ext uri="{FF2B5EF4-FFF2-40B4-BE49-F238E27FC236}">
                <a16:creationId xmlns:a16="http://schemas.microsoft.com/office/drawing/2014/main" id="{19050A07-B43A-4936-9807-E68661EC98E7}"/>
              </a:ext>
            </a:extLst>
          </p:cNvPr>
          <p:cNvGraphicFramePr>
            <a:graphicFrameLocks noChangeAspect="1"/>
          </p:cNvGraphicFramePr>
          <p:nvPr>
            <p:extLst>
              <p:ext uri="{D42A27DB-BD31-4B8C-83A1-F6EECF244321}">
                <p14:modId xmlns:p14="http://schemas.microsoft.com/office/powerpoint/2010/main" val="63639647"/>
              </p:ext>
            </p:extLst>
          </p:nvPr>
        </p:nvGraphicFramePr>
        <p:xfrm>
          <a:off x="1522753" y="4452123"/>
          <a:ext cx="379413" cy="488950"/>
        </p:xfrm>
        <a:graphic>
          <a:graphicData uri="http://schemas.openxmlformats.org/presentationml/2006/ole">
            <mc:AlternateContent xmlns:mc="http://schemas.openxmlformats.org/markup-compatibility/2006">
              <mc:Choice xmlns:v="urn:schemas-microsoft-com:vml" Requires="v">
                <p:oleObj name="Equation" r:id="rId12" imgW="177480" imgH="228600" progId="Equation.DSMT4">
                  <p:embed/>
                </p:oleObj>
              </mc:Choice>
              <mc:Fallback>
                <p:oleObj name="Equation" r:id="rId12" imgW="177480" imgH="228600" progId="Equation.DSMT4">
                  <p:embed/>
                  <p:pic>
                    <p:nvPicPr>
                      <p:cNvPr id="154"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2753" y="4452123"/>
                        <a:ext cx="3794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77">
            <a:extLst>
              <a:ext uri="{FF2B5EF4-FFF2-40B4-BE49-F238E27FC236}">
                <a16:creationId xmlns:a16="http://schemas.microsoft.com/office/drawing/2014/main" id="{DB2404B6-31B4-4E1B-BDF8-A2084D528E3D}"/>
              </a:ext>
            </a:extLst>
          </p:cNvPr>
          <p:cNvGraphicFramePr>
            <a:graphicFrameLocks noChangeAspect="1"/>
          </p:cNvGraphicFramePr>
          <p:nvPr>
            <p:extLst>
              <p:ext uri="{D42A27DB-BD31-4B8C-83A1-F6EECF244321}">
                <p14:modId xmlns:p14="http://schemas.microsoft.com/office/powerpoint/2010/main" val="3657934708"/>
              </p:ext>
            </p:extLst>
          </p:nvPr>
        </p:nvGraphicFramePr>
        <p:xfrm>
          <a:off x="5567703" y="4436248"/>
          <a:ext cx="352425" cy="488950"/>
        </p:xfrm>
        <a:graphic>
          <a:graphicData uri="http://schemas.openxmlformats.org/presentationml/2006/ole">
            <mc:AlternateContent xmlns:mc="http://schemas.openxmlformats.org/markup-compatibility/2006">
              <mc:Choice xmlns:v="urn:schemas-microsoft-com:vml" Requires="v">
                <p:oleObj name="Equation" r:id="rId14" imgW="164880" imgH="228600" progId="Equation.DSMT4">
                  <p:embed/>
                </p:oleObj>
              </mc:Choice>
              <mc:Fallback>
                <p:oleObj name="Equation" r:id="rId14" imgW="164880" imgH="228600" progId="Equation.DSMT4">
                  <p:embed/>
                  <p:pic>
                    <p:nvPicPr>
                      <p:cNvPr id="155" name="Object 7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67703" y="4436248"/>
                        <a:ext cx="35242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 name="Object 78">
            <a:extLst>
              <a:ext uri="{FF2B5EF4-FFF2-40B4-BE49-F238E27FC236}">
                <a16:creationId xmlns:a16="http://schemas.microsoft.com/office/drawing/2014/main" id="{3CD89048-126B-4118-8072-69C379EECF62}"/>
              </a:ext>
            </a:extLst>
          </p:cNvPr>
          <p:cNvGraphicFramePr>
            <a:graphicFrameLocks noChangeAspect="1"/>
          </p:cNvGraphicFramePr>
          <p:nvPr>
            <p:extLst>
              <p:ext uri="{D42A27DB-BD31-4B8C-83A1-F6EECF244321}">
                <p14:modId xmlns:p14="http://schemas.microsoft.com/office/powerpoint/2010/main" val="642014357"/>
              </p:ext>
            </p:extLst>
          </p:nvPr>
        </p:nvGraphicFramePr>
        <p:xfrm>
          <a:off x="298791" y="3213873"/>
          <a:ext cx="298450" cy="381000"/>
        </p:xfrm>
        <a:graphic>
          <a:graphicData uri="http://schemas.openxmlformats.org/presentationml/2006/ole">
            <mc:AlternateContent xmlns:mc="http://schemas.openxmlformats.org/markup-compatibility/2006">
              <mc:Choice xmlns:v="urn:schemas-microsoft-com:vml" Requires="v">
                <p:oleObj name="Equation" r:id="rId16" imgW="139680" imgH="177480" progId="Equation.DSMT4">
                  <p:embed/>
                </p:oleObj>
              </mc:Choice>
              <mc:Fallback>
                <p:oleObj name="Equation" r:id="rId16" imgW="139680" imgH="177480" progId="Equation.DSMT4">
                  <p:embed/>
                  <p:pic>
                    <p:nvPicPr>
                      <p:cNvPr id="156" name="Object 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8791" y="3213873"/>
                        <a:ext cx="2984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79">
            <a:extLst>
              <a:ext uri="{FF2B5EF4-FFF2-40B4-BE49-F238E27FC236}">
                <a16:creationId xmlns:a16="http://schemas.microsoft.com/office/drawing/2014/main" id="{0FB2CF66-02F6-4B5D-B981-FAFF8852B291}"/>
              </a:ext>
            </a:extLst>
          </p:cNvPr>
          <p:cNvGraphicFramePr>
            <a:graphicFrameLocks noChangeAspect="1"/>
          </p:cNvGraphicFramePr>
          <p:nvPr>
            <p:extLst>
              <p:ext uri="{D42A27DB-BD31-4B8C-83A1-F6EECF244321}">
                <p14:modId xmlns:p14="http://schemas.microsoft.com/office/powerpoint/2010/main" val="3822355295"/>
              </p:ext>
            </p:extLst>
          </p:nvPr>
        </p:nvGraphicFramePr>
        <p:xfrm>
          <a:off x="802028" y="2997973"/>
          <a:ext cx="271463" cy="379412"/>
        </p:xfrm>
        <a:graphic>
          <a:graphicData uri="http://schemas.openxmlformats.org/presentationml/2006/ole">
            <mc:AlternateContent xmlns:mc="http://schemas.openxmlformats.org/markup-compatibility/2006">
              <mc:Choice xmlns:v="urn:schemas-microsoft-com:vml" Requires="v">
                <p:oleObj name="Equation" r:id="rId18" imgW="126720" imgH="177480" progId="Equation.DSMT4">
                  <p:embed/>
                </p:oleObj>
              </mc:Choice>
              <mc:Fallback>
                <p:oleObj name="Equation" r:id="rId18" imgW="126720" imgH="177480" progId="Equation.DSMT4">
                  <p:embed/>
                  <p:pic>
                    <p:nvPicPr>
                      <p:cNvPr id="157" name="Object 7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2028" y="2997973"/>
                        <a:ext cx="271463" cy="379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Line 80">
            <a:extLst>
              <a:ext uri="{FF2B5EF4-FFF2-40B4-BE49-F238E27FC236}">
                <a16:creationId xmlns:a16="http://schemas.microsoft.com/office/drawing/2014/main" id="{DA1A86BE-14A4-418D-A3FC-956D51E1E27B}"/>
              </a:ext>
            </a:extLst>
          </p:cNvPr>
          <p:cNvSpPr>
            <a:spLocks noChangeShapeType="1"/>
          </p:cNvSpPr>
          <p:nvPr/>
        </p:nvSpPr>
        <p:spPr bwMode="auto">
          <a:xfrm flipH="1">
            <a:off x="443253" y="2924948"/>
            <a:ext cx="287338"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7" name="Line 81">
            <a:extLst>
              <a:ext uri="{FF2B5EF4-FFF2-40B4-BE49-F238E27FC236}">
                <a16:creationId xmlns:a16="http://schemas.microsoft.com/office/drawing/2014/main" id="{BA388AD2-7CAE-4EB3-9736-98B5C8F1EB35}"/>
              </a:ext>
            </a:extLst>
          </p:cNvPr>
          <p:cNvSpPr>
            <a:spLocks noChangeShapeType="1"/>
          </p:cNvSpPr>
          <p:nvPr/>
        </p:nvSpPr>
        <p:spPr bwMode="auto">
          <a:xfrm flipH="1">
            <a:off x="443253" y="3933010"/>
            <a:ext cx="287338"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8" name="Line 82">
            <a:extLst>
              <a:ext uri="{FF2B5EF4-FFF2-40B4-BE49-F238E27FC236}">
                <a16:creationId xmlns:a16="http://schemas.microsoft.com/office/drawing/2014/main" id="{942010B1-ACE5-4935-8010-749937DBC136}"/>
              </a:ext>
            </a:extLst>
          </p:cNvPr>
          <p:cNvSpPr>
            <a:spLocks noChangeShapeType="1"/>
          </p:cNvSpPr>
          <p:nvPr/>
        </p:nvSpPr>
        <p:spPr bwMode="auto">
          <a:xfrm flipV="1">
            <a:off x="586128" y="2924948"/>
            <a:ext cx="0" cy="1008062"/>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9" name="Text Box 83">
            <a:extLst>
              <a:ext uri="{FF2B5EF4-FFF2-40B4-BE49-F238E27FC236}">
                <a16:creationId xmlns:a16="http://schemas.microsoft.com/office/drawing/2014/main" id="{5C222169-FF98-4389-9513-B22C00B55658}"/>
              </a:ext>
            </a:extLst>
          </p:cNvPr>
          <p:cNvSpPr txBox="1">
            <a:spLocks noChangeArrowheads="1"/>
          </p:cNvSpPr>
          <p:nvPr/>
        </p:nvSpPr>
        <p:spPr bwMode="auto">
          <a:xfrm>
            <a:off x="7498897" y="3919784"/>
            <a:ext cx="12893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a:r>
              <a:rPr lang="zh-CN" altLang="en-US" sz="2000" dirty="0">
                <a:solidFill>
                  <a:prstClr val="black"/>
                </a:solidFill>
                <a:latin typeface="微软雅黑" panose="020B0503020204020204" pitchFamily="34" charset="-122"/>
                <a:ea typeface="微软雅黑" panose="020B0503020204020204" pitchFamily="34" charset="-122"/>
              </a:rPr>
              <a:t>思考：中央条纹是亮点还是暗点？</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70" name="Line 84">
            <a:extLst>
              <a:ext uri="{FF2B5EF4-FFF2-40B4-BE49-F238E27FC236}">
                <a16:creationId xmlns:a16="http://schemas.microsoft.com/office/drawing/2014/main" id="{692E1E1B-F6EA-46FC-948A-18F499712F08}"/>
              </a:ext>
            </a:extLst>
          </p:cNvPr>
          <p:cNvSpPr>
            <a:spLocks noChangeShapeType="1"/>
          </p:cNvSpPr>
          <p:nvPr/>
        </p:nvSpPr>
        <p:spPr bwMode="auto">
          <a:xfrm>
            <a:off x="1089366" y="2924948"/>
            <a:ext cx="6192837" cy="2889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71" name="Line 85">
            <a:extLst>
              <a:ext uri="{FF2B5EF4-FFF2-40B4-BE49-F238E27FC236}">
                <a16:creationId xmlns:a16="http://schemas.microsoft.com/office/drawing/2014/main" id="{9B3CDBB7-F5D0-4C85-8C20-2BE2CCFFDA3D}"/>
              </a:ext>
            </a:extLst>
          </p:cNvPr>
          <p:cNvSpPr>
            <a:spLocks noChangeShapeType="1"/>
          </p:cNvSpPr>
          <p:nvPr/>
        </p:nvSpPr>
        <p:spPr bwMode="auto">
          <a:xfrm>
            <a:off x="1089366" y="2924948"/>
            <a:ext cx="6192837" cy="5048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72" name="Line 86">
            <a:extLst>
              <a:ext uri="{FF2B5EF4-FFF2-40B4-BE49-F238E27FC236}">
                <a16:creationId xmlns:a16="http://schemas.microsoft.com/office/drawing/2014/main" id="{FFC8F4BD-3068-498D-B443-498ACF5D4038}"/>
              </a:ext>
            </a:extLst>
          </p:cNvPr>
          <p:cNvSpPr>
            <a:spLocks noChangeShapeType="1"/>
          </p:cNvSpPr>
          <p:nvPr/>
        </p:nvSpPr>
        <p:spPr bwMode="auto">
          <a:xfrm flipH="1" flipV="1">
            <a:off x="7355228" y="3501210"/>
            <a:ext cx="287338" cy="2889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Tree>
    <p:extLst>
      <p:ext uri="{BB962C8B-B14F-4D97-AF65-F5344CB8AC3E}">
        <p14:creationId xmlns:p14="http://schemas.microsoft.com/office/powerpoint/2010/main" val="87172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hidden"/>
                                      </p:to>
                                    </p:set>
                                  </p:childTnLst>
                                </p:cTn>
                              </p:par>
                              <p:par>
                                <p:cTn id="75" presetID="1" presetClass="exit"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hidden"/>
                                      </p:to>
                                    </p:set>
                                  </p:childTnLst>
                                </p:cTn>
                              </p:par>
                              <p:par>
                                <p:cTn id="79" presetID="1" presetClass="exit" presetSubtype="0" fill="hold" grpId="0" nodeType="withEffect">
                                  <p:stCondLst>
                                    <p:cond delay="0"/>
                                  </p:stCondLst>
                                  <p:childTnLst>
                                    <p:set>
                                      <p:cBhvr>
                                        <p:cTn id="80" dur="1" fill="hold">
                                          <p:stCondLst>
                                            <p:cond delay="0"/>
                                          </p:stCondLst>
                                        </p:cTn>
                                        <p:tgtEl>
                                          <p:spTgt spid="22"/>
                                        </p:tgtEl>
                                        <p:attrNameLst>
                                          <p:attrName>style.visibility</p:attrName>
                                        </p:attrNameLst>
                                      </p:cBhvr>
                                      <p:to>
                                        <p:strVal val="hidden"/>
                                      </p:to>
                                    </p:set>
                                  </p:childTnLst>
                                </p:cTn>
                              </p:par>
                              <p:par>
                                <p:cTn id="81" presetID="1" presetClass="exit"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38"/>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27"/>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5"/>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1"/>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32"/>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2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34"/>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8"/>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2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31"/>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35"/>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9"/>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7"/>
                                        </p:tgtEl>
                                        <p:attrNameLst>
                                          <p:attrName>style.visibility</p:attrName>
                                        </p:attrNameLst>
                                      </p:cBhvr>
                                      <p:to>
                                        <p:strVal val="hidden"/>
                                      </p:to>
                                    </p:set>
                                  </p:childTnLst>
                                </p:cTn>
                              </p:par>
                            </p:childTnLst>
                          </p:cTn>
                        </p:par>
                        <p:par>
                          <p:cTn id="111" fill="hold">
                            <p:stCondLst>
                              <p:cond delay="0"/>
                            </p:stCondLst>
                            <p:childTnLst>
                              <p:par>
                                <p:cTn id="112" presetID="1" presetClass="exit" presetSubtype="0" fill="hold" grpId="1" nodeType="afterEffect">
                                  <p:stCondLst>
                                    <p:cond delay="0"/>
                                  </p:stCondLst>
                                  <p:childTnLst>
                                    <p:set>
                                      <p:cBhvr>
                                        <p:cTn id="113" dur="1" fill="hold">
                                          <p:stCondLst>
                                            <p:cond delay="0"/>
                                          </p:stCondLst>
                                        </p:cTn>
                                        <p:tgtEl>
                                          <p:spTgt spid="3"/>
                                        </p:tgtEl>
                                        <p:attrNameLst>
                                          <p:attrName>style.visibility</p:attrName>
                                        </p:attrNameLst>
                                      </p:cBhvr>
                                      <p:to>
                                        <p:strVal val="hidden"/>
                                      </p:to>
                                    </p:set>
                                  </p:childTnLst>
                                </p:cTn>
                              </p:par>
                              <p:par>
                                <p:cTn id="114" presetID="1" presetClass="exit" presetSubtype="0" fill="hold" grpId="1" nodeType="withEffect">
                                  <p:stCondLst>
                                    <p:cond delay="0"/>
                                  </p:stCondLst>
                                  <p:childTnLst>
                                    <p:set>
                                      <p:cBhvr>
                                        <p:cTn id="115" dur="1" fill="hold">
                                          <p:stCondLst>
                                            <p:cond delay="0"/>
                                          </p:stCondLst>
                                        </p:cTn>
                                        <p:tgtEl>
                                          <p:spTgt spid="4"/>
                                        </p:tgtEl>
                                        <p:attrNameLst>
                                          <p:attrName>style.visibility</p:attrName>
                                        </p:attrNameLst>
                                      </p:cBhvr>
                                      <p:to>
                                        <p:strVal val="hidden"/>
                                      </p:to>
                                    </p:set>
                                  </p:childTnLst>
                                </p:cTn>
                              </p:par>
                            </p:childTnLst>
                          </p:cTn>
                        </p:par>
                        <p:par>
                          <p:cTn id="116" fill="hold">
                            <p:stCondLst>
                              <p:cond delay="0"/>
                            </p:stCondLst>
                            <p:childTnLst>
                              <p:par>
                                <p:cTn id="117" presetID="1" presetClass="exit" presetSubtype="0" fill="hold" grpId="0" nodeType="afterEffect">
                                  <p:stCondLst>
                                    <p:cond delay="0"/>
                                  </p:stCondLst>
                                  <p:childTnLst>
                                    <p:set>
                                      <p:cBhvr>
                                        <p:cTn id="118" dur="1" fill="hold">
                                          <p:stCondLst>
                                            <p:cond delay="0"/>
                                          </p:stCondLst>
                                        </p:cTn>
                                        <p:tgtEl>
                                          <p:spTgt spid="54"/>
                                        </p:tgtEl>
                                        <p:attrNameLst>
                                          <p:attrName>style.visibility</p:attrName>
                                        </p:attrNameLst>
                                      </p:cBhvr>
                                      <p:to>
                                        <p:strVal val="hidden"/>
                                      </p:to>
                                    </p:set>
                                  </p:childTnLst>
                                </p:cTn>
                              </p:par>
                              <p:par>
                                <p:cTn id="119" presetID="1" presetClass="exit" presetSubtype="0" fill="hold" grpId="0" nodeType="withEffect">
                                  <p:stCondLst>
                                    <p:cond delay="0"/>
                                  </p:stCondLst>
                                  <p:childTnLst>
                                    <p:set>
                                      <p:cBhvr>
                                        <p:cTn id="120" dur="1" fill="hold">
                                          <p:stCondLst>
                                            <p:cond delay="0"/>
                                          </p:stCondLst>
                                        </p:cTn>
                                        <p:tgtEl>
                                          <p:spTgt spid="55"/>
                                        </p:tgtEl>
                                        <p:attrNameLst>
                                          <p:attrName>style.visibility</p:attrName>
                                        </p:attrNameLst>
                                      </p:cBhvr>
                                      <p:to>
                                        <p:strVal val="hidden"/>
                                      </p:to>
                                    </p:set>
                                  </p:childTnLst>
                                </p:cTn>
                              </p:par>
                              <p:par>
                                <p:cTn id="121" presetID="1" presetClass="exit" presetSubtype="0" fill="hold" grpId="0" nodeType="withEffect">
                                  <p:stCondLst>
                                    <p:cond delay="0"/>
                                  </p:stCondLst>
                                  <p:childTnLst>
                                    <p:set>
                                      <p:cBhvr>
                                        <p:cTn id="122" dur="1" fill="hold">
                                          <p:stCondLst>
                                            <p:cond delay="0"/>
                                          </p:stCondLst>
                                        </p:cTn>
                                        <p:tgtEl>
                                          <p:spTgt spid="58"/>
                                        </p:tgtEl>
                                        <p:attrNameLst>
                                          <p:attrName>style.visibility</p:attrName>
                                        </p:attrNameLst>
                                      </p:cBhvr>
                                      <p:to>
                                        <p:strVal val="hidden"/>
                                      </p:to>
                                    </p:set>
                                  </p:childTnLst>
                                </p:cTn>
                              </p:par>
                              <p:par>
                                <p:cTn id="123" presetID="1" presetClass="exit" presetSubtype="0" fill="hold" grpId="0" nodeType="withEffect">
                                  <p:stCondLst>
                                    <p:cond delay="0"/>
                                  </p:stCondLst>
                                  <p:childTnLst>
                                    <p:set>
                                      <p:cBhvr>
                                        <p:cTn id="124" dur="1" fill="hold">
                                          <p:stCondLst>
                                            <p:cond delay="0"/>
                                          </p:stCondLst>
                                        </p:cTn>
                                        <p:tgtEl>
                                          <p:spTgt spid="59"/>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61"/>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62"/>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63"/>
                                        </p:tgtEl>
                                        <p:attrNameLst>
                                          <p:attrName>style.visibility</p:attrName>
                                        </p:attrNameLst>
                                      </p:cBhvr>
                                      <p:to>
                                        <p:strVal val="hidden"/>
                                      </p:to>
                                    </p:set>
                                  </p:childTnLst>
                                </p:cTn>
                              </p:par>
                              <p:par>
                                <p:cTn id="131" presetID="1" presetClass="exit" presetSubtype="0" fill="hold" grpId="0" nodeType="withEffect">
                                  <p:stCondLst>
                                    <p:cond delay="0"/>
                                  </p:stCondLst>
                                  <p:childTnLst>
                                    <p:set>
                                      <p:cBhvr>
                                        <p:cTn id="132" dur="1" fill="hold">
                                          <p:stCondLst>
                                            <p:cond delay="0"/>
                                          </p:stCondLst>
                                        </p:cTn>
                                        <p:tgtEl>
                                          <p:spTgt spid="56"/>
                                        </p:tgtEl>
                                        <p:attrNameLst>
                                          <p:attrName>style.visibility</p:attrName>
                                        </p:attrNameLst>
                                      </p:cBhvr>
                                      <p:to>
                                        <p:strVal val="hidden"/>
                                      </p:to>
                                    </p:set>
                                  </p:childTnLst>
                                </p:cTn>
                              </p:par>
                              <p:par>
                                <p:cTn id="133" presetID="1" presetClass="exit" presetSubtype="0" fill="hold" grpId="0" nodeType="withEffect">
                                  <p:stCondLst>
                                    <p:cond delay="0"/>
                                  </p:stCondLst>
                                  <p:childTnLst>
                                    <p:set>
                                      <p:cBhvr>
                                        <p:cTn id="134" dur="1" fill="hold">
                                          <p:stCondLst>
                                            <p:cond delay="0"/>
                                          </p:stCondLst>
                                        </p:cTn>
                                        <p:tgtEl>
                                          <p:spTgt spid="57"/>
                                        </p:tgtEl>
                                        <p:attrNameLst>
                                          <p:attrName>style.visibility</p:attrName>
                                        </p:attrNameLst>
                                      </p:cBhvr>
                                      <p:to>
                                        <p:strVal val="hidden"/>
                                      </p:to>
                                    </p:set>
                                  </p:childTnLst>
                                </p:cTn>
                              </p:par>
                              <p:par>
                                <p:cTn id="135" presetID="1" presetClass="exit" presetSubtype="0" fill="hold" grpId="0" nodeType="withEffect">
                                  <p:stCondLst>
                                    <p:cond delay="0"/>
                                  </p:stCondLst>
                                  <p:childTnLst>
                                    <p:set>
                                      <p:cBhvr>
                                        <p:cTn id="136" dur="1" fill="hold">
                                          <p:stCondLst>
                                            <p:cond delay="0"/>
                                          </p:stCondLst>
                                        </p:cTn>
                                        <p:tgtEl>
                                          <p:spTgt spid="60"/>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3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40"/>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41"/>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43"/>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44"/>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45"/>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4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47"/>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48"/>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49"/>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1"/>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71"/>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70"/>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53"/>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72"/>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1" grpId="0" animBg="1"/>
      <p:bldP spid="11" grpId="1"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5" grpId="1" animBg="1"/>
      <p:bldP spid="27" grpId="0" animBg="1"/>
      <p:bldP spid="27" grpId="1" animBg="1"/>
      <p:bldP spid="28" grpId="0" animBg="1"/>
      <p:bldP spid="28"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6" grpId="0" animBg="1"/>
      <p:bldP spid="67" grpId="0" animBg="1"/>
      <p:bldP spid="68" grpId="0" animBg="1"/>
      <p:bldP spid="69" grpId="0"/>
      <p:bldP spid="70" grpId="0" animBg="1"/>
      <p:bldP spid="71" grpId="0" animBg="1"/>
      <p:bldP spid="7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Box 4">
            <a:extLst>
              <a:ext uri="{FF2B5EF4-FFF2-40B4-BE49-F238E27FC236}">
                <a16:creationId xmlns:a16="http://schemas.microsoft.com/office/drawing/2014/main" id="{94D99145-9511-47AD-938A-F3024A2EA606}"/>
              </a:ext>
            </a:extLst>
          </p:cNvPr>
          <p:cNvSpPr txBox="1">
            <a:spLocks noChangeArrowheads="1"/>
          </p:cNvSpPr>
          <p:nvPr/>
        </p:nvSpPr>
        <p:spPr bwMode="invGray">
          <a:xfrm>
            <a:off x="288526" y="203166"/>
            <a:ext cx="5475276" cy="4641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rPr>
              <a:t>3</a:t>
            </a: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）菲涅耳双棱镜</a:t>
            </a:r>
            <a:r>
              <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平面波的干涉</a:t>
            </a:r>
            <a:endPar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sp>
        <p:nvSpPr>
          <p:cNvPr id="89" name="Freeform 89" descr="浅色上对角线">
            <a:extLst>
              <a:ext uri="{FF2B5EF4-FFF2-40B4-BE49-F238E27FC236}">
                <a16:creationId xmlns:a16="http://schemas.microsoft.com/office/drawing/2014/main" id="{C1832B0A-8930-4271-B9D3-8FD3BE6744C7}"/>
              </a:ext>
            </a:extLst>
          </p:cNvPr>
          <p:cNvSpPr>
            <a:spLocks/>
          </p:cNvSpPr>
          <p:nvPr/>
        </p:nvSpPr>
        <p:spPr bwMode="auto">
          <a:xfrm>
            <a:off x="2419441" y="1639962"/>
            <a:ext cx="3529012" cy="2232025"/>
          </a:xfrm>
          <a:custGeom>
            <a:avLst/>
            <a:gdLst>
              <a:gd name="T0" fmla="*/ 2132 w 2223"/>
              <a:gd name="T1" fmla="*/ 317 h 1406"/>
              <a:gd name="T2" fmla="*/ 91 w 2223"/>
              <a:gd name="T3" fmla="*/ 0 h 1406"/>
              <a:gd name="T4" fmla="*/ 0 w 2223"/>
              <a:gd name="T5" fmla="*/ 0 h 1406"/>
              <a:gd name="T6" fmla="*/ 0 w 2223"/>
              <a:gd name="T7" fmla="*/ 1089 h 1406"/>
              <a:gd name="T8" fmla="*/ 408 w 2223"/>
              <a:gd name="T9" fmla="*/ 1089 h 1406"/>
              <a:gd name="T10" fmla="*/ 2223 w 2223"/>
              <a:gd name="T11" fmla="*/ 1406 h 1406"/>
              <a:gd name="T12" fmla="*/ 2132 w 2223"/>
              <a:gd name="T13" fmla="*/ 317 h 1406"/>
            </a:gdLst>
            <a:ahLst/>
            <a:cxnLst>
              <a:cxn ang="0">
                <a:pos x="T0" y="T1"/>
              </a:cxn>
              <a:cxn ang="0">
                <a:pos x="T2" y="T3"/>
              </a:cxn>
              <a:cxn ang="0">
                <a:pos x="T4" y="T5"/>
              </a:cxn>
              <a:cxn ang="0">
                <a:pos x="T6" y="T7"/>
              </a:cxn>
              <a:cxn ang="0">
                <a:pos x="T8" y="T9"/>
              </a:cxn>
              <a:cxn ang="0">
                <a:pos x="T10" y="T11"/>
              </a:cxn>
              <a:cxn ang="0">
                <a:pos x="T12" y="T13"/>
              </a:cxn>
            </a:cxnLst>
            <a:rect l="0" t="0" r="r" b="b"/>
            <a:pathLst>
              <a:path w="2223" h="1406">
                <a:moveTo>
                  <a:pt x="2132" y="317"/>
                </a:moveTo>
                <a:lnTo>
                  <a:pt x="91" y="0"/>
                </a:lnTo>
                <a:lnTo>
                  <a:pt x="0" y="0"/>
                </a:lnTo>
                <a:lnTo>
                  <a:pt x="0" y="1089"/>
                </a:lnTo>
                <a:lnTo>
                  <a:pt x="408" y="1089"/>
                </a:lnTo>
                <a:lnTo>
                  <a:pt x="2223" y="1406"/>
                </a:lnTo>
                <a:lnTo>
                  <a:pt x="2132" y="317"/>
                </a:lnTo>
                <a:close/>
              </a:path>
            </a:pathLst>
          </a:custGeom>
          <a:pattFill prst="ltUpDiag">
            <a:fgClr>
              <a:srgbClr val="4F81BD"/>
            </a:fgClr>
            <a:bgClr>
              <a:sysClr val="window" lastClr="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90" name="Freeform 90" descr="浅色下对角线">
            <a:extLst>
              <a:ext uri="{FF2B5EF4-FFF2-40B4-BE49-F238E27FC236}">
                <a16:creationId xmlns:a16="http://schemas.microsoft.com/office/drawing/2014/main" id="{5E66DE6C-9202-4BC5-A37D-D094908DD6FC}"/>
              </a:ext>
            </a:extLst>
          </p:cNvPr>
          <p:cNvSpPr>
            <a:spLocks/>
          </p:cNvSpPr>
          <p:nvPr/>
        </p:nvSpPr>
        <p:spPr bwMode="auto">
          <a:xfrm flipV="1">
            <a:off x="2419441" y="2863924"/>
            <a:ext cx="3529012" cy="2232025"/>
          </a:xfrm>
          <a:custGeom>
            <a:avLst/>
            <a:gdLst>
              <a:gd name="T0" fmla="*/ 2132 w 2223"/>
              <a:gd name="T1" fmla="*/ 317 h 1406"/>
              <a:gd name="T2" fmla="*/ 91 w 2223"/>
              <a:gd name="T3" fmla="*/ 0 h 1406"/>
              <a:gd name="T4" fmla="*/ 0 w 2223"/>
              <a:gd name="T5" fmla="*/ 0 h 1406"/>
              <a:gd name="T6" fmla="*/ 0 w 2223"/>
              <a:gd name="T7" fmla="*/ 1089 h 1406"/>
              <a:gd name="T8" fmla="*/ 408 w 2223"/>
              <a:gd name="T9" fmla="*/ 1089 h 1406"/>
              <a:gd name="T10" fmla="*/ 2223 w 2223"/>
              <a:gd name="T11" fmla="*/ 1406 h 1406"/>
              <a:gd name="T12" fmla="*/ 2132 w 2223"/>
              <a:gd name="T13" fmla="*/ 317 h 1406"/>
            </a:gdLst>
            <a:ahLst/>
            <a:cxnLst>
              <a:cxn ang="0">
                <a:pos x="T0" y="T1"/>
              </a:cxn>
              <a:cxn ang="0">
                <a:pos x="T2" y="T3"/>
              </a:cxn>
              <a:cxn ang="0">
                <a:pos x="T4" y="T5"/>
              </a:cxn>
              <a:cxn ang="0">
                <a:pos x="T6" y="T7"/>
              </a:cxn>
              <a:cxn ang="0">
                <a:pos x="T8" y="T9"/>
              </a:cxn>
              <a:cxn ang="0">
                <a:pos x="T10" y="T11"/>
              </a:cxn>
              <a:cxn ang="0">
                <a:pos x="T12" y="T13"/>
              </a:cxn>
            </a:cxnLst>
            <a:rect l="0" t="0" r="r" b="b"/>
            <a:pathLst>
              <a:path w="2223" h="1406">
                <a:moveTo>
                  <a:pt x="2132" y="317"/>
                </a:moveTo>
                <a:lnTo>
                  <a:pt x="91" y="0"/>
                </a:lnTo>
                <a:lnTo>
                  <a:pt x="0" y="0"/>
                </a:lnTo>
                <a:lnTo>
                  <a:pt x="0" y="1089"/>
                </a:lnTo>
                <a:lnTo>
                  <a:pt x="408" y="1089"/>
                </a:lnTo>
                <a:lnTo>
                  <a:pt x="2223" y="1406"/>
                </a:lnTo>
                <a:lnTo>
                  <a:pt x="2132" y="317"/>
                </a:lnTo>
                <a:close/>
              </a:path>
            </a:pathLst>
          </a:custGeom>
          <a:pattFill prst="ltDnDiag">
            <a:fgClr>
              <a:srgbClr val="FF0000"/>
            </a:fgClr>
            <a:bgClr>
              <a:sysClr val="window" lastClr="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91" name="Freeform 98">
            <a:extLst>
              <a:ext uri="{FF2B5EF4-FFF2-40B4-BE49-F238E27FC236}">
                <a16:creationId xmlns:a16="http://schemas.microsoft.com/office/drawing/2014/main" id="{2EE22C0B-7699-4F6A-A7CA-7C2C83CB7362}"/>
              </a:ext>
            </a:extLst>
          </p:cNvPr>
          <p:cNvSpPr>
            <a:spLocks/>
          </p:cNvSpPr>
          <p:nvPr/>
        </p:nvSpPr>
        <p:spPr bwMode="auto">
          <a:xfrm>
            <a:off x="3056028" y="2863924"/>
            <a:ext cx="2963863" cy="1008063"/>
          </a:xfrm>
          <a:custGeom>
            <a:avLst/>
            <a:gdLst>
              <a:gd name="T0" fmla="*/ 0 w 1867"/>
              <a:gd name="T1" fmla="*/ 318 h 635"/>
              <a:gd name="T2" fmla="*/ 1867 w 1867"/>
              <a:gd name="T3" fmla="*/ 0 h 635"/>
              <a:gd name="T4" fmla="*/ 1867 w 1867"/>
              <a:gd name="T5" fmla="*/ 635 h 635"/>
              <a:gd name="T6" fmla="*/ 0 w 1867"/>
              <a:gd name="T7" fmla="*/ 318 h 635"/>
            </a:gdLst>
            <a:ahLst/>
            <a:cxnLst>
              <a:cxn ang="0">
                <a:pos x="T0" y="T1"/>
              </a:cxn>
              <a:cxn ang="0">
                <a:pos x="T2" y="T3"/>
              </a:cxn>
              <a:cxn ang="0">
                <a:pos x="T4" y="T5"/>
              </a:cxn>
              <a:cxn ang="0">
                <a:pos x="T6" y="T7"/>
              </a:cxn>
            </a:cxnLst>
            <a:rect l="0" t="0" r="r" b="b"/>
            <a:pathLst>
              <a:path w="1867" h="635">
                <a:moveTo>
                  <a:pt x="0" y="318"/>
                </a:moveTo>
                <a:lnTo>
                  <a:pt x="1867" y="0"/>
                </a:lnTo>
                <a:lnTo>
                  <a:pt x="1867" y="635"/>
                </a:lnTo>
                <a:lnTo>
                  <a:pt x="0" y="318"/>
                </a:lnTo>
                <a:close/>
              </a:path>
            </a:pathLst>
          </a:custGeom>
          <a:solidFill>
            <a:srgbClr val="FFFF00"/>
          </a:solidFill>
          <a:ln>
            <a:noFill/>
          </a:ln>
          <a:effectLst/>
        </p:spPr>
        <p:txBody>
          <a:bodyPr wrap="none"/>
          <a:lstStyle/>
          <a:p>
            <a:pPr defTabSz="914400"/>
            <a:endParaRPr lang="zh-CN" altLang="en-US">
              <a:solidFill>
                <a:prstClr val="black"/>
              </a:solidFill>
              <a:ea typeface="宋体" panose="02010600030101010101" pitchFamily="2" charset="-122"/>
            </a:endParaRPr>
          </a:p>
        </p:txBody>
      </p:sp>
      <p:sp>
        <p:nvSpPr>
          <p:cNvPr id="100" name="AutoShape 4">
            <a:extLst>
              <a:ext uri="{FF2B5EF4-FFF2-40B4-BE49-F238E27FC236}">
                <a16:creationId xmlns:a16="http://schemas.microsoft.com/office/drawing/2014/main" id="{5D9B443B-BAFC-4290-B381-57F7CA3DBD72}"/>
              </a:ext>
            </a:extLst>
          </p:cNvPr>
          <p:cNvSpPr>
            <a:spLocks noChangeArrowheads="1"/>
          </p:cNvSpPr>
          <p:nvPr/>
        </p:nvSpPr>
        <p:spPr bwMode="auto">
          <a:xfrm>
            <a:off x="2419441" y="1063699"/>
            <a:ext cx="647700" cy="2305050"/>
          </a:xfrm>
          <a:prstGeom prst="rtTriangle">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1" name="Line 5">
            <a:extLst>
              <a:ext uri="{FF2B5EF4-FFF2-40B4-BE49-F238E27FC236}">
                <a16:creationId xmlns:a16="http://schemas.microsoft.com/office/drawing/2014/main" id="{D8C3148A-3626-4DC6-A1DA-3D0C2C3AC23D}"/>
              </a:ext>
            </a:extLst>
          </p:cNvPr>
          <p:cNvSpPr>
            <a:spLocks noChangeShapeType="1"/>
          </p:cNvSpPr>
          <p:nvPr/>
        </p:nvSpPr>
        <p:spPr bwMode="auto">
          <a:xfrm>
            <a:off x="2060666" y="3368749"/>
            <a:ext cx="3743325"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2" name="AutoShape 6">
            <a:extLst>
              <a:ext uri="{FF2B5EF4-FFF2-40B4-BE49-F238E27FC236}">
                <a16:creationId xmlns:a16="http://schemas.microsoft.com/office/drawing/2014/main" id="{75BF0561-0576-4622-9AB4-EEC5163E2C6B}"/>
              </a:ext>
            </a:extLst>
          </p:cNvPr>
          <p:cNvSpPr>
            <a:spLocks noChangeArrowheads="1"/>
          </p:cNvSpPr>
          <p:nvPr/>
        </p:nvSpPr>
        <p:spPr bwMode="auto">
          <a:xfrm flipV="1">
            <a:off x="2419441" y="3368749"/>
            <a:ext cx="647700" cy="2305050"/>
          </a:xfrm>
          <a:prstGeom prst="rtTriangle">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6" name="Line 10">
            <a:extLst>
              <a:ext uri="{FF2B5EF4-FFF2-40B4-BE49-F238E27FC236}">
                <a16:creationId xmlns:a16="http://schemas.microsoft.com/office/drawing/2014/main" id="{45EC76DE-7AEE-428A-B534-B89DF48D2830}"/>
              </a:ext>
            </a:extLst>
          </p:cNvPr>
          <p:cNvSpPr>
            <a:spLocks noChangeShapeType="1"/>
          </p:cNvSpPr>
          <p:nvPr/>
        </p:nvSpPr>
        <p:spPr bwMode="auto">
          <a:xfrm>
            <a:off x="1843178" y="1639962"/>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7" name="Line 11">
            <a:extLst>
              <a:ext uri="{FF2B5EF4-FFF2-40B4-BE49-F238E27FC236}">
                <a16:creationId xmlns:a16="http://schemas.microsoft.com/office/drawing/2014/main" id="{B54B56C9-95F9-4CA0-85C5-0549EDED38C3}"/>
              </a:ext>
            </a:extLst>
          </p:cNvPr>
          <p:cNvSpPr>
            <a:spLocks noChangeShapeType="1"/>
          </p:cNvSpPr>
          <p:nvPr/>
        </p:nvSpPr>
        <p:spPr bwMode="auto">
          <a:xfrm>
            <a:off x="1843178" y="2071762"/>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8" name="Line 12">
            <a:extLst>
              <a:ext uri="{FF2B5EF4-FFF2-40B4-BE49-F238E27FC236}">
                <a16:creationId xmlns:a16="http://schemas.microsoft.com/office/drawing/2014/main" id="{8B346A36-3A7A-45E2-B2BD-FBFF2BA10B31}"/>
              </a:ext>
            </a:extLst>
          </p:cNvPr>
          <p:cNvSpPr>
            <a:spLocks noChangeShapeType="1"/>
          </p:cNvSpPr>
          <p:nvPr/>
        </p:nvSpPr>
        <p:spPr bwMode="auto">
          <a:xfrm>
            <a:off x="1843178" y="2503562"/>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9" name="Line 13">
            <a:extLst>
              <a:ext uri="{FF2B5EF4-FFF2-40B4-BE49-F238E27FC236}">
                <a16:creationId xmlns:a16="http://schemas.microsoft.com/office/drawing/2014/main" id="{0DCF9C1D-E044-433B-84DD-0F7DB9B3CA4D}"/>
              </a:ext>
            </a:extLst>
          </p:cNvPr>
          <p:cNvSpPr>
            <a:spLocks noChangeShapeType="1"/>
          </p:cNvSpPr>
          <p:nvPr/>
        </p:nvSpPr>
        <p:spPr bwMode="auto">
          <a:xfrm>
            <a:off x="1843178" y="2935362"/>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0" name="Line 14">
            <a:extLst>
              <a:ext uri="{FF2B5EF4-FFF2-40B4-BE49-F238E27FC236}">
                <a16:creationId xmlns:a16="http://schemas.microsoft.com/office/drawing/2014/main" id="{D8DB3271-658C-4688-A07F-DB4EBC80C699}"/>
              </a:ext>
            </a:extLst>
          </p:cNvPr>
          <p:cNvSpPr>
            <a:spLocks noChangeShapeType="1"/>
          </p:cNvSpPr>
          <p:nvPr/>
        </p:nvSpPr>
        <p:spPr bwMode="auto">
          <a:xfrm>
            <a:off x="1843178" y="3800549"/>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1" name="Line 15">
            <a:extLst>
              <a:ext uri="{FF2B5EF4-FFF2-40B4-BE49-F238E27FC236}">
                <a16:creationId xmlns:a16="http://schemas.microsoft.com/office/drawing/2014/main" id="{CA6F6B32-5600-4EE2-B7BD-ECE3B929E74C}"/>
              </a:ext>
            </a:extLst>
          </p:cNvPr>
          <p:cNvSpPr>
            <a:spLocks noChangeShapeType="1"/>
          </p:cNvSpPr>
          <p:nvPr/>
        </p:nvSpPr>
        <p:spPr bwMode="auto">
          <a:xfrm>
            <a:off x="1843178" y="4232349"/>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2" name="Line 16">
            <a:extLst>
              <a:ext uri="{FF2B5EF4-FFF2-40B4-BE49-F238E27FC236}">
                <a16:creationId xmlns:a16="http://schemas.microsoft.com/office/drawing/2014/main" id="{06EEB139-88A1-40D3-A3A3-19ABBD9F20AC}"/>
              </a:ext>
            </a:extLst>
          </p:cNvPr>
          <p:cNvSpPr>
            <a:spLocks noChangeShapeType="1"/>
          </p:cNvSpPr>
          <p:nvPr/>
        </p:nvSpPr>
        <p:spPr bwMode="auto">
          <a:xfrm>
            <a:off x="1843178" y="4664149"/>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3" name="Line 17">
            <a:extLst>
              <a:ext uri="{FF2B5EF4-FFF2-40B4-BE49-F238E27FC236}">
                <a16:creationId xmlns:a16="http://schemas.microsoft.com/office/drawing/2014/main" id="{FC43FCF1-00D4-45F4-AE77-6B402AD11DAC}"/>
              </a:ext>
            </a:extLst>
          </p:cNvPr>
          <p:cNvSpPr>
            <a:spLocks noChangeShapeType="1"/>
          </p:cNvSpPr>
          <p:nvPr/>
        </p:nvSpPr>
        <p:spPr bwMode="auto">
          <a:xfrm>
            <a:off x="1843178" y="5095949"/>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4" name="Line 18">
            <a:extLst>
              <a:ext uri="{FF2B5EF4-FFF2-40B4-BE49-F238E27FC236}">
                <a16:creationId xmlns:a16="http://schemas.microsoft.com/office/drawing/2014/main" id="{58E0D1DB-BBAB-4DC6-88BE-69A551732208}"/>
              </a:ext>
            </a:extLst>
          </p:cNvPr>
          <p:cNvSpPr>
            <a:spLocks noChangeShapeType="1"/>
          </p:cNvSpPr>
          <p:nvPr/>
        </p:nvSpPr>
        <p:spPr bwMode="auto">
          <a:xfrm>
            <a:off x="1843178" y="3368749"/>
            <a:ext cx="576263" cy="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5" name="Line 19">
            <a:extLst>
              <a:ext uri="{FF2B5EF4-FFF2-40B4-BE49-F238E27FC236}">
                <a16:creationId xmlns:a16="http://schemas.microsoft.com/office/drawing/2014/main" id="{6E8B23A6-8286-4069-8AC8-B699467CD73A}"/>
              </a:ext>
            </a:extLst>
          </p:cNvPr>
          <p:cNvSpPr>
            <a:spLocks noChangeShapeType="1"/>
          </p:cNvSpPr>
          <p:nvPr/>
        </p:nvSpPr>
        <p:spPr bwMode="auto">
          <a:xfrm>
            <a:off x="2419441" y="1639962"/>
            <a:ext cx="1444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16" name="Line 20">
            <a:extLst>
              <a:ext uri="{FF2B5EF4-FFF2-40B4-BE49-F238E27FC236}">
                <a16:creationId xmlns:a16="http://schemas.microsoft.com/office/drawing/2014/main" id="{18613602-E3CE-44AB-9E61-5AB11207DD79}"/>
              </a:ext>
            </a:extLst>
          </p:cNvPr>
          <p:cNvSpPr>
            <a:spLocks noChangeShapeType="1"/>
          </p:cNvSpPr>
          <p:nvPr/>
        </p:nvSpPr>
        <p:spPr bwMode="auto">
          <a:xfrm>
            <a:off x="2419441" y="2071762"/>
            <a:ext cx="28892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17" name="Line 21">
            <a:extLst>
              <a:ext uri="{FF2B5EF4-FFF2-40B4-BE49-F238E27FC236}">
                <a16:creationId xmlns:a16="http://schemas.microsoft.com/office/drawing/2014/main" id="{4B675FA6-D451-45B7-87C1-4B3A68D2C289}"/>
              </a:ext>
            </a:extLst>
          </p:cNvPr>
          <p:cNvSpPr>
            <a:spLocks noChangeShapeType="1"/>
          </p:cNvSpPr>
          <p:nvPr/>
        </p:nvSpPr>
        <p:spPr bwMode="auto">
          <a:xfrm>
            <a:off x="2419441" y="2503562"/>
            <a:ext cx="360362"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18" name="Line 22">
            <a:extLst>
              <a:ext uri="{FF2B5EF4-FFF2-40B4-BE49-F238E27FC236}">
                <a16:creationId xmlns:a16="http://schemas.microsoft.com/office/drawing/2014/main" id="{730669E8-7429-4B63-BE2D-ED2CB4C14ECB}"/>
              </a:ext>
            </a:extLst>
          </p:cNvPr>
          <p:cNvSpPr>
            <a:spLocks noChangeShapeType="1"/>
          </p:cNvSpPr>
          <p:nvPr/>
        </p:nvSpPr>
        <p:spPr bwMode="auto">
          <a:xfrm>
            <a:off x="2419441" y="2935362"/>
            <a:ext cx="504825" cy="0"/>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19" name="Line 23">
            <a:extLst>
              <a:ext uri="{FF2B5EF4-FFF2-40B4-BE49-F238E27FC236}">
                <a16:creationId xmlns:a16="http://schemas.microsoft.com/office/drawing/2014/main" id="{8E6EC750-BF7A-4DF9-815C-12327536B7F3}"/>
              </a:ext>
            </a:extLst>
          </p:cNvPr>
          <p:cNvSpPr>
            <a:spLocks noChangeShapeType="1"/>
          </p:cNvSpPr>
          <p:nvPr/>
        </p:nvSpPr>
        <p:spPr bwMode="auto">
          <a:xfrm>
            <a:off x="2924266" y="2935362"/>
            <a:ext cx="2952750"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0" name="Line 24">
            <a:extLst>
              <a:ext uri="{FF2B5EF4-FFF2-40B4-BE49-F238E27FC236}">
                <a16:creationId xmlns:a16="http://schemas.microsoft.com/office/drawing/2014/main" id="{8F752887-2A08-49AB-BB0B-5B355272678D}"/>
              </a:ext>
            </a:extLst>
          </p:cNvPr>
          <p:cNvSpPr>
            <a:spLocks noChangeShapeType="1"/>
          </p:cNvSpPr>
          <p:nvPr/>
        </p:nvSpPr>
        <p:spPr bwMode="auto">
          <a:xfrm>
            <a:off x="2779803" y="2503562"/>
            <a:ext cx="3097213" cy="504825"/>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1" name="Line 25">
            <a:extLst>
              <a:ext uri="{FF2B5EF4-FFF2-40B4-BE49-F238E27FC236}">
                <a16:creationId xmlns:a16="http://schemas.microsoft.com/office/drawing/2014/main" id="{D6D10B02-E06F-4259-97BB-675BB22178C0}"/>
              </a:ext>
            </a:extLst>
          </p:cNvPr>
          <p:cNvSpPr>
            <a:spLocks noChangeShapeType="1"/>
          </p:cNvSpPr>
          <p:nvPr/>
        </p:nvSpPr>
        <p:spPr bwMode="auto">
          <a:xfrm>
            <a:off x="2708366" y="2070174"/>
            <a:ext cx="3095625" cy="506413"/>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2" name="Line 26">
            <a:extLst>
              <a:ext uri="{FF2B5EF4-FFF2-40B4-BE49-F238E27FC236}">
                <a16:creationId xmlns:a16="http://schemas.microsoft.com/office/drawing/2014/main" id="{63A60003-046B-45B1-9344-DD8932067A3A}"/>
              </a:ext>
            </a:extLst>
          </p:cNvPr>
          <p:cNvSpPr>
            <a:spLocks noChangeShapeType="1"/>
          </p:cNvSpPr>
          <p:nvPr/>
        </p:nvSpPr>
        <p:spPr bwMode="auto">
          <a:xfrm>
            <a:off x="2635341" y="1639962"/>
            <a:ext cx="3168650" cy="503237"/>
          </a:xfrm>
          <a:prstGeom prst="line">
            <a:avLst/>
          </a:prstGeom>
          <a:noFill/>
          <a:ln w="952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3" name="Line 27">
            <a:extLst>
              <a:ext uri="{FF2B5EF4-FFF2-40B4-BE49-F238E27FC236}">
                <a16:creationId xmlns:a16="http://schemas.microsoft.com/office/drawing/2014/main" id="{51C29DAE-06B0-4272-A8A3-EBB488A3DD8C}"/>
              </a:ext>
            </a:extLst>
          </p:cNvPr>
          <p:cNvSpPr>
            <a:spLocks noChangeShapeType="1"/>
          </p:cNvSpPr>
          <p:nvPr/>
        </p:nvSpPr>
        <p:spPr bwMode="auto">
          <a:xfrm flipV="1">
            <a:off x="2563903" y="4519687"/>
            <a:ext cx="3384550" cy="5762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4" name="Line 28">
            <a:extLst>
              <a:ext uri="{FF2B5EF4-FFF2-40B4-BE49-F238E27FC236}">
                <a16:creationId xmlns:a16="http://schemas.microsoft.com/office/drawing/2014/main" id="{C3D2E681-F2D2-41BA-A6BC-6809A2298E82}"/>
              </a:ext>
            </a:extLst>
          </p:cNvPr>
          <p:cNvSpPr>
            <a:spLocks noChangeShapeType="1"/>
          </p:cNvSpPr>
          <p:nvPr/>
        </p:nvSpPr>
        <p:spPr bwMode="auto">
          <a:xfrm flipV="1">
            <a:off x="2708366" y="4087887"/>
            <a:ext cx="3240087" cy="5762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5" name="Line 29">
            <a:extLst>
              <a:ext uri="{FF2B5EF4-FFF2-40B4-BE49-F238E27FC236}">
                <a16:creationId xmlns:a16="http://schemas.microsoft.com/office/drawing/2014/main" id="{0B8779E5-C6A1-427C-86F5-BD90D0AA768D}"/>
              </a:ext>
            </a:extLst>
          </p:cNvPr>
          <p:cNvSpPr>
            <a:spLocks noChangeShapeType="1"/>
          </p:cNvSpPr>
          <p:nvPr/>
        </p:nvSpPr>
        <p:spPr bwMode="auto">
          <a:xfrm flipV="1">
            <a:off x="2851241" y="3727524"/>
            <a:ext cx="3025775" cy="50323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6" name="Line 30">
            <a:extLst>
              <a:ext uri="{FF2B5EF4-FFF2-40B4-BE49-F238E27FC236}">
                <a16:creationId xmlns:a16="http://schemas.microsoft.com/office/drawing/2014/main" id="{273AC3F4-C7A8-4D89-910E-4ED2A2D2A53E}"/>
              </a:ext>
            </a:extLst>
          </p:cNvPr>
          <p:cNvSpPr>
            <a:spLocks noChangeShapeType="1"/>
          </p:cNvSpPr>
          <p:nvPr/>
        </p:nvSpPr>
        <p:spPr bwMode="auto">
          <a:xfrm flipV="1">
            <a:off x="2924266" y="3295724"/>
            <a:ext cx="2952750" cy="504825"/>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7" name="Line 31">
            <a:extLst>
              <a:ext uri="{FF2B5EF4-FFF2-40B4-BE49-F238E27FC236}">
                <a16:creationId xmlns:a16="http://schemas.microsoft.com/office/drawing/2014/main" id="{D3B08500-2CA3-4188-9C27-D9A727D3F4D5}"/>
              </a:ext>
            </a:extLst>
          </p:cNvPr>
          <p:cNvSpPr>
            <a:spLocks noChangeShapeType="1"/>
          </p:cNvSpPr>
          <p:nvPr/>
        </p:nvSpPr>
        <p:spPr bwMode="auto">
          <a:xfrm>
            <a:off x="2419441" y="3800549"/>
            <a:ext cx="504825"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8" name="Line 32">
            <a:extLst>
              <a:ext uri="{FF2B5EF4-FFF2-40B4-BE49-F238E27FC236}">
                <a16:creationId xmlns:a16="http://schemas.microsoft.com/office/drawing/2014/main" id="{3236AE71-C347-4BCA-B299-D65EF02E6BAD}"/>
              </a:ext>
            </a:extLst>
          </p:cNvPr>
          <p:cNvSpPr>
            <a:spLocks noChangeShapeType="1"/>
          </p:cNvSpPr>
          <p:nvPr/>
        </p:nvSpPr>
        <p:spPr bwMode="auto">
          <a:xfrm>
            <a:off x="2419441" y="4232349"/>
            <a:ext cx="431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29" name="Line 33">
            <a:extLst>
              <a:ext uri="{FF2B5EF4-FFF2-40B4-BE49-F238E27FC236}">
                <a16:creationId xmlns:a16="http://schemas.microsoft.com/office/drawing/2014/main" id="{7AFC9D0A-C1A6-4A16-83CB-1CC86D3E1F91}"/>
              </a:ext>
            </a:extLst>
          </p:cNvPr>
          <p:cNvSpPr>
            <a:spLocks noChangeShapeType="1"/>
          </p:cNvSpPr>
          <p:nvPr/>
        </p:nvSpPr>
        <p:spPr bwMode="auto">
          <a:xfrm>
            <a:off x="2419441" y="4664149"/>
            <a:ext cx="288925"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30" name="Line 34">
            <a:extLst>
              <a:ext uri="{FF2B5EF4-FFF2-40B4-BE49-F238E27FC236}">
                <a16:creationId xmlns:a16="http://schemas.microsoft.com/office/drawing/2014/main" id="{E471564D-D4EE-4383-8DC1-231ACF122EC2}"/>
              </a:ext>
            </a:extLst>
          </p:cNvPr>
          <p:cNvSpPr>
            <a:spLocks noChangeShapeType="1"/>
          </p:cNvSpPr>
          <p:nvPr/>
        </p:nvSpPr>
        <p:spPr bwMode="auto">
          <a:xfrm>
            <a:off x="2419441" y="5095949"/>
            <a:ext cx="14446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131" name="Object 35">
            <a:extLst>
              <a:ext uri="{FF2B5EF4-FFF2-40B4-BE49-F238E27FC236}">
                <a16:creationId xmlns:a16="http://schemas.microsoft.com/office/drawing/2014/main" id="{E626DCDC-B9BF-475B-88DD-04FB9C9C9DEC}"/>
              </a:ext>
            </a:extLst>
          </p:cNvPr>
          <p:cNvGraphicFramePr>
            <a:graphicFrameLocks noChangeAspect="1"/>
          </p:cNvGraphicFramePr>
          <p:nvPr>
            <p:extLst>
              <p:ext uri="{D42A27DB-BD31-4B8C-83A1-F6EECF244321}">
                <p14:modId xmlns:p14="http://schemas.microsoft.com/office/powerpoint/2010/main" val="3516433623"/>
              </p:ext>
            </p:extLst>
          </p:nvPr>
        </p:nvGraphicFramePr>
        <p:xfrm>
          <a:off x="2419441" y="1784424"/>
          <a:ext cx="266700" cy="244475"/>
        </p:xfrm>
        <a:graphic>
          <a:graphicData uri="http://schemas.openxmlformats.org/presentationml/2006/ole">
            <mc:AlternateContent xmlns:mc="http://schemas.openxmlformats.org/markup-compatibility/2006">
              <mc:Choice xmlns:v="urn:schemas-microsoft-com:vml" Requires="v">
                <p:oleObj name="Equation" r:id="rId2" imgW="152280" imgH="139680" progId="Equation.DSMT4">
                  <p:embed/>
                </p:oleObj>
              </mc:Choice>
              <mc:Fallback>
                <p:oleObj name="Equation" r:id="rId2" imgW="152280" imgH="139680" progId="Equation.DSMT4">
                  <p:embed/>
                  <p:pic>
                    <p:nvPicPr>
                      <p:cNvPr id="137"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441" y="1784424"/>
                        <a:ext cx="2667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 name="Object 36">
            <a:extLst>
              <a:ext uri="{FF2B5EF4-FFF2-40B4-BE49-F238E27FC236}">
                <a16:creationId xmlns:a16="http://schemas.microsoft.com/office/drawing/2014/main" id="{B31714D2-B827-432C-BF2C-AC621E09BE44}"/>
              </a:ext>
            </a:extLst>
          </p:cNvPr>
          <p:cNvGraphicFramePr>
            <a:graphicFrameLocks noChangeAspect="1"/>
          </p:cNvGraphicFramePr>
          <p:nvPr>
            <p:extLst>
              <p:ext uri="{D42A27DB-BD31-4B8C-83A1-F6EECF244321}">
                <p14:modId xmlns:p14="http://schemas.microsoft.com/office/powerpoint/2010/main" val="177940239"/>
              </p:ext>
            </p:extLst>
          </p:nvPr>
        </p:nvGraphicFramePr>
        <p:xfrm>
          <a:off x="2557553" y="3124274"/>
          <a:ext cx="222250" cy="244475"/>
        </p:xfrm>
        <a:graphic>
          <a:graphicData uri="http://schemas.openxmlformats.org/presentationml/2006/ole">
            <mc:AlternateContent xmlns:mc="http://schemas.openxmlformats.org/markup-compatibility/2006">
              <mc:Choice xmlns:v="urn:schemas-microsoft-com:vml" Requires="v">
                <p:oleObj name="Equation" r:id="rId4" imgW="126720" imgH="139680" progId="Equation.DSMT4">
                  <p:embed/>
                </p:oleObj>
              </mc:Choice>
              <mc:Fallback>
                <p:oleObj name="Equation" r:id="rId4" imgW="126720" imgH="139680" progId="Equation.DSMT4">
                  <p:embed/>
                  <p:pic>
                    <p:nvPicPr>
                      <p:cNvPr id="138"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7553" y="3124274"/>
                        <a:ext cx="2222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 name="Object 37">
            <a:extLst>
              <a:ext uri="{FF2B5EF4-FFF2-40B4-BE49-F238E27FC236}">
                <a16:creationId xmlns:a16="http://schemas.microsoft.com/office/drawing/2014/main" id="{A92085EE-9E32-497E-97BA-01DF00728110}"/>
              </a:ext>
            </a:extLst>
          </p:cNvPr>
          <p:cNvGraphicFramePr>
            <a:graphicFrameLocks noChangeAspect="1"/>
          </p:cNvGraphicFramePr>
          <p:nvPr>
            <p:extLst>
              <p:ext uri="{D42A27DB-BD31-4B8C-83A1-F6EECF244321}">
                <p14:modId xmlns:p14="http://schemas.microsoft.com/office/powerpoint/2010/main" val="1269141053"/>
              </p:ext>
            </p:extLst>
          </p:nvPr>
        </p:nvGraphicFramePr>
        <p:xfrm>
          <a:off x="2419441" y="4664149"/>
          <a:ext cx="266700" cy="244475"/>
        </p:xfrm>
        <a:graphic>
          <a:graphicData uri="http://schemas.openxmlformats.org/presentationml/2006/ole">
            <mc:AlternateContent xmlns:mc="http://schemas.openxmlformats.org/markup-compatibility/2006">
              <mc:Choice xmlns:v="urn:schemas-microsoft-com:vml" Requires="v">
                <p:oleObj name="Equation" r:id="rId6" imgW="152280" imgH="139680" progId="Equation.DSMT4">
                  <p:embed/>
                </p:oleObj>
              </mc:Choice>
              <mc:Fallback>
                <p:oleObj name="Equation" r:id="rId6" imgW="152280" imgH="139680" progId="Equation.DSMT4">
                  <p:embed/>
                  <p:pic>
                    <p:nvPicPr>
                      <p:cNvPr id="139" name="Object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9441" y="4664149"/>
                        <a:ext cx="2667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4" name="Arc 38">
            <a:extLst>
              <a:ext uri="{FF2B5EF4-FFF2-40B4-BE49-F238E27FC236}">
                <a16:creationId xmlns:a16="http://schemas.microsoft.com/office/drawing/2014/main" id="{6A0EEF8B-40B9-496D-BAFF-881DC5CE5241}"/>
              </a:ext>
            </a:extLst>
          </p:cNvPr>
          <p:cNvSpPr>
            <a:spLocks/>
          </p:cNvSpPr>
          <p:nvPr/>
        </p:nvSpPr>
        <p:spPr bwMode="auto">
          <a:xfrm rot="5246591">
            <a:off x="2359909" y="1882056"/>
            <a:ext cx="358775" cy="293688"/>
          </a:xfrm>
          <a:custGeom>
            <a:avLst/>
            <a:gdLst>
              <a:gd name="G0" fmla="+- 0 0 0"/>
              <a:gd name="G1" fmla="+- 17602 0 0"/>
              <a:gd name="G2" fmla="+- 21600 0 0"/>
              <a:gd name="T0" fmla="*/ 12519 w 21552"/>
              <a:gd name="T1" fmla="*/ 0 h 17602"/>
              <a:gd name="T2" fmla="*/ 21552 w 21552"/>
              <a:gd name="T3" fmla="*/ 16169 h 17602"/>
              <a:gd name="T4" fmla="*/ 0 w 21552"/>
              <a:gd name="T5" fmla="*/ 17602 h 17602"/>
            </a:gdLst>
            <a:ahLst/>
            <a:cxnLst>
              <a:cxn ang="0">
                <a:pos x="T0" y="T1"/>
              </a:cxn>
              <a:cxn ang="0">
                <a:pos x="T2" y="T3"/>
              </a:cxn>
              <a:cxn ang="0">
                <a:pos x="T4" y="T5"/>
              </a:cxn>
            </a:cxnLst>
            <a:rect l="0" t="0" r="r" b="b"/>
            <a:pathLst>
              <a:path w="21552" h="17602" fill="none" extrusionOk="0">
                <a:moveTo>
                  <a:pt x="12519" y="-1"/>
                </a:moveTo>
                <a:cubicBezTo>
                  <a:pt x="17805" y="3759"/>
                  <a:pt x="21122" y="9696"/>
                  <a:pt x="21552" y="16168"/>
                </a:cubicBezTo>
              </a:path>
              <a:path w="21552" h="17602" stroke="0" extrusionOk="0">
                <a:moveTo>
                  <a:pt x="12519" y="-1"/>
                </a:moveTo>
                <a:cubicBezTo>
                  <a:pt x="17805" y="3759"/>
                  <a:pt x="21122" y="9696"/>
                  <a:pt x="21552" y="16168"/>
                </a:cubicBezTo>
                <a:lnTo>
                  <a:pt x="0" y="17602"/>
                </a:lnTo>
                <a:close/>
              </a:path>
            </a:pathLst>
          </a:cu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5" name="Arc 39">
            <a:extLst>
              <a:ext uri="{FF2B5EF4-FFF2-40B4-BE49-F238E27FC236}">
                <a16:creationId xmlns:a16="http://schemas.microsoft.com/office/drawing/2014/main" id="{7E047933-D53A-4954-89EA-11D58A78E707}"/>
              </a:ext>
            </a:extLst>
          </p:cNvPr>
          <p:cNvSpPr>
            <a:spLocks/>
          </p:cNvSpPr>
          <p:nvPr/>
        </p:nvSpPr>
        <p:spPr bwMode="auto">
          <a:xfrm rot="16353409" flipV="1">
            <a:off x="2386897" y="4553818"/>
            <a:ext cx="358775" cy="293687"/>
          </a:xfrm>
          <a:custGeom>
            <a:avLst/>
            <a:gdLst>
              <a:gd name="G0" fmla="+- 0 0 0"/>
              <a:gd name="G1" fmla="+- 17602 0 0"/>
              <a:gd name="G2" fmla="+- 21600 0 0"/>
              <a:gd name="T0" fmla="*/ 12519 w 21552"/>
              <a:gd name="T1" fmla="*/ 0 h 17602"/>
              <a:gd name="T2" fmla="*/ 21552 w 21552"/>
              <a:gd name="T3" fmla="*/ 16169 h 17602"/>
              <a:gd name="T4" fmla="*/ 0 w 21552"/>
              <a:gd name="T5" fmla="*/ 17602 h 17602"/>
            </a:gdLst>
            <a:ahLst/>
            <a:cxnLst>
              <a:cxn ang="0">
                <a:pos x="T0" y="T1"/>
              </a:cxn>
              <a:cxn ang="0">
                <a:pos x="T2" y="T3"/>
              </a:cxn>
              <a:cxn ang="0">
                <a:pos x="T4" y="T5"/>
              </a:cxn>
            </a:cxnLst>
            <a:rect l="0" t="0" r="r" b="b"/>
            <a:pathLst>
              <a:path w="21552" h="17602" fill="none" extrusionOk="0">
                <a:moveTo>
                  <a:pt x="12519" y="-1"/>
                </a:moveTo>
                <a:cubicBezTo>
                  <a:pt x="17805" y="3759"/>
                  <a:pt x="21122" y="9696"/>
                  <a:pt x="21552" y="16168"/>
                </a:cubicBezTo>
              </a:path>
              <a:path w="21552" h="17602" stroke="0" extrusionOk="0">
                <a:moveTo>
                  <a:pt x="12519" y="-1"/>
                </a:moveTo>
                <a:cubicBezTo>
                  <a:pt x="17805" y="3759"/>
                  <a:pt x="21122" y="9696"/>
                  <a:pt x="21552" y="16168"/>
                </a:cubicBezTo>
                <a:lnTo>
                  <a:pt x="0" y="17602"/>
                </a:lnTo>
                <a:close/>
              </a:path>
            </a:pathLst>
          </a:custGeom>
          <a:noFill/>
          <a:ln w="9525">
            <a:solidFill>
              <a:sysClr val="windowText" lastClr="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6" name="Line 40">
            <a:extLst>
              <a:ext uri="{FF2B5EF4-FFF2-40B4-BE49-F238E27FC236}">
                <a16:creationId xmlns:a16="http://schemas.microsoft.com/office/drawing/2014/main" id="{3AF65FAA-C76E-4267-8F57-1F6BCE8C746B}"/>
              </a:ext>
            </a:extLst>
          </p:cNvPr>
          <p:cNvSpPr>
            <a:spLocks noChangeShapeType="1"/>
          </p:cNvSpPr>
          <p:nvPr/>
        </p:nvSpPr>
        <p:spPr bwMode="auto">
          <a:xfrm>
            <a:off x="2563903" y="1639962"/>
            <a:ext cx="1584325" cy="0"/>
          </a:xfrm>
          <a:prstGeom prst="line">
            <a:avLst/>
          </a:prstGeom>
          <a:noFill/>
          <a:ln w="9525">
            <a:solidFill>
              <a:sysClr val="windowText" lastClr="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137" name="Object 41">
            <a:extLst>
              <a:ext uri="{FF2B5EF4-FFF2-40B4-BE49-F238E27FC236}">
                <a16:creationId xmlns:a16="http://schemas.microsoft.com/office/drawing/2014/main" id="{FC96081D-A4C6-4115-BB25-E1C9C6A99959}"/>
              </a:ext>
            </a:extLst>
          </p:cNvPr>
          <p:cNvGraphicFramePr>
            <a:graphicFrameLocks noChangeAspect="1"/>
          </p:cNvGraphicFramePr>
          <p:nvPr>
            <p:extLst>
              <p:ext uri="{D42A27DB-BD31-4B8C-83A1-F6EECF244321}">
                <p14:modId xmlns:p14="http://schemas.microsoft.com/office/powerpoint/2010/main" val="1276620447"/>
              </p:ext>
            </p:extLst>
          </p:nvPr>
        </p:nvGraphicFramePr>
        <p:xfrm>
          <a:off x="4065678" y="1582812"/>
          <a:ext cx="1355725" cy="355600"/>
        </p:xfrm>
        <a:graphic>
          <a:graphicData uri="http://schemas.openxmlformats.org/presentationml/2006/ole">
            <mc:AlternateContent xmlns:mc="http://schemas.openxmlformats.org/markup-compatibility/2006">
              <mc:Choice xmlns:v="urn:schemas-microsoft-com:vml" Requires="v">
                <p:oleObj name="Equation" r:id="rId8" imgW="774360" imgH="203040" progId="Equation.DSMT4">
                  <p:embed/>
                </p:oleObj>
              </mc:Choice>
              <mc:Fallback>
                <p:oleObj name="Equation" r:id="rId8" imgW="774360" imgH="203040" progId="Equation.DSMT4">
                  <p:embed/>
                  <p:pic>
                    <p:nvPicPr>
                      <p:cNvPr id="143" name="Object 41"/>
                      <p:cNvPicPr>
                        <a:picLocks noChangeAspect="1" noChangeArrowheads="1"/>
                      </p:cNvPicPr>
                      <p:nvPr/>
                    </p:nvPicPr>
                    <p:blipFill>
                      <a:blip r:embed="rId9"/>
                      <a:srcRect/>
                      <a:stretch>
                        <a:fillRect/>
                      </a:stretch>
                    </p:blipFill>
                    <p:spPr bwMode="auto">
                      <a:xfrm>
                        <a:off x="4065678" y="1582812"/>
                        <a:ext cx="135572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8" name="Arc 42">
            <a:extLst>
              <a:ext uri="{FF2B5EF4-FFF2-40B4-BE49-F238E27FC236}">
                <a16:creationId xmlns:a16="http://schemas.microsoft.com/office/drawing/2014/main" id="{B26A25ED-4D6B-4802-A030-EF805A0A2000}"/>
              </a:ext>
            </a:extLst>
          </p:cNvPr>
          <p:cNvSpPr>
            <a:spLocks/>
          </p:cNvSpPr>
          <p:nvPr/>
        </p:nvSpPr>
        <p:spPr bwMode="auto">
          <a:xfrm rot="2876824">
            <a:off x="3750559" y="1550268"/>
            <a:ext cx="354013" cy="269875"/>
          </a:xfrm>
          <a:custGeom>
            <a:avLst/>
            <a:gdLst>
              <a:gd name="G0" fmla="+- 0 0 0"/>
              <a:gd name="G1" fmla="+- 16138 0 0"/>
              <a:gd name="G2" fmla="+- 21600 0 0"/>
              <a:gd name="T0" fmla="*/ 14357 w 21328"/>
              <a:gd name="T1" fmla="*/ 0 h 16138"/>
              <a:gd name="T2" fmla="*/ 21328 w 21328"/>
              <a:gd name="T3" fmla="*/ 12723 h 16138"/>
              <a:gd name="T4" fmla="*/ 0 w 21328"/>
              <a:gd name="T5" fmla="*/ 16138 h 16138"/>
            </a:gdLst>
            <a:ahLst/>
            <a:cxnLst>
              <a:cxn ang="0">
                <a:pos x="T0" y="T1"/>
              </a:cxn>
              <a:cxn ang="0">
                <a:pos x="T2" y="T3"/>
              </a:cxn>
              <a:cxn ang="0">
                <a:pos x="T4" y="T5"/>
              </a:cxn>
            </a:cxnLst>
            <a:rect l="0" t="0" r="r" b="b"/>
            <a:pathLst>
              <a:path w="21328" h="16138" fill="none" extrusionOk="0">
                <a:moveTo>
                  <a:pt x="14357" y="-1"/>
                </a:moveTo>
                <a:cubicBezTo>
                  <a:pt x="18078" y="3310"/>
                  <a:pt x="20540" y="7805"/>
                  <a:pt x="21328" y="12722"/>
                </a:cubicBezTo>
              </a:path>
              <a:path w="21328" h="16138" stroke="0" extrusionOk="0">
                <a:moveTo>
                  <a:pt x="14357" y="-1"/>
                </a:moveTo>
                <a:cubicBezTo>
                  <a:pt x="18078" y="3310"/>
                  <a:pt x="20540" y="7805"/>
                  <a:pt x="21328" y="12722"/>
                </a:cubicBezTo>
                <a:lnTo>
                  <a:pt x="0" y="16138"/>
                </a:lnTo>
                <a:close/>
              </a:path>
            </a:pathLst>
          </a:custGeom>
          <a:noFill/>
          <a:ln w="9525">
            <a:solidFill>
              <a:sysClr val="windowText" lastClr="0000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9" name="Line 43">
            <a:extLst>
              <a:ext uri="{FF2B5EF4-FFF2-40B4-BE49-F238E27FC236}">
                <a16:creationId xmlns:a16="http://schemas.microsoft.com/office/drawing/2014/main" id="{365D2C12-3849-4EF3-8001-0ABCDEBDA6F4}"/>
              </a:ext>
            </a:extLst>
          </p:cNvPr>
          <p:cNvSpPr>
            <a:spLocks noChangeShapeType="1"/>
          </p:cNvSpPr>
          <p:nvPr/>
        </p:nvSpPr>
        <p:spPr bwMode="auto">
          <a:xfrm>
            <a:off x="2563903" y="5095949"/>
            <a:ext cx="1439863" cy="0"/>
          </a:xfrm>
          <a:prstGeom prst="line">
            <a:avLst/>
          </a:prstGeom>
          <a:noFill/>
          <a:ln w="9525">
            <a:solidFill>
              <a:sysClr val="windowText" lastClr="00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140" name="Object 44">
            <a:extLst>
              <a:ext uri="{FF2B5EF4-FFF2-40B4-BE49-F238E27FC236}">
                <a16:creationId xmlns:a16="http://schemas.microsoft.com/office/drawing/2014/main" id="{F455781E-B0FF-44BF-93B1-675F3383CD12}"/>
              </a:ext>
            </a:extLst>
          </p:cNvPr>
          <p:cNvGraphicFramePr>
            <a:graphicFrameLocks noChangeAspect="1"/>
          </p:cNvGraphicFramePr>
          <p:nvPr>
            <p:extLst>
              <p:ext uri="{D42A27DB-BD31-4B8C-83A1-F6EECF244321}">
                <p14:modId xmlns:p14="http://schemas.microsoft.com/office/powerpoint/2010/main" val="3076210708"/>
              </p:ext>
            </p:extLst>
          </p:nvPr>
        </p:nvGraphicFramePr>
        <p:xfrm>
          <a:off x="4060916" y="4810199"/>
          <a:ext cx="1355725" cy="355600"/>
        </p:xfrm>
        <a:graphic>
          <a:graphicData uri="http://schemas.openxmlformats.org/presentationml/2006/ole">
            <mc:AlternateContent xmlns:mc="http://schemas.openxmlformats.org/markup-compatibility/2006">
              <mc:Choice xmlns:v="urn:schemas-microsoft-com:vml" Requires="v">
                <p:oleObj name="Equation" r:id="rId10" imgW="774360" imgH="203040" progId="Equation.DSMT4">
                  <p:embed/>
                </p:oleObj>
              </mc:Choice>
              <mc:Fallback>
                <p:oleObj name="Equation" r:id="rId10" imgW="774360" imgH="203040" progId="Equation.DSMT4">
                  <p:embed/>
                  <p:pic>
                    <p:nvPicPr>
                      <p:cNvPr id="146" name="Object 44"/>
                      <p:cNvPicPr>
                        <a:picLocks noChangeAspect="1" noChangeArrowheads="1"/>
                      </p:cNvPicPr>
                      <p:nvPr/>
                    </p:nvPicPr>
                    <p:blipFill>
                      <a:blip r:embed="rId11"/>
                      <a:srcRect/>
                      <a:stretch>
                        <a:fillRect/>
                      </a:stretch>
                    </p:blipFill>
                    <p:spPr bwMode="auto">
                      <a:xfrm>
                        <a:off x="4060916" y="4810199"/>
                        <a:ext cx="1355725"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1" name="Arc 45">
            <a:extLst>
              <a:ext uri="{FF2B5EF4-FFF2-40B4-BE49-F238E27FC236}">
                <a16:creationId xmlns:a16="http://schemas.microsoft.com/office/drawing/2014/main" id="{0A4BC853-9861-475B-B903-3C0CBAD167EB}"/>
              </a:ext>
            </a:extLst>
          </p:cNvPr>
          <p:cNvSpPr>
            <a:spLocks/>
          </p:cNvSpPr>
          <p:nvPr/>
        </p:nvSpPr>
        <p:spPr bwMode="auto">
          <a:xfrm rot="18723176" flipV="1">
            <a:off x="3620384" y="4922118"/>
            <a:ext cx="354013" cy="269875"/>
          </a:xfrm>
          <a:custGeom>
            <a:avLst/>
            <a:gdLst>
              <a:gd name="G0" fmla="+- 0 0 0"/>
              <a:gd name="G1" fmla="+- 16138 0 0"/>
              <a:gd name="G2" fmla="+- 21600 0 0"/>
              <a:gd name="T0" fmla="*/ 14357 w 21328"/>
              <a:gd name="T1" fmla="*/ 0 h 16138"/>
              <a:gd name="T2" fmla="*/ 21328 w 21328"/>
              <a:gd name="T3" fmla="*/ 12723 h 16138"/>
              <a:gd name="T4" fmla="*/ 0 w 21328"/>
              <a:gd name="T5" fmla="*/ 16138 h 16138"/>
            </a:gdLst>
            <a:ahLst/>
            <a:cxnLst>
              <a:cxn ang="0">
                <a:pos x="T0" y="T1"/>
              </a:cxn>
              <a:cxn ang="0">
                <a:pos x="T2" y="T3"/>
              </a:cxn>
              <a:cxn ang="0">
                <a:pos x="T4" y="T5"/>
              </a:cxn>
            </a:cxnLst>
            <a:rect l="0" t="0" r="r" b="b"/>
            <a:pathLst>
              <a:path w="21328" h="16138" fill="none" extrusionOk="0">
                <a:moveTo>
                  <a:pt x="14357" y="-1"/>
                </a:moveTo>
                <a:cubicBezTo>
                  <a:pt x="18078" y="3310"/>
                  <a:pt x="20540" y="7805"/>
                  <a:pt x="21328" y="12722"/>
                </a:cubicBezTo>
              </a:path>
              <a:path w="21328" h="16138" stroke="0" extrusionOk="0">
                <a:moveTo>
                  <a:pt x="14357" y="-1"/>
                </a:moveTo>
                <a:cubicBezTo>
                  <a:pt x="18078" y="3310"/>
                  <a:pt x="20540" y="7805"/>
                  <a:pt x="21328" y="12722"/>
                </a:cubicBezTo>
                <a:lnTo>
                  <a:pt x="0" y="16138"/>
                </a:lnTo>
                <a:close/>
              </a:path>
            </a:pathLst>
          </a:custGeom>
          <a:noFill/>
          <a:ln w="9525">
            <a:solidFill>
              <a:sysClr val="windowText" lastClr="000000"/>
            </a:solidFill>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2" name="Text Box 46">
            <a:extLst>
              <a:ext uri="{FF2B5EF4-FFF2-40B4-BE49-F238E27FC236}">
                <a16:creationId xmlns:a16="http://schemas.microsoft.com/office/drawing/2014/main" id="{DF25B818-4403-4916-9265-AE6D5A81BB04}"/>
              </a:ext>
            </a:extLst>
          </p:cNvPr>
          <p:cNvSpPr txBox="1">
            <a:spLocks noChangeArrowheads="1"/>
          </p:cNvSpPr>
          <p:nvPr/>
        </p:nvSpPr>
        <p:spPr bwMode="auto">
          <a:xfrm>
            <a:off x="2539296" y="5892163"/>
            <a:ext cx="2012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两列平面光的干涉</a:t>
            </a:r>
          </a:p>
        </p:txBody>
      </p:sp>
    </p:spTree>
    <p:extLst>
      <p:ext uri="{BB962C8B-B14F-4D97-AF65-F5344CB8AC3E}">
        <p14:creationId xmlns:p14="http://schemas.microsoft.com/office/powerpoint/2010/main" val="148054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6" grpId="0" animBg="1"/>
      <p:bldP spid="138" grpId="0" animBg="1"/>
      <p:bldP spid="139" grpId="0" animBg="1"/>
      <p:bldP spid="141" grpId="0" animBg="1"/>
      <p:bldP spid="1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86" descr="浅色上对角线">
            <a:extLst>
              <a:ext uri="{FF2B5EF4-FFF2-40B4-BE49-F238E27FC236}">
                <a16:creationId xmlns:a16="http://schemas.microsoft.com/office/drawing/2014/main" id="{C2DB2B02-C288-42FD-8EAA-6E10D2969244}"/>
              </a:ext>
            </a:extLst>
          </p:cNvPr>
          <p:cNvSpPr>
            <a:spLocks/>
          </p:cNvSpPr>
          <p:nvPr/>
        </p:nvSpPr>
        <p:spPr bwMode="auto">
          <a:xfrm>
            <a:off x="4638743" y="2686124"/>
            <a:ext cx="2190750" cy="1474788"/>
          </a:xfrm>
          <a:custGeom>
            <a:avLst/>
            <a:gdLst>
              <a:gd name="T0" fmla="*/ 1369 w 1380"/>
              <a:gd name="T1" fmla="*/ 839 h 929"/>
              <a:gd name="T2" fmla="*/ 8 w 1380"/>
              <a:gd name="T3" fmla="*/ 929 h 929"/>
              <a:gd name="T4" fmla="*/ 0 w 1380"/>
              <a:gd name="T5" fmla="*/ 603 h 929"/>
              <a:gd name="T6" fmla="*/ 1380 w 1380"/>
              <a:gd name="T7" fmla="*/ 0 h 929"/>
              <a:gd name="T8" fmla="*/ 1369 w 1380"/>
              <a:gd name="T9" fmla="*/ 839 h 929"/>
            </a:gdLst>
            <a:ahLst/>
            <a:cxnLst>
              <a:cxn ang="0">
                <a:pos x="T0" y="T1"/>
              </a:cxn>
              <a:cxn ang="0">
                <a:pos x="T2" y="T3"/>
              </a:cxn>
              <a:cxn ang="0">
                <a:pos x="T4" y="T5"/>
              </a:cxn>
              <a:cxn ang="0">
                <a:pos x="T6" y="T7"/>
              </a:cxn>
              <a:cxn ang="0">
                <a:pos x="T8" y="T9"/>
              </a:cxn>
            </a:cxnLst>
            <a:rect l="0" t="0" r="r" b="b"/>
            <a:pathLst>
              <a:path w="1380" h="929">
                <a:moveTo>
                  <a:pt x="1369" y="839"/>
                </a:moveTo>
                <a:lnTo>
                  <a:pt x="8" y="929"/>
                </a:lnTo>
                <a:lnTo>
                  <a:pt x="0" y="603"/>
                </a:lnTo>
                <a:lnTo>
                  <a:pt x="1380" y="0"/>
                </a:lnTo>
                <a:lnTo>
                  <a:pt x="1369" y="839"/>
                </a:lnTo>
                <a:close/>
              </a:path>
            </a:pathLst>
          </a:custGeom>
          <a:pattFill prst="ltUpDiag">
            <a:fgClr>
              <a:srgbClr val="3333FF"/>
            </a:fgClr>
            <a:bgClr>
              <a:sysClr val="window" lastClr="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 name="Freeform 85" descr="浅色下对角线">
            <a:extLst>
              <a:ext uri="{FF2B5EF4-FFF2-40B4-BE49-F238E27FC236}">
                <a16:creationId xmlns:a16="http://schemas.microsoft.com/office/drawing/2014/main" id="{257210C3-28D4-4581-AD36-815E5C5D7528}"/>
              </a:ext>
            </a:extLst>
          </p:cNvPr>
          <p:cNvSpPr>
            <a:spLocks/>
          </p:cNvSpPr>
          <p:nvPr/>
        </p:nvSpPr>
        <p:spPr bwMode="auto">
          <a:xfrm>
            <a:off x="4651443" y="2576587"/>
            <a:ext cx="2454275" cy="1590675"/>
          </a:xfrm>
          <a:custGeom>
            <a:avLst/>
            <a:gdLst>
              <a:gd name="T0" fmla="*/ 1361 w 1546"/>
              <a:gd name="T1" fmla="*/ 90 h 1002"/>
              <a:gd name="T2" fmla="*/ 0 w 1546"/>
              <a:gd name="T3" fmla="*/ 0 h 1002"/>
              <a:gd name="T4" fmla="*/ 10 w 1546"/>
              <a:gd name="T5" fmla="*/ 334 h 1002"/>
              <a:gd name="T6" fmla="*/ 1546 w 1546"/>
              <a:gd name="T7" fmla="*/ 1002 h 1002"/>
              <a:gd name="T8" fmla="*/ 1361 w 1546"/>
              <a:gd name="T9" fmla="*/ 90 h 1002"/>
            </a:gdLst>
            <a:ahLst/>
            <a:cxnLst>
              <a:cxn ang="0">
                <a:pos x="T0" y="T1"/>
              </a:cxn>
              <a:cxn ang="0">
                <a:pos x="T2" y="T3"/>
              </a:cxn>
              <a:cxn ang="0">
                <a:pos x="T4" y="T5"/>
              </a:cxn>
              <a:cxn ang="0">
                <a:pos x="T6" y="T7"/>
              </a:cxn>
              <a:cxn ang="0">
                <a:pos x="T8" y="T9"/>
              </a:cxn>
            </a:cxnLst>
            <a:rect l="0" t="0" r="r" b="b"/>
            <a:pathLst>
              <a:path w="1546" h="1002">
                <a:moveTo>
                  <a:pt x="1361" y="90"/>
                </a:moveTo>
                <a:lnTo>
                  <a:pt x="0" y="0"/>
                </a:lnTo>
                <a:lnTo>
                  <a:pt x="10" y="334"/>
                </a:lnTo>
                <a:lnTo>
                  <a:pt x="1546" y="1002"/>
                </a:lnTo>
                <a:lnTo>
                  <a:pt x="1361" y="90"/>
                </a:lnTo>
                <a:close/>
              </a:path>
            </a:pathLst>
          </a:custGeom>
          <a:pattFill prst="ltDnDiag">
            <a:fgClr>
              <a:srgbClr val="FF0000"/>
            </a:fgClr>
            <a:bgClr>
              <a:sysClr val="window" lastClr="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 name="Freeform 96">
            <a:extLst>
              <a:ext uri="{FF2B5EF4-FFF2-40B4-BE49-F238E27FC236}">
                <a16:creationId xmlns:a16="http://schemas.microsoft.com/office/drawing/2014/main" id="{53C70DC5-EF5C-44C9-8521-401652646841}"/>
              </a:ext>
            </a:extLst>
          </p:cNvPr>
          <p:cNvSpPr>
            <a:spLocks/>
          </p:cNvSpPr>
          <p:nvPr/>
        </p:nvSpPr>
        <p:spPr bwMode="auto">
          <a:xfrm>
            <a:off x="5305493" y="2555949"/>
            <a:ext cx="1814513" cy="1625600"/>
          </a:xfrm>
          <a:custGeom>
            <a:avLst/>
            <a:gdLst>
              <a:gd name="T0" fmla="*/ 302 w 1143"/>
              <a:gd name="T1" fmla="*/ 365 h 1024"/>
              <a:gd name="T2" fmla="*/ 1125 w 1143"/>
              <a:gd name="T3" fmla="*/ 0 h 1024"/>
              <a:gd name="T4" fmla="*/ 1143 w 1143"/>
              <a:gd name="T5" fmla="*/ 1024 h 1024"/>
              <a:gd name="T6" fmla="*/ 366 w 1143"/>
              <a:gd name="T7" fmla="*/ 676 h 1024"/>
              <a:gd name="T8" fmla="*/ 0 w 1143"/>
              <a:gd name="T9" fmla="*/ 512 h 1024"/>
              <a:gd name="T10" fmla="*/ 302 w 1143"/>
              <a:gd name="T11" fmla="*/ 365 h 1024"/>
            </a:gdLst>
            <a:ahLst/>
            <a:cxnLst>
              <a:cxn ang="0">
                <a:pos x="T0" y="T1"/>
              </a:cxn>
              <a:cxn ang="0">
                <a:pos x="T2" y="T3"/>
              </a:cxn>
              <a:cxn ang="0">
                <a:pos x="T4" y="T5"/>
              </a:cxn>
              <a:cxn ang="0">
                <a:pos x="T6" y="T7"/>
              </a:cxn>
              <a:cxn ang="0">
                <a:pos x="T8" y="T9"/>
              </a:cxn>
              <a:cxn ang="0">
                <a:pos x="T10" y="T11"/>
              </a:cxn>
            </a:cxnLst>
            <a:rect l="0" t="0" r="r" b="b"/>
            <a:pathLst>
              <a:path w="1143" h="1024">
                <a:moveTo>
                  <a:pt x="302" y="365"/>
                </a:moveTo>
                <a:lnTo>
                  <a:pt x="1125" y="0"/>
                </a:lnTo>
                <a:lnTo>
                  <a:pt x="1143" y="1024"/>
                </a:lnTo>
                <a:lnTo>
                  <a:pt x="366" y="676"/>
                </a:lnTo>
                <a:lnTo>
                  <a:pt x="0" y="512"/>
                </a:lnTo>
                <a:lnTo>
                  <a:pt x="302" y="365"/>
                </a:lnTo>
                <a:close/>
              </a:path>
            </a:pathLst>
          </a:custGeom>
          <a:solidFill>
            <a:srgbClr val="FFFF00"/>
          </a:solidFill>
          <a:ln>
            <a:noFill/>
          </a:ln>
          <a:effec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5" name="Object 83">
            <a:extLst>
              <a:ext uri="{FF2B5EF4-FFF2-40B4-BE49-F238E27FC236}">
                <a16:creationId xmlns:a16="http://schemas.microsoft.com/office/drawing/2014/main" id="{4BD02867-D6E3-4273-A06F-65508E073EDD}"/>
              </a:ext>
            </a:extLst>
          </p:cNvPr>
          <p:cNvGraphicFramePr>
            <a:graphicFrameLocks noChangeAspect="1"/>
          </p:cNvGraphicFramePr>
          <p:nvPr>
            <p:extLst>
              <p:ext uri="{D42A27DB-BD31-4B8C-83A1-F6EECF244321}">
                <p14:modId xmlns:p14="http://schemas.microsoft.com/office/powerpoint/2010/main" val="3420896617"/>
              </p:ext>
            </p:extLst>
          </p:nvPr>
        </p:nvGraphicFramePr>
        <p:xfrm>
          <a:off x="2706756" y="3656087"/>
          <a:ext cx="222250" cy="311150"/>
        </p:xfrm>
        <a:graphic>
          <a:graphicData uri="http://schemas.openxmlformats.org/presentationml/2006/ole">
            <mc:AlternateContent xmlns:mc="http://schemas.openxmlformats.org/markup-compatibility/2006">
              <mc:Choice xmlns:v="urn:schemas-microsoft-com:vml" Requires="v">
                <p:oleObj name="Equation" r:id="rId3" imgW="126720" imgH="177480" progId="Equation.DSMT4">
                  <p:embed/>
                </p:oleObj>
              </mc:Choice>
              <mc:Fallback>
                <p:oleObj name="Equation" r:id="rId3" imgW="126720" imgH="177480" progId="Equation.DSMT4">
                  <p:embed/>
                  <p:pic>
                    <p:nvPicPr>
                      <p:cNvPr id="95" name="Object 83">
                        <a:extLst>
                          <a:ext uri="{FF2B5EF4-FFF2-40B4-BE49-F238E27FC236}">
                            <a16:creationId xmlns:a16="http://schemas.microsoft.com/office/drawing/2014/main" id="{F4FAA127-2DA3-408F-B808-F393CD013F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756" y="3656087"/>
                        <a:ext cx="2222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71">
            <a:extLst>
              <a:ext uri="{FF2B5EF4-FFF2-40B4-BE49-F238E27FC236}">
                <a16:creationId xmlns:a16="http://schemas.microsoft.com/office/drawing/2014/main" id="{35D624CF-0997-4CE3-9D13-404881F44EBB}"/>
              </a:ext>
            </a:extLst>
          </p:cNvPr>
          <p:cNvSpPr>
            <a:spLocks noChangeShapeType="1"/>
          </p:cNvSpPr>
          <p:nvPr/>
        </p:nvSpPr>
        <p:spPr bwMode="auto">
          <a:xfrm flipH="1">
            <a:off x="2706756" y="4159324"/>
            <a:ext cx="2376487" cy="144463"/>
          </a:xfrm>
          <a:prstGeom prst="line">
            <a:avLst/>
          </a:prstGeom>
          <a:noFill/>
          <a:ln w="9525">
            <a:solidFill>
              <a:srgbClr val="3333FF"/>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7" name="Line 59">
            <a:extLst>
              <a:ext uri="{FF2B5EF4-FFF2-40B4-BE49-F238E27FC236}">
                <a16:creationId xmlns:a16="http://schemas.microsoft.com/office/drawing/2014/main" id="{D0B5A653-E1F1-46AF-9D04-15E54D8BE2A2}"/>
              </a:ext>
            </a:extLst>
          </p:cNvPr>
          <p:cNvSpPr>
            <a:spLocks noChangeShapeType="1"/>
          </p:cNvSpPr>
          <p:nvPr/>
        </p:nvSpPr>
        <p:spPr bwMode="auto">
          <a:xfrm flipH="1" flipV="1">
            <a:off x="2706756" y="2432124"/>
            <a:ext cx="2449512" cy="503238"/>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8" name="Line 60">
            <a:extLst>
              <a:ext uri="{FF2B5EF4-FFF2-40B4-BE49-F238E27FC236}">
                <a16:creationId xmlns:a16="http://schemas.microsoft.com/office/drawing/2014/main" id="{7D007176-7692-4B04-9018-202C968E96A2}"/>
              </a:ext>
            </a:extLst>
          </p:cNvPr>
          <p:cNvSpPr>
            <a:spLocks noChangeShapeType="1"/>
          </p:cNvSpPr>
          <p:nvPr/>
        </p:nvSpPr>
        <p:spPr bwMode="auto">
          <a:xfrm flipH="1" flipV="1">
            <a:off x="2706756" y="2432124"/>
            <a:ext cx="2376487" cy="144463"/>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9" name="Oval 47">
            <a:extLst>
              <a:ext uri="{FF2B5EF4-FFF2-40B4-BE49-F238E27FC236}">
                <a16:creationId xmlns:a16="http://schemas.microsoft.com/office/drawing/2014/main" id="{54ECA33F-45B4-498B-BCCF-A63FDAA33743}"/>
              </a:ext>
            </a:extLst>
          </p:cNvPr>
          <p:cNvSpPr>
            <a:spLocks noChangeArrowheads="1"/>
          </p:cNvSpPr>
          <p:nvPr/>
        </p:nvSpPr>
        <p:spPr bwMode="auto">
          <a:xfrm>
            <a:off x="2635318" y="3295724"/>
            <a:ext cx="144463" cy="1444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10" name="AutoShape 7">
            <a:extLst>
              <a:ext uri="{FF2B5EF4-FFF2-40B4-BE49-F238E27FC236}">
                <a16:creationId xmlns:a16="http://schemas.microsoft.com/office/drawing/2014/main" id="{539342B7-7E6D-4AA9-9EBD-DBA2750C3607}"/>
              </a:ext>
            </a:extLst>
          </p:cNvPr>
          <p:cNvSpPr>
            <a:spLocks noChangeArrowheads="1"/>
          </p:cNvSpPr>
          <p:nvPr/>
        </p:nvSpPr>
        <p:spPr bwMode="auto">
          <a:xfrm>
            <a:off x="4651443" y="1063699"/>
            <a:ext cx="647700" cy="2305050"/>
          </a:xfrm>
          <a:prstGeom prst="rtTriangle">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 name="Line 8">
            <a:extLst>
              <a:ext uri="{FF2B5EF4-FFF2-40B4-BE49-F238E27FC236}">
                <a16:creationId xmlns:a16="http://schemas.microsoft.com/office/drawing/2014/main" id="{EC94C92E-91F9-4D13-B4BD-79814D2BDDFE}"/>
              </a:ext>
            </a:extLst>
          </p:cNvPr>
          <p:cNvSpPr>
            <a:spLocks noChangeShapeType="1"/>
          </p:cNvSpPr>
          <p:nvPr/>
        </p:nvSpPr>
        <p:spPr bwMode="auto">
          <a:xfrm>
            <a:off x="2706756" y="3368749"/>
            <a:ext cx="3743325"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2" name="AutoShape 9">
            <a:extLst>
              <a:ext uri="{FF2B5EF4-FFF2-40B4-BE49-F238E27FC236}">
                <a16:creationId xmlns:a16="http://schemas.microsoft.com/office/drawing/2014/main" id="{151C02CD-7F8E-4AB7-845E-5484C4EF320B}"/>
              </a:ext>
            </a:extLst>
          </p:cNvPr>
          <p:cNvSpPr>
            <a:spLocks noChangeArrowheads="1"/>
          </p:cNvSpPr>
          <p:nvPr/>
        </p:nvSpPr>
        <p:spPr bwMode="auto">
          <a:xfrm flipV="1">
            <a:off x="4651443" y="3368749"/>
            <a:ext cx="647700" cy="2305050"/>
          </a:xfrm>
          <a:prstGeom prst="rtTriangle">
            <a:avLst/>
          </a:prstGeom>
          <a:noFill/>
          <a:ln w="9525">
            <a:solidFill>
              <a:sysClr val="windowText" lastClr="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 name="Line 49">
            <a:extLst>
              <a:ext uri="{FF2B5EF4-FFF2-40B4-BE49-F238E27FC236}">
                <a16:creationId xmlns:a16="http://schemas.microsoft.com/office/drawing/2014/main" id="{CDE68B52-B80F-4387-ACD4-8C401E6F3596}"/>
              </a:ext>
            </a:extLst>
          </p:cNvPr>
          <p:cNvSpPr>
            <a:spLocks noChangeShapeType="1"/>
          </p:cNvSpPr>
          <p:nvPr/>
        </p:nvSpPr>
        <p:spPr bwMode="auto">
          <a:xfrm flipV="1">
            <a:off x="2706756" y="2935362"/>
            <a:ext cx="1944687" cy="433387"/>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50">
            <a:extLst>
              <a:ext uri="{FF2B5EF4-FFF2-40B4-BE49-F238E27FC236}">
                <a16:creationId xmlns:a16="http://schemas.microsoft.com/office/drawing/2014/main" id="{019B0B33-7FCD-41B7-ACB9-79BAACD16BA4}"/>
              </a:ext>
            </a:extLst>
          </p:cNvPr>
          <p:cNvSpPr>
            <a:spLocks noChangeShapeType="1"/>
          </p:cNvSpPr>
          <p:nvPr/>
        </p:nvSpPr>
        <p:spPr bwMode="auto">
          <a:xfrm flipV="1">
            <a:off x="2706756" y="2576587"/>
            <a:ext cx="1944687" cy="79216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Oval 51">
            <a:extLst>
              <a:ext uri="{FF2B5EF4-FFF2-40B4-BE49-F238E27FC236}">
                <a16:creationId xmlns:a16="http://schemas.microsoft.com/office/drawing/2014/main" id="{51F0EE26-1625-4A77-8E29-B043E9C32B4A}"/>
              </a:ext>
            </a:extLst>
          </p:cNvPr>
          <p:cNvSpPr>
            <a:spLocks noChangeArrowheads="1"/>
          </p:cNvSpPr>
          <p:nvPr/>
        </p:nvSpPr>
        <p:spPr bwMode="auto">
          <a:xfrm>
            <a:off x="2635318" y="2359099"/>
            <a:ext cx="144463" cy="144463"/>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16" name="Line 54">
            <a:extLst>
              <a:ext uri="{FF2B5EF4-FFF2-40B4-BE49-F238E27FC236}">
                <a16:creationId xmlns:a16="http://schemas.microsoft.com/office/drawing/2014/main" id="{219DAA8C-6F79-40C6-BA02-B8EA292AA558}"/>
              </a:ext>
            </a:extLst>
          </p:cNvPr>
          <p:cNvSpPr>
            <a:spLocks noChangeShapeType="1"/>
          </p:cNvSpPr>
          <p:nvPr/>
        </p:nvSpPr>
        <p:spPr bwMode="auto">
          <a:xfrm>
            <a:off x="5083243" y="2574999"/>
            <a:ext cx="1728788" cy="1444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7" name="Line 56">
            <a:extLst>
              <a:ext uri="{FF2B5EF4-FFF2-40B4-BE49-F238E27FC236}">
                <a16:creationId xmlns:a16="http://schemas.microsoft.com/office/drawing/2014/main" id="{7E1ECCAF-B4AA-4A67-9623-5C97DBDE5CA0}"/>
              </a:ext>
            </a:extLst>
          </p:cNvPr>
          <p:cNvSpPr>
            <a:spLocks noChangeShapeType="1"/>
          </p:cNvSpPr>
          <p:nvPr/>
        </p:nvSpPr>
        <p:spPr bwMode="auto">
          <a:xfrm>
            <a:off x="4651443" y="2935362"/>
            <a:ext cx="504825"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8" name="Line 57">
            <a:extLst>
              <a:ext uri="{FF2B5EF4-FFF2-40B4-BE49-F238E27FC236}">
                <a16:creationId xmlns:a16="http://schemas.microsoft.com/office/drawing/2014/main" id="{41E1C491-4CF2-4F5C-98FE-4998BDE6DE05}"/>
              </a:ext>
            </a:extLst>
          </p:cNvPr>
          <p:cNvSpPr>
            <a:spLocks noChangeShapeType="1"/>
          </p:cNvSpPr>
          <p:nvPr/>
        </p:nvSpPr>
        <p:spPr bwMode="auto">
          <a:xfrm>
            <a:off x="5156268" y="2935362"/>
            <a:ext cx="1728788" cy="3603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9" name="Line 58">
            <a:extLst>
              <a:ext uri="{FF2B5EF4-FFF2-40B4-BE49-F238E27FC236}">
                <a16:creationId xmlns:a16="http://schemas.microsoft.com/office/drawing/2014/main" id="{0BE28744-F360-4469-B905-19FDC3DE2419}"/>
              </a:ext>
            </a:extLst>
          </p:cNvPr>
          <p:cNvSpPr>
            <a:spLocks noChangeShapeType="1"/>
          </p:cNvSpPr>
          <p:nvPr/>
        </p:nvSpPr>
        <p:spPr bwMode="auto">
          <a:xfrm flipV="1">
            <a:off x="4651443" y="2576587"/>
            <a:ext cx="4318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0" name="Oval 61">
            <a:extLst>
              <a:ext uri="{FF2B5EF4-FFF2-40B4-BE49-F238E27FC236}">
                <a16:creationId xmlns:a16="http://schemas.microsoft.com/office/drawing/2014/main" id="{EFF6AA88-C8F9-4F55-906F-849D8FBB3042}"/>
              </a:ext>
            </a:extLst>
          </p:cNvPr>
          <p:cNvSpPr>
            <a:spLocks noChangeArrowheads="1"/>
          </p:cNvSpPr>
          <p:nvPr/>
        </p:nvSpPr>
        <p:spPr bwMode="auto">
          <a:xfrm flipV="1">
            <a:off x="2635318" y="4232349"/>
            <a:ext cx="144463" cy="144463"/>
          </a:xfrm>
          <a:prstGeom prst="ellipse">
            <a:avLst/>
          </a:prstGeom>
          <a:solidFill>
            <a:srgbClr val="3333FF"/>
          </a:solidFill>
          <a:ln w="9525">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400"/>
            <a:endParaRPr lang="zh-CN" altLang="en-US">
              <a:solidFill>
                <a:prstClr val="black"/>
              </a:solidFill>
              <a:ea typeface="宋体" panose="02010600030101010101" pitchFamily="2" charset="-122"/>
            </a:endParaRPr>
          </a:p>
        </p:txBody>
      </p:sp>
      <p:sp>
        <p:nvSpPr>
          <p:cNvPr id="21" name="Line 63">
            <a:extLst>
              <a:ext uri="{FF2B5EF4-FFF2-40B4-BE49-F238E27FC236}">
                <a16:creationId xmlns:a16="http://schemas.microsoft.com/office/drawing/2014/main" id="{E84888D2-678D-4C7D-8B58-37197F0F2B89}"/>
              </a:ext>
            </a:extLst>
          </p:cNvPr>
          <p:cNvSpPr>
            <a:spLocks noChangeShapeType="1"/>
          </p:cNvSpPr>
          <p:nvPr/>
        </p:nvSpPr>
        <p:spPr bwMode="auto">
          <a:xfrm>
            <a:off x="2706756" y="3368749"/>
            <a:ext cx="1944687" cy="433388"/>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Line 64">
            <a:extLst>
              <a:ext uri="{FF2B5EF4-FFF2-40B4-BE49-F238E27FC236}">
                <a16:creationId xmlns:a16="http://schemas.microsoft.com/office/drawing/2014/main" id="{1C25B3B1-C5A7-486F-ABFC-8A819A848408}"/>
              </a:ext>
            </a:extLst>
          </p:cNvPr>
          <p:cNvSpPr>
            <a:spLocks noChangeShapeType="1"/>
          </p:cNvSpPr>
          <p:nvPr/>
        </p:nvSpPr>
        <p:spPr bwMode="auto">
          <a:xfrm>
            <a:off x="2706756" y="3368749"/>
            <a:ext cx="1944687" cy="792163"/>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Line 66">
            <a:extLst>
              <a:ext uri="{FF2B5EF4-FFF2-40B4-BE49-F238E27FC236}">
                <a16:creationId xmlns:a16="http://schemas.microsoft.com/office/drawing/2014/main" id="{81CE2765-9CC1-41EB-9A5C-6F389AF9518B}"/>
              </a:ext>
            </a:extLst>
          </p:cNvPr>
          <p:cNvSpPr>
            <a:spLocks noChangeShapeType="1"/>
          </p:cNvSpPr>
          <p:nvPr/>
        </p:nvSpPr>
        <p:spPr bwMode="auto">
          <a:xfrm flipV="1">
            <a:off x="5083243" y="4014862"/>
            <a:ext cx="1728788" cy="144462"/>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4" name="Line 67">
            <a:extLst>
              <a:ext uri="{FF2B5EF4-FFF2-40B4-BE49-F238E27FC236}">
                <a16:creationId xmlns:a16="http://schemas.microsoft.com/office/drawing/2014/main" id="{1133893D-A3ED-49CA-9C91-231789038658}"/>
              </a:ext>
            </a:extLst>
          </p:cNvPr>
          <p:cNvSpPr>
            <a:spLocks noChangeShapeType="1"/>
          </p:cNvSpPr>
          <p:nvPr/>
        </p:nvSpPr>
        <p:spPr bwMode="auto">
          <a:xfrm flipV="1">
            <a:off x="4651443" y="3800549"/>
            <a:ext cx="504825" cy="0"/>
          </a:xfrm>
          <a:prstGeom prst="line">
            <a:avLst/>
          </a:prstGeom>
          <a:noFill/>
          <a:ln w="952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5" name="Line 68">
            <a:extLst>
              <a:ext uri="{FF2B5EF4-FFF2-40B4-BE49-F238E27FC236}">
                <a16:creationId xmlns:a16="http://schemas.microsoft.com/office/drawing/2014/main" id="{28BDD837-D3B3-4B00-9E6F-42D967EEA579}"/>
              </a:ext>
            </a:extLst>
          </p:cNvPr>
          <p:cNvSpPr>
            <a:spLocks noChangeShapeType="1"/>
          </p:cNvSpPr>
          <p:nvPr/>
        </p:nvSpPr>
        <p:spPr bwMode="auto">
          <a:xfrm flipV="1">
            <a:off x="5156268" y="3440187"/>
            <a:ext cx="1728788" cy="360362"/>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6" name="Line 69">
            <a:extLst>
              <a:ext uri="{FF2B5EF4-FFF2-40B4-BE49-F238E27FC236}">
                <a16:creationId xmlns:a16="http://schemas.microsoft.com/office/drawing/2014/main" id="{18A77E81-C7E1-4FF0-B344-6F934D7CD2EF}"/>
              </a:ext>
            </a:extLst>
          </p:cNvPr>
          <p:cNvSpPr>
            <a:spLocks noChangeShapeType="1"/>
          </p:cNvSpPr>
          <p:nvPr/>
        </p:nvSpPr>
        <p:spPr bwMode="auto">
          <a:xfrm>
            <a:off x="4651443" y="4159324"/>
            <a:ext cx="431800" cy="0"/>
          </a:xfrm>
          <a:prstGeom prst="line">
            <a:avLst/>
          </a:prstGeom>
          <a:noFill/>
          <a:ln w="9525">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7" name="Line 70">
            <a:extLst>
              <a:ext uri="{FF2B5EF4-FFF2-40B4-BE49-F238E27FC236}">
                <a16:creationId xmlns:a16="http://schemas.microsoft.com/office/drawing/2014/main" id="{6E0A33BC-A3BE-4280-8976-1812BE8D290D}"/>
              </a:ext>
            </a:extLst>
          </p:cNvPr>
          <p:cNvSpPr>
            <a:spLocks noChangeShapeType="1"/>
          </p:cNvSpPr>
          <p:nvPr/>
        </p:nvSpPr>
        <p:spPr bwMode="auto">
          <a:xfrm flipH="1">
            <a:off x="2706756" y="3800549"/>
            <a:ext cx="2449512" cy="503238"/>
          </a:xfrm>
          <a:prstGeom prst="line">
            <a:avLst/>
          </a:prstGeom>
          <a:noFill/>
          <a:ln w="9525">
            <a:solidFill>
              <a:srgbClr val="3333FF"/>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8" name="Line 72">
            <a:extLst>
              <a:ext uri="{FF2B5EF4-FFF2-40B4-BE49-F238E27FC236}">
                <a16:creationId xmlns:a16="http://schemas.microsoft.com/office/drawing/2014/main" id="{80F8414F-CEA7-4153-8F07-4DC9B7378782}"/>
              </a:ext>
            </a:extLst>
          </p:cNvPr>
          <p:cNvSpPr>
            <a:spLocks noChangeShapeType="1"/>
          </p:cNvSpPr>
          <p:nvPr/>
        </p:nvSpPr>
        <p:spPr bwMode="auto">
          <a:xfrm>
            <a:off x="2706756" y="3367162"/>
            <a:ext cx="0" cy="9366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29" name="Object 73">
            <a:extLst>
              <a:ext uri="{FF2B5EF4-FFF2-40B4-BE49-F238E27FC236}">
                <a16:creationId xmlns:a16="http://schemas.microsoft.com/office/drawing/2014/main" id="{220B14DC-C0D9-45A5-82ED-3A50B775AF08}"/>
              </a:ext>
            </a:extLst>
          </p:cNvPr>
          <p:cNvGraphicFramePr>
            <a:graphicFrameLocks noChangeAspect="1"/>
          </p:cNvGraphicFramePr>
          <p:nvPr>
            <p:extLst>
              <p:ext uri="{D42A27DB-BD31-4B8C-83A1-F6EECF244321}">
                <p14:modId xmlns:p14="http://schemas.microsoft.com/office/powerpoint/2010/main" val="596324274"/>
              </p:ext>
            </p:extLst>
          </p:nvPr>
        </p:nvGraphicFramePr>
        <p:xfrm>
          <a:off x="2346393" y="3151262"/>
          <a:ext cx="284163" cy="360362"/>
        </p:xfrm>
        <a:graphic>
          <a:graphicData uri="http://schemas.openxmlformats.org/presentationml/2006/ole">
            <mc:AlternateContent xmlns:mc="http://schemas.openxmlformats.org/markup-compatibility/2006">
              <mc:Choice xmlns:v="urn:schemas-microsoft-com:vml" Requires="v">
                <p:oleObj name="Equation" r:id="rId5" imgW="139680" imgH="177480" progId="Equation.DSMT4">
                  <p:embed/>
                </p:oleObj>
              </mc:Choice>
              <mc:Fallback>
                <p:oleObj name="Equation" r:id="rId5" imgW="139680" imgH="177480" progId="Equation.DSMT4">
                  <p:embed/>
                  <p:pic>
                    <p:nvPicPr>
                      <p:cNvPr id="159" name="Object 73">
                        <a:extLst>
                          <a:ext uri="{FF2B5EF4-FFF2-40B4-BE49-F238E27FC236}">
                            <a16:creationId xmlns:a16="http://schemas.microsoft.com/office/drawing/2014/main" id="{7229263A-2A02-4D64-BCA9-F85006F4A8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6393" y="3151262"/>
                        <a:ext cx="284163"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74">
            <a:extLst>
              <a:ext uri="{FF2B5EF4-FFF2-40B4-BE49-F238E27FC236}">
                <a16:creationId xmlns:a16="http://schemas.microsoft.com/office/drawing/2014/main" id="{5F988868-779B-4B0A-B7AC-D02948982D83}"/>
              </a:ext>
            </a:extLst>
          </p:cNvPr>
          <p:cNvGraphicFramePr>
            <a:graphicFrameLocks noChangeAspect="1"/>
          </p:cNvGraphicFramePr>
          <p:nvPr>
            <p:extLst>
              <p:ext uri="{D42A27DB-BD31-4B8C-83A1-F6EECF244321}">
                <p14:modId xmlns:p14="http://schemas.microsoft.com/office/powerpoint/2010/main" val="2361220847"/>
              </p:ext>
            </p:extLst>
          </p:nvPr>
        </p:nvGraphicFramePr>
        <p:xfrm>
          <a:off x="2347981" y="2143199"/>
          <a:ext cx="336550" cy="463550"/>
        </p:xfrm>
        <a:graphic>
          <a:graphicData uri="http://schemas.openxmlformats.org/presentationml/2006/ole">
            <mc:AlternateContent xmlns:mc="http://schemas.openxmlformats.org/markup-compatibility/2006">
              <mc:Choice xmlns:v="urn:schemas-microsoft-com:vml" Requires="v">
                <p:oleObj name="Equation" r:id="rId7" imgW="164880" imgH="228600" progId="Equation.DSMT4">
                  <p:embed/>
                </p:oleObj>
              </mc:Choice>
              <mc:Fallback>
                <p:oleObj name="Equation" r:id="rId7" imgW="164880" imgH="228600" progId="Equation.DSMT4">
                  <p:embed/>
                  <p:pic>
                    <p:nvPicPr>
                      <p:cNvPr id="160" name="Object 74">
                        <a:extLst>
                          <a:ext uri="{FF2B5EF4-FFF2-40B4-BE49-F238E27FC236}">
                            <a16:creationId xmlns:a16="http://schemas.microsoft.com/office/drawing/2014/main" id="{16202421-0F11-4B20-A15A-05F596D027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7981" y="2143199"/>
                        <a:ext cx="336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75">
            <a:extLst>
              <a:ext uri="{FF2B5EF4-FFF2-40B4-BE49-F238E27FC236}">
                <a16:creationId xmlns:a16="http://schemas.microsoft.com/office/drawing/2014/main" id="{1030819E-6945-4FE4-ADF0-6A4478B6D495}"/>
              </a:ext>
            </a:extLst>
          </p:cNvPr>
          <p:cNvGraphicFramePr>
            <a:graphicFrameLocks noChangeAspect="1"/>
          </p:cNvGraphicFramePr>
          <p:nvPr>
            <p:extLst>
              <p:ext uri="{D42A27DB-BD31-4B8C-83A1-F6EECF244321}">
                <p14:modId xmlns:p14="http://schemas.microsoft.com/office/powerpoint/2010/main" val="4209400873"/>
              </p:ext>
            </p:extLst>
          </p:nvPr>
        </p:nvGraphicFramePr>
        <p:xfrm>
          <a:off x="2347981" y="4129162"/>
          <a:ext cx="336550" cy="463550"/>
        </p:xfrm>
        <a:graphic>
          <a:graphicData uri="http://schemas.openxmlformats.org/presentationml/2006/ole">
            <mc:AlternateContent xmlns:mc="http://schemas.openxmlformats.org/markup-compatibility/2006">
              <mc:Choice xmlns:v="urn:schemas-microsoft-com:vml" Requires="v">
                <p:oleObj name="Equation" r:id="rId9" imgW="164880" imgH="228600" progId="Equation.DSMT4">
                  <p:embed/>
                </p:oleObj>
              </mc:Choice>
              <mc:Fallback>
                <p:oleObj name="Equation" r:id="rId9" imgW="164880" imgH="228600" progId="Equation.DSMT4">
                  <p:embed/>
                  <p:pic>
                    <p:nvPicPr>
                      <p:cNvPr id="161" name="Object 75">
                        <a:extLst>
                          <a:ext uri="{FF2B5EF4-FFF2-40B4-BE49-F238E27FC236}">
                            <a16:creationId xmlns:a16="http://schemas.microsoft.com/office/drawing/2014/main" id="{A3D91D66-0FE3-43DE-AAC6-456265F11C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7981" y="4129162"/>
                        <a:ext cx="336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76">
            <a:extLst>
              <a:ext uri="{FF2B5EF4-FFF2-40B4-BE49-F238E27FC236}">
                <a16:creationId xmlns:a16="http://schemas.microsoft.com/office/drawing/2014/main" id="{9F2EAE97-6102-4174-8231-51C29E8BD6DA}"/>
              </a:ext>
            </a:extLst>
          </p:cNvPr>
          <p:cNvSpPr>
            <a:spLocks noChangeShapeType="1"/>
          </p:cNvSpPr>
          <p:nvPr/>
        </p:nvSpPr>
        <p:spPr bwMode="auto">
          <a:xfrm>
            <a:off x="2706756" y="2432124"/>
            <a:ext cx="0" cy="936625"/>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33" name="Object 78">
            <a:extLst>
              <a:ext uri="{FF2B5EF4-FFF2-40B4-BE49-F238E27FC236}">
                <a16:creationId xmlns:a16="http://schemas.microsoft.com/office/drawing/2014/main" id="{C5CCEA17-2FB3-45CC-815B-8BB8B4990EF9}"/>
              </a:ext>
            </a:extLst>
          </p:cNvPr>
          <p:cNvGraphicFramePr>
            <a:graphicFrameLocks noChangeAspect="1"/>
          </p:cNvGraphicFramePr>
          <p:nvPr>
            <p:extLst>
              <p:ext uri="{D42A27DB-BD31-4B8C-83A1-F6EECF244321}">
                <p14:modId xmlns:p14="http://schemas.microsoft.com/office/powerpoint/2010/main" val="2517652091"/>
              </p:ext>
            </p:extLst>
          </p:nvPr>
        </p:nvGraphicFramePr>
        <p:xfrm>
          <a:off x="2963931" y="1428824"/>
          <a:ext cx="1422400" cy="355600"/>
        </p:xfrm>
        <a:graphic>
          <a:graphicData uri="http://schemas.openxmlformats.org/presentationml/2006/ole">
            <mc:AlternateContent xmlns:mc="http://schemas.openxmlformats.org/markup-compatibility/2006">
              <mc:Choice xmlns:v="urn:schemas-microsoft-com:vml" Requires="v">
                <p:oleObj name="Equation" r:id="rId10" imgW="812520" imgH="203040" progId="Equation.DSMT4">
                  <p:embed/>
                </p:oleObj>
              </mc:Choice>
              <mc:Fallback>
                <p:oleObj name="Equation" r:id="rId10" imgW="812520" imgH="203040" progId="Equation.DSMT4">
                  <p:embed/>
                  <p:pic>
                    <p:nvPicPr>
                      <p:cNvPr id="163" name="Object 78">
                        <a:extLst>
                          <a:ext uri="{FF2B5EF4-FFF2-40B4-BE49-F238E27FC236}">
                            <a16:creationId xmlns:a16="http://schemas.microsoft.com/office/drawing/2014/main" id="{3B9C6D25-0711-4845-8B67-FADC057ED365}"/>
                          </a:ext>
                        </a:extLst>
                      </p:cNvPr>
                      <p:cNvPicPr>
                        <a:picLocks noChangeAspect="1" noChangeArrowheads="1"/>
                      </p:cNvPicPr>
                      <p:nvPr/>
                    </p:nvPicPr>
                    <p:blipFill>
                      <a:blip r:embed="rId11"/>
                      <a:srcRect/>
                      <a:stretch>
                        <a:fillRect/>
                      </a:stretch>
                    </p:blipFill>
                    <p:spPr bwMode="auto">
                      <a:xfrm>
                        <a:off x="2963931" y="1428824"/>
                        <a:ext cx="14224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Line 79">
            <a:extLst>
              <a:ext uri="{FF2B5EF4-FFF2-40B4-BE49-F238E27FC236}">
                <a16:creationId xmlns:a16="http://schemas.microsoft.com/office/drawing/2014/main" id="{995D9D39-8FBA-4AB2-8A21-57E6A6262659}"/>
              </a:ext>
            </a:extLst>
          </p:cNvPr>
          <p:cNvSpPr>
            <a:spLocks noChangeShapeType="1"/>
          </p:cNvSpPr>
          <p:nvPr/>
        </p:nvSpPr>
        <p:spPr bwMode="auto">
          <a:xfrm>
            <a:off x="2706756" y="4592712"/>
            <a:ext cx="0" cy="6477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Line 80">
            <a:extLst>
              <a:ext uri="{FF2B5EF4-FFF2-40B4-BE49-F238E27FC236}">
                <a16:creationId xmlns:a16="http://schemas.microsoft.com/office/drawing/2014/main" id="{D972F534-9B0B-4345-86B8-C9C248112364}"/>
              </a:ext>
            </a:extLst>
          </p:cNvPr>
          <p:cNvSpPr>
            <a:spLocks noChangeShapeType="1"/>
          </p:cNvSpPr>
          <p:nvPr/>
        </p:nvSpPr>
        <p:spPr bwMode="auto">
          <a:xfrm>
            <a:off x="2706756" y="4880049"/>
            <a:ext cx="1944687" cy="0"/>
          </a:xfrm>
          <a:prstGeom prst="line">
            <a:avLst/>
          </a:prstGeom>
          <a:noFill/>
          <a:ln w="9525">
            <a:solidFill>
              <a:sysClr val="windowText" lastClr="000000"/>
            </a:solidFill>
            <a:round/>
            <a:headEnd type="diamond"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36" name="Object 81">
            <a:extLst>
              <a:ext uri="{FF2B5EF4-FFF2-40B4-BE49-F238E27FC236}">
                <a16:creationId xmlns:a16="http://schemas.microsoft.com/office/drawing/2014/main" id="{1A3FBDE0-AD99-4FD5-909C-338B4CC2F557}"/>
              </a:ext>
            </a:extLst>
          </p:cNvPr>
          <p:cNvGraphicFramePr>
            <a:graphicFrameLocks noChangeAspect="1"/>
          </p:cNvGraphicFramePr>
          <p:nvPr>
            <p:extLst>
              <p:ext uri="{D42A27DB-BD31-4B8C-83A1-F6EECF244321}">
                <p14:modId xmlns:p14="http://schemas.microsoft.com/office/powerpoint/2010/main" val="2266185561"/>
              </p:ext>
            </p:extLst>
          </p:nvPr>
        </p:nvGraphicFramePr>
        <p:xfrm>
          <a:off x="3533843" y="4541912"/>
          <a:ext cx="155575" cy="311150"/>
        </p:xfrm>
        <a:graphic>
          <a:graphicData uri="http://schemas.openxmlformats.org/presentationml/2006/ole">
            <mc:AlternateContent xmlns:mc="http://schemas.openxmlformats.org/markup-compatibility/2006">
              <mc:Choice xmlns:v="urn:schemas-microsoft-com:vml" Requires="v">
                <p:oleObj name="Equation" r:id="rId12" imgW="88560" imgH="177480" progId="Equation.DSMT4">
                  <p:embed/>
                </p:oleObj>
              </mc:Choice>
              <mc:Fallback>
                <p:oleObj name="Equation" r:id="rId12" imgW="88560" imgH="177480" progId="Equation.DSMT4">
                  <p:embed/>
                  <p:pic>
                    <p:nvPicPr>
                      <p:cNvPr id="166" name="Object 81">
                        <a:extLst>
                          <a:ext uri="{FF2B5EF4-FFF2-40B4-BE49-F238E27FC236}">
                            <a16:creationId xmlns:a16="http://schemas.microsoft.com/office/drawing/2014/main" id="{4D93CA45-9AFB-46E4-A56D-557A9CA751F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3843" y="4541912"/>
                        <a:ext cx="15557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 name="Object 82">
            <a:extLst>
              <a:ext uri="{FF2B5EF4-FFF2-40B4-BE49-F238E27FC236}">
                <a16:creationId xmlns:a16="http://schemas.microsoft.com/office/drawing/2014/main" id="{5F8D1C5B-69D4-4E44-8494-B425BDF3FA45}"/>
              </a:ext>
            </a:extLst>
          </p:cNvPr>
          <p:cNvGraphicFramePr>
            <a:graphicFrameLocks noChangeAspect="1"/>
          </p:cNvGraphicFramePr>
          <p:nvPr>
            <p:extLst>
              <p:ext uri="{D42A27DB-BD31-4B8C-83A1-F6EECF244321}">
                <p14:modId xmlns:p14="http://schemas.microsoft.com/office/powerpoint/2010/main" val="2548089798"/>
              </p:ext>
            </p:extLst>
          </p:nvPr>
        </p:nvGraphicFramePr>
        <p:xfrm>
          <a:off x="2706756" y="2719462"/>
          <a:ext cx="222250" cy="311150"/>
        </p:xfrm>
        <a:graphic>
          <a:graphicData uri="http://schemas.openxmlformats.org/presentationml/2006/ole">
            <mc:AlternateContent xmlns:mc="http://schemas.openxmlformats.org/markup-compatibility/2006">
              <mc:Choice xmlns:v="urn:schemas-microsoft-com:vml" Requires="v">
                <p:oleObj name="Equation" r:id="rId14" imgW="126720" imgH="177480" progId="Equation.DSMT4">
                  <p:embed/>
                </p:oleObj>
              </mc:Choice>
              <mc:Fallback>
                <p:oleObj name="Equation" r:id="rId14" imgW="126720" imgH="177480" progId="Equation.DSMT4">
                  <p:embed/>
                  <p:pic>
                    <p:nvPicPr>
                      <p:cNvPr id="167" name="Object 82">
                        <a:extLst>
                          <a:ext uri="{FF2B5EF4-FFF2-40B4-BE49-F238E27FC236}">
                            <a16:creationId xmlns:a16="http://schemas.microsoft.com/office/drawing/2014/main" id="{426CCF51-79D7-42CB-978A-90121F6EE3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756" y="2719462"/>
                        <a:ext cx="2222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 name="Text Box 84">
            <a:extLst>
              <a:ext uri="{FF2B5EF4-FFF2-40B4-BE49-F238E27FC236}">
                <a16:creationId xmlns:a16="http://schemas.microsoft.com/office/drawing/2014/main" id="{F2CC8556-CFA5-474C-8DF6-2AF44901AC39}"/>
              </a:ext>
            </a:extLst>
          </p:cNvPr>
          <p:cNvSpPr txBox="1">
            <a:spLocks noChangeArrowheads="1"/>
          </p:cNvSpPr>
          <p:nvPr/>
        </p:nvSpPr>
        <p:spPr bwMode="auto">
          <a:xfrm>
            <a:off x="4991168" y="5029274"/>
            <a:ext cx="2012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两列球面波的干涉</a:t>
            </a:r>
          </a:p>
        </p:txBody>
      </p:sp>
      <p:sp>
        <p:nvSpPr>
          <p:cNvPr id="39" name="Line 92">
            <a:extLst>
              <a:ext uri="{FF2B5EF4-FFF2-40B4-BE49-F238E27FC236}">
                <a16:creationId xmlns:a16="http://schemas.microsoft.com/office/drawing/2014/main" id="{6A4DF2D0-C17C-4FFA-B552-75D9336003FC}"/>
              </a:ext>
            </a:extLst>
          </p:cNvPr>
          <p:cNvSpPr>
            <a:spLocks noChangeShapeType="1"/>
          </p:cNvSpPr>
          <p:nvPr/>
        </p:nvSpPr>
        <p:spPr bwMode="auto">
          <a:xfrm>
            <a:off x="4651443" y="3079824"/>
            <a:ext cx="2232025" cy="10080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0" name="Line 93">
            <a:extLst>
              <a:ext uri="{FF2B5EF4-FFF2-40B4-BE49-F238E27FC236}">
                <a16:creationId xmlns:a16="http://schemas.microsoft.com/office/drawing/2014/main" id="{5D831963-E7FC-47E4-A937-A5BEE31E8833}"/>
              </a:ext>
            </a:extLst>
          </p:cNvPr>
          <p:cNvSpPr>
            <a:spLocks noChangeShapeType="1"/>
          </p:cNvSpPr>
          <p:nvPr/>
        </p:nvSpPr>
        <p:spPr bwMode="auto">
          <a:xfrm>
            <a:off x="2706756" y="2432124"/>
            <a:ext cx="1944687" cy="6477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1" name="Line 94">
            <a:extLst>
              <a:ext uri="{FF2B5EF4-FFF2-40B4-BE49-F238E27FC236}">
                <a16:creationId xmlns:a16="http://schemas.microsoft.com/office/drawing/2014/main" id="{6BBD308F-6C0A-410E-A716-BD18DE87C794}"/>
              </a:ext>
            </a:extLst>
          </p:cNvPr>
          <p:cNvSpPr>
            <a:spLocks noChangeShapeType="1"/>
          </p:cNvSpPr>
          <p:nvPr/>
        </p:nvSpPr>
        <p:spPr bwMode="auto">
          <a:xfrm flipV="1">
            <a:off x="4651443" y="2648024"/>
            <a:ext cx="2232025" cy="1008063"/>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2" name="Line 95">
            <a:extLst>
              <a:ext uri="{FF2B5EF4-FFF2-40B4-BE49-F238E27FC236}">
                <a16:creationId xmlns:a16="http://schemas.microsoft.com/office/drawing/2014/main" id="{478B71DB-7856-41DF-B9D6-CE2E7F767CBC}"/>
              </a:ext>
            </a:extLst>
          </p:cNvPr>
          <p:cNvSpPr>
            <a:spLocks noChangeShapeType="1"/>
          </p:cNvSpPr>
          <p:nvPr/>
        </p:nvSpPr>
        <p:spPr bwMode="auto">
          <a:xfrm flipV="1">
            <a:off x="2706756" y="3656087"/>
            <a:ext cx="1944687" cy="647700"/>
          </a:xfrm>
          <a:prstGeom prst="line">
            <a:avLst/>
          </a:prstGeom>
          <a:noFill/>
          <a:ln w="9525">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43" name="Text Box 84">
            <a:extLst>
              <a:ext uri="{FF2B5EF4-FFF2-40B4-BE49-F238E27FC236}">
                <a16:creationId xmlns:a16="http://schemas.microsoft.com/office/drawing/2014/main" id="{3C142554-F1FD-41B6-B359-1C7C6C9E8C7C}"/>
              </a:ext>
            </a:extLst>
          </p:cNvPr>
          <p:cNvSpPr txBox="1">
            <a:spLocks noChangeArrowheads="1"/>
          </p:cNvSpPr>
          <p:nvPr/>
        </p:nvSpPr>
        <p:spPr bwMode="auto">
          <a:xfrm>
            <a:off x="1795939" y="5911924"/>
            <a:ext cx="44550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dirty="0">
                <a:solidFill>
                  <a:prstClr val="black"/>
                </a:solidFill>
                <a:latin typeface="微软雅黑" panose="020B0503020204020204" pitchFamily="34" charset="-122"/>
                <a:ea typeface="微软雅黑" panose="020B0503020204020204" pitchFamily="34" charset="-122"/>
              </a:rPr>
              <a:t>也可以将棱镜沿水平方向翻转，此时</a:t>
            </a:r>
            <a:r>
              <a:rPr lang="en-US" altLang="zh-CN"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dirty="0">
                <a:solidFill>
                  <a:prstClr val="black"/>
                </a:solidFill>
                <a:latin typeface="微软雅黑" panose="020B0503020204020204" pitchFamily="34" charset="-122"/>
                <a:ea typeface="微软雅黑" panose="020B0503020204020204" pitchFamily="34" charset="-122"/>
              </a:rPr>
              <a:t>不变</a:t>
            </a:r>
          </a:p>
        </p:txBody>
      </p:sp>
      <p:sp>
        <p:nvSpPr>
          <p:cNvPr id="44" name="Text Box 4">
            <a:extLst>
              <a:ext uri="{FF2B5EF4-FFF2-40B4-BE49-F238E27FC236}">
                <a16:creationId xmlns:a16="http://schemas.microsoft.com/office/drawing/2014/main" id="{C972CD85-33EE-425F-965F-0975949CA3CE}"/>
              </a:ext>
            </a:extLst>
          </p:cNvPr>
          <p:cNvSpPr txBox="1">
            <a:spLocks noChangeArrowheads="1"/>
          </p:cNvSpPr>
          <p:nvPr/>
        </p:nvSpPr>
        <p:spPr bwMode="invGray">
          <a:xfrm>
            <a:off x="288526" y="203166"/>
            <a:ext cx="5475276" cy="4641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rPr>
              <a:t>3</a:t>
            </a: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）菲涅耳双棱镜</a:t>
            </a:r>
            <a:r>
              <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rPr>
              <a:t>——</a:t>
            </a:r>
            <a:r>
              <a:rPr lang="zh-CN" altLang="en-US" sz="2200" b="1" dirty="0">
                <a:solidFill>
                  <a:srgbClr val="FF0000"/>
                </a:solidFill>
                <a:latin typeface="微软雅黑" panose="020B0503020204020204" pitchFamily="34" charset="-122"/>
                <a:ea typeface="微软雅黑" panose="020B0503020204020204" pitchFamily="34" charset="-122"/>
                <a:cs typeface="Times New Roman" pitchFamily="18" charset="0"/>
              </a:rPr>
              <a:t>球面波的干涉</a:t>
            </a:r>
            <a:endParaRPr lang="en-US" altLang="zh-CN" sz="2200" b="1"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spTree>
    <p:extLst>
      <p:ext uri="{BB962C8B-B14F-4D97-AF65-F5344CB8AC3E}">
        <p14:creationId xmlns:p14="http://schemas.microsoft.com/office/powerpoint/2010/main" val="79255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2" grpId="0" animBg="1"/>
      <p:bldP spid="38" grpId="0"/>
      <p:bldP spid="39" grpId="0" animBg="1"/>
      <p:bldP spid="40" grpId="0" animBg="1"/>
      <p:bldP spid="41" grpId="0" animBg="1"/>
      <p:bldP spid="42" grpId="0" animBg="1"/>
      <p:bldP spid="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17A6A3F8-2C83-47A1-B194-0B4111D0DC2E}"/>
              </a:ext>
            </a:extLst>
          </p:cNvPr>
          <p:cNvSpPr txBox="1">
            <a:spLocks noChangeArrowheads="1"/>
          </p:cNvSpPr>
          <p:nvPr/>
        </p:nvSpPr>
        <p:spPr bwMode="invGray">
          <a:xfrm>
            <a:off x="409440" y="855559"/>
            <a:ext cx="4627690"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微软雅黑" panose="020B0503020204020204" pitchFamily="34" charset="-122"/>
                <a:ea typeface="微软雅黑" panose="020B0503020204020204" pitchFamily="34" charset="-122"/>
                <a:cs typeface="Times New Roman" pitchFamily="18" charset="0"/>
              </a:rPr>
              <a:t>各种干涉装置产生的干涉花样</a:t>
            </a:r>
            <a:endParaRPr lang="en-US" altLang="zh-CN" sz="2400" b="1" dirty="0">
              <a:solidFill>
                <a:srgbClr val="FF0000"/>
              </a:solidFill>
              <a:latin typeface="微软雅黑" panose="020B0503020204020204" pitchFamily="34" charset="-122"/>
              <a:ea typeface="微软雅黑" panose="020B0503020204020204" pitchFamily="34" charset="-122"/>
              <a:cs typeface="Times New Roman" pitchFamily="18" charset="0"/>
            </a:endParaRPr>
          </a:p>
        </p:txBody>
      </p:sp>
      <p:sp>
        <p:nvSpPr>
          <p:cNvPr id="3" name="Text Box 2">
            <a:extLst>
              <a:ext uri="{FF2B5EF4-FFF2-40B4-BE49-F238E27FC236}">
                <a16:creationId xmlns:a16="http://schemas.microsoft.com/office/drawing/2014/main" id="{650BA2E6-E25D-4F87-883B-D3304C11E3BE}"/>
              </a:ext>
            </a:extLst>
          </p:cNvPr>
          <p:cNvSpPr txBox="1">
            <a:spLocks noChangeArrowheads="1"/>
          </p:cNvSpPr>
          <p:nvPr/>
        </p:nvSpPr>
        <p:spPr bwMode="auto">
          <a:xfrm>
            <a:off x="1047862" y="3407650"/>
            <a:ext cx="2065861"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defTabSz="914400">
              <a:spcBef>
                <a:spcPct val="50000"/>
              </a:spcBef>
            </a:pPr>
            <a:r>
              <a:rPr kumimoji="1" lang="zh-CN" altLang="en-US" sz="2200" dirty="0">
                <a:solidFill>
                  <a:prstClr val="black"/>
                </a:solidFill>
                <a:latin typeface="微软雅黑" panose="020B0503020204020204" pitchFamily="34" charset="-122"/>
                <a:ea typeface="微软雅黑" panose="020B0503020204020204" pitchFamily="34" charset="-122"/>
              </a:rPr>
              <a:t>杨氏双缝花样 </a:t>
            </a:r>
          </a:p>
        </p:txBody>
      </p:sp>
      <p:pic>
        <p:nvPicPr>
          <p:cNvPr id="4" name="Picture 3" descr="杨氏纹1">
            <a:extLst>
              <a:ext uri="{FF2B5EF4-FFF2-40B4-BE49-F238E27FC236}">
                <a16:creationId xmlns:a16="http://schemas.microsoft.com/office/drawing/2014/main" id="{52145DA8-AEA9-4AF2-924E-D8053358B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693" y="1817099"/>
            <a:ext cx="2362200" cy="15478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双棱镜干涉条纹">
            <a:extLst>
              <a:ext uri="{FF2B5EF4-FFF2-40B4-BE49-F238E27FC236}">
                <a16:creationId xmlns:a16="http://schemas.microsoft.com/office/drawing/2014/main" id="{553E2E20-B78C-45E5-9E97-B23B27F83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453" y="1344723"/>
            <a:ext cx="34290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洛埃镜的干涉条纹">
            <a:extLst>
              <a:ext uri="{FF2B5EF4-FFF2-40B4-BE49-F238E27FC236}">
                <a16:creationId xmlns:a16="http://schemas.microsoft.com/office/drawing/2014/main" id="{40D685CC-2DBE-4549-9BC5-3C65D331222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74370" y="4070103"/>
            <a:ext cx="3733800" cy="2057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6">
            <a:extLst>
              <a:ext uri="{FF2B5EF4-FFF2-40B4-BE49-F238E27FC236}">
                <a16:creationId xmlns:a16="http://schemas.microsoft.com/office/drawing/2014/main" id="{7764D14E-7EE9-425C-806D-BD9648D9986E}"/>
              </a:ext>
            </a:extLst>
          </p:cNvPr>
          <p:cNvSpPr txBox="1">
            <a:spLocks noChangeArrowheads="1"/>
          </p:cNvSpPr>
          <p:nvPr/>
        </p:nvSpPr>
        <p:spPr bwMode="auto">
          <a:xfrm>
            <a:off x="2873681" y="6127503"/>
            <a:ext cx="2819400"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defTabSz="914400">
              <a:spcBef>
                <a:spcPct val="50000"/>
              </a:spcBef>
            </a:pPr>
            <a:r>
              <a:rPr kumimoji="1" lang="zh-CN" altLang="en-US" sz="2200" dirty="0">
                <a:solidFill>
                  <a:prstClr val="black"/>
                </a:solidFill>
                <a:latin typeface="微软雅黑" panose="020B0503020204020204" pitchFamily="34" charset="-122"/>
                <a:ea typeface="微软雅黑" panose="020B0503020204020204" pitchFamily="34" charset="-122"/>
              </a:rPr>
              <a:t>劳埃德镜花样</a:t>
            </a:r>
          </a:p>
        </p:txBody>
      </p:sp>
      <p:sp>
        <p:nvSpPr>
          <p:cNvPr id="8" name="Text Box 2">
            <a:extLst>
              <a:ext uri="{FF2B5EF4-FFF2-40B4-BE49-F238E27FC236}">
                <a16:creationId xmlns:a16="http://schemas.microsoft.com/office/drawing/2014/main" id="{7562DD4C-8A66-4E3C-B530-BA3DA387D572}"/>
              </a:ext>
            </a:extLst>
          </p:cNvPr>
          <p:cNvSpPr txBox="1">
            <a:spLocks noChangeArrowheads="1"/>
          </p:cNvSpPr>
          <p:nvPr/>
        </p:nvSpPr>
        <p:spPr bwMode="auto">
          <a:xfrm>
            <a:off x="5400000" y="3407650"/>
            <a:ext cx="2507781" cy="430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defTabSz="914400">
              <a:spcBef>
                <a:spcPct val="50000"/>
              </a:spcBef>
            </a:pPr>
            <a:r>
              <a:rPr kumimoji="1" lang="zh-CN" altLang="en-US" sz="2200" dirty="0">
                <a:solidFill>
                  <a:prstClr val="black"/>
                </a:solidFill>
                <a:latin typeface="微软雅黑" panose="020B0503020204020204" pitchFamily="34" charset="-122"/>
                <a:ea typeface="微软雅黑" panose="020B0503020204020204" pitchFamily="34" charset="-122"/>
              </a:rPr>
              <a:t>菲涅耳双棱镜花样</a:t>
            </a:r>
          </a:p>
        </p:txBody>
      </p:sp>
      <p:sp>
        <p:nvSpPr>
          <p:cNvPr id="9" name="矩形 8">
            <a:extLst>
              <a:ext uri="{FF2B5EF4-FFF2-40B4-BE49-F238E27FC236}">
                <a16:creationId xmlns:a16="http://schemas.microsoft.com/office/drawing/2014/main" id="{902A6CF3-2EAC-43EC-A8E7-B93EE9A98ED0}"/>
              </a:ext>
            </a:extLst>
          </p:cNvPr>
          <p:cNvSpPr/>
          <p:nvPr/>
        </p:nvSpPr>
        <p:spPr>
          <a:xfrm>
            <a:off x="55403" y="73138"/>
            <a:ext cx="3775393" cy="637675"/>
          </a:xfrm>
          <a:prstGeom prst="rect">
            <a:avLst/>
          </a:prstGeom>
        </p:spPr>
        <p:txBody>
          <a:bodyPr wrap="none">
            <a:spAutoFit/>
          </a:bodyPr>
          <a:lstStyle/>
          <a:p>
            <a:pPr lvl="0">
              <a:lnSpc>
                <a:spcPct val="150000"/>
              </a:lnSpc>
            </a:pPr>
            <a:r>
              <a:rPr lang="en-US" altLang="zh-CN" sz="2800" b="1" dirty="0">
                <a:solidFill>
                  <a:prstClr val="black"/>
                </a:solidFill>
                <a:latin typeface="黑体" panose="02010609060101010101" pitchFamily="49" charset="-122"/>
                <a:ea typeface="黑体" panose="02010609060101010101" pitchFamily="49" charset="-122"/>
              </a:rPr>
              <a:t>§1.2 </a:t>
            </a:r>
            <a:r>
              <a:rPr lang="zh-CN" altLang="en-US" sz="2800" b="1" dirty="0">
                <a:solidFill>
                  <a:prstClr val="black"/>
                </a:solidFill>
                <a:latin typeface="黑体" panose="02010609060101010101" pitchFamily="49" charset="-122"/>
                <a:ea typeface="黑体" panose="02010609060101010101" pitchFamily="49" charset="-122"/>
              </a:rPr>
              <a:t>条纹形状与间距</a:t>
            </a:r>
            <a:endParaRPr lang="en-US" altLang="zh-CN" sz="2800" b="1" dirty="0">
              <a:solidFill>
                <a:prstClr val="black"/>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744804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D8BCF607-F66E-4004-BF22-E44AD4846BE6}"/>
              </a:ext>
            </a:extLst>
          </p:cNvPr>
          <p:cNvSpPr txBox="1">
            <a:spLocks noChangeArrowheads="1"/>
          </p:cNvSpPr>
          <p:nvPr/>
        </p:nvSpPr>
        <p:spPr bwMode="invGray">
          <a:xfrm>
            <a:off x="262629" y="192235"/>
            <a:ext cx="3089280" cy="497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总体的特征</a:t>
            </a:r>
            <a:endPar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Text Box 4">
            <a:extLst>
              <a:ext uri="{FF2B5EF4-FFF2-40B4-BE49-F238E27FC236}">
                <a16:creationId xmlns:a16="http://schemas.microsoft.com/office/drawing/2014/main" id="{30DE07A5-4200-4604-81A0-260F6E2ACD24}"/>
              </a:ext>
            </a:extLst>
          </p:cNvPr>
          <p:cNvSpPr txBox="1">
            <a:spLocks noChangeArrowheads="1"/>
          </p:cNvSpPr>
          <p:nvPr/>
        </p:nvSpPr>
        <p:spPr bwMode="invGray">
          <a:xfrm>
            <a:off x="2332905" y="3903988"/>
            <a:ext cx="3857341" cy="43037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000" dirty="0">
                <a:solidFill>
                  <a:prstClr val="black"/>
                </a:solidFill>
                <a:latin typeface="微软雅黑" panose="020B0503020204020204" pitchFamily="34" charset="-122"/>
                <a:ea typeface="微软雅黑" panose="020B0503020204020204" pitchFamily="34" charset="-122"/>
                <a:cs typeface="Times New Roman" pitchFamily="18" charset="0"/>
              </a:rPr>
              <a:t>各种分波前干涉装置的等效装置</a:t>
            </a:r>
            <a:endParaRPr lang="en-US" altLang="zh-CN" sz="2000" dirty="0">
              <a:solidFill>
                <a:prstClr val="black"/>
              </a:solidFill>
              <a:latin typeface="微软雅黑" panose="020B0503020204020204" pitchFamily="34" charset="-122"/>
              <a:ea typeface="微软雅黑" panose="020B0503020204020204" pitchFamily="34" charset="-122"/>
              <a:cs typeface="Times New Roman" pitchFamily="18" charset="0"/>
            </a:endParaRPr>
          </a:p>
        </p:txBody>
      </p:sp>
      <p:sp>
        <p:nvSpPr>
          <p:cNvPr id="38" name="Text Box 4">
            <a:extLst>
              <a:ext uri="{FF2B5EF4-FFF2-40B4-BE49-F238E27FC236}">
                <a16:creationId xmlns:a16="http://schemas.microsoft.com/office/drawing/2014/main" id="{A337FC3F-BB20-4011-8895-6BEC7E6B45B2}"/>
              </a:ext>
            </a:extLst>
          </p:cNvPr>
          <p:cNvSpPr txBox="1">
            <a:spLocks noChangeArrowheads="1"/>
          </p:cNvSpPr>
          <p:nvPr/>
        </p:nvSpPr>
        <p:spPr bwMode="invGray">
          <a:xfrm>
            <a:off x="219299" y="4712762"/>
            <a:ext cx="3311124"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可类比于杨氏双缝干涉</a:t>
            </a:r>
            <a:endPar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endParaRPr>
          </a:p>
        </p:txBody>
      </p:sp>
      <mc:AlternateContent xmlns:mc="http://schemas.openxmlformats.org/markup-compatibility/2006" xmlns:a14="http://schemas.microsoft.com/office/drawing/2010/main">
        <mc:Choice Requires="a14">
          <p:sp>
            <p:nvSpPr>
              <p:cNvPr id="39" name="Text Box 4">
                <a:extLst>
                  <a:ext uri="{FF2B5EF4-FFF2-40B4-BE49-F238E27FC236}">
                    <a16:creationId xmlns:a16="http://schemas.microsoft.com/office/drawing/2014/main" id="{B6BF8EFF-6362-40FC-A74B-C993C3D53FD0}"/>
                  </a:ext>
                </a:extLst>
              </p:cNvPr>
              <p:cNvSpPr txBox="1">
                <a:spLocks noChangeArrowheads="1"/>
              </p:cNvSpPr>
              <p:nvPr/>
            </p:nvSpPr>
            <p:spPr bwMode="invGray">
              <a:xfrm>
                <a:off x="1096830" y="5430455"/>
                <a:ext cx="5309986" cy="1138710"/>
              </a:xfrm>
              <a:prstGeom prst="rect">
                <a:avLst/>
              </a:prstGeom>
              <a:noFill/>
              <a:ln>
                <a:noFill/>
              </a:ln>
              <a:effectLst/>
              <a:extLst>
                <a:ext uri="{909E8E84-426E-40DD-AFC4-6F175D3DCCD1}">
                  <a14:hiddenFill>
                    <a:solidFill>
                      <a:schemeClr val="bg1"/>
                    </a:solidFill>
                  </a14:hiddenFill>
                </a:ext>
                <a:ext uri="{91240B29-F687-4F45-9708-019B960494DF}">
                  <a14:hiddenLine w="9525" cap="rnd">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a:t>
                </a:r>
                <a:r>
                  <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rPr>
                  <a:t>1</a:t>
                </a: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）干涉条纹是一组平行的直线条纹</a:t>
                </a:r>
                <a:endPar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endParaRPr>
              </a:p>
              <a:p>
                <a:pPr algn="just" defTabSz="914400" eaLnBrk="1" hangingPunct="1">
                  <a:lnSpc>
                    <a:spcPct val="120000"/>
                  </a:lnSpc>
                </a:pP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a:t>
                </a:r>
                <a:r>
                  <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rPr>
                  <a:t>2</a:t>
                </a: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）条纹间距</a:t>
                </a:r>
                <a14:m>
                  <m:oMath xmlns:m="http://schemas.openxmlformats.org/officeDocument/2006/math">
                    <m:r>
                      <a:rPr lang="zh-CN" altLang="en-US" sz="2400" b="1" i="1" smtClean="0">
                        <a:solidFill>
                          <a:srgbClr val="0000CC"/>
                        </a:solidFill>
                        <a:latin typeface="Cambria Math"/>
                        <a:ea typeface="微软雅黑" panose="020B0503020204020204" pitchFamily="34" charset="-122"/>
                        <a:cs typeface="Times New Roman" pitchFamily="18" charset="0"/>
                      </a:rPr>
                      <m:t>∆</m:t>
                    </m:r>
                    <m:r>
                      <a:rPr lang="en-US" altLang="zh-CN" sz="2400" b="1" i="1" smtClean="0">
                        <a:solidFill>
                          <a:srgbClr val="0000CC"/>
                        </a:solidFill>
                        <a:latin typeface="Cambria Math"/>
                        <a:ea typeface="微软雅黑" panose="020B0503020204020204" pitchFamily="34" charset="-122"/>
                        <a:cs typeface="Times New Roman" pitchFamily="18" charset="0"/>
                      </a:rPr>
                      <m:t>𝒙</m:t>
                    </m:r>
                    <m:r>
                      <a:rPr lang="en-US" altLang="zh-CN" sz="2400" b="1" i="1" smtClean="0">
                        <a:solidFill>
                          <a:srgbClr val="0000CC"/>
                        </a:solidFill>
                        <a:latin typeface="Cambria Math"/>
                        <a:ea typeface="微软雅黑" panose="020B0503020204020204" pitchFamily="34" charset="-122"/>
                        <a:cs typeface="Times New Roman" pitchFamily="18" charset="0"/>
                      </a:rPr>
                      <m:t>=</m:t>
                    </m:r>
                    <m:f>
                      <m:fPr>
                        <m:ctrlPr>
                          <a:rPr lang="en-US" altLang="zh-CN" sz="2400" b="1" i="1" smtClean="0">
                            <a:solidFill>
                              <a:srgbClr val="0000CC"/>
                            </a:solidFill>
                            <a:latin typeface="Cambria Math" panose="02040503050406030204" pitchFamily="18" charset="0"/>
                            <a:ea typeface="微软雅黑" panose="020B0503020204020204" pitchFamily="34" charset="-122"/>
                            <a:cs typeface="Times New Roman" pitchFamily="18" charset="0"/>
                          </a:rPr>
                        </m:ctrlPr>
                      </m:fPr>
                      <m:num>
                        <m:r>
                          <a:rPr lang="en-US" altLang="zh-CN" sz="2400" b="1" i="1" smtClean="0">
                            <a:solidFill>
                              <a:srgbClr val="0000CC"/>
                            </a:solidFill>
                            <a:latin typeface="Cambria Math"/>
                            <a:ea typeface="微软雅黑" panose="020B0503020204020204" pitchFamily="34" charset="-122"/>
                            <a:cs typeface="Times New Roman" pitchFamily="18" charset="0"/>
                          </a:rPr>
                          <m:t>𝑫</m:t>
                        </m:r>
                      </m:num>
                      <m:den>
                        <m:r>
                          <a:rPr lang="en-US" altLang="zh-CN" sz="2400" b="1" i="1" smtClean="0">
                            <a:solidFill>
                              <a:srgbClr val="0000CC"/>
                            </a:solidFill>
                            <a:latin typeface="Cambria Math"/>
                            <a:ea typeface="微软雅黑" panose="020B0503020204020204" pitchFamily="34" charset="-122"/>
                            <a:cs typeface="Times New Roman" pitchFamily="18" charset="0"/>
                          </a:rPr>
                          <m:t>𝒅</m:t>
                        </m:r>
                      </m:den>
                    </m:f>
                    <m:r>
                      <a:rPr lang="en-US" altLang="zh-CN" sz="2400" b="1" i="1">
                        <a:solidFill>
                          <a:srgbClr val="0000CC"/>
                        </a:solidFill>
                        <a:latin typeface="Cambria Math"/>
                        <a:ea typeface="Cambria Math"/>
                        <a:cs typeface="Times New Roman" pitchFamily="18" charset="0"/>
                      </a:rPr>
                      <m:t>𝝀</m:t>
                    </m:r>
                  </m:oMath>
                </a14:m>
                <a:endPar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endParaRPr>
              </a:p>
            </p:txBody>
          </p:sp>
        </mc:Choice>
        <mc:Fallback xmlns="">
          <p:sp>
            <p:nvSpPr>
              <p:cNvPr id="39" name="Text Box 4">
                <a:extLst>
                  <a:ext uri="{FF2B5EF4-FFF2-40B4-BE49-F238E27FC236}">
                    <a16:creationId xmlns:a16="http://schemas.microsoft.com/office/drawing/2014/main" id="{B6BF8EFF-6362-40FC-A74B-C993C3D53FD0}"/>
                  </a:ext>
                </a:extLst>
              </p:cNvPr>
              <p:cNvSpPr txBox="1">
                <a:spLocks noRot="1" noChangeAspect="1" noMove="1" noResize="1" noEditPoints="1" noAdjustHandles="1" noChangeArrowheads="1" noChangeShapeType="1" noTextEdit="1"/>
              </p:cNvSpPr>
              <p:nvPr/>
            </p:nvSpPr>
            <p:spPr bwMode="invGray">
              <a:xfrm>
                <a:off x="1096830" y="5430455"/>
                <a:ext cx="5309986" cy="1138710"/>
              </a:xfrm>
              <a:prstGeom prst="rect">
                <a:avLst/>
              </a:prstGeom>
              <a:blipFill>
                <a:blip r:embed="rId2"/>
                <a:stretch>
                  <a:fillRect l="-1837" t="-1070" r="-574" b="-4813"/>
                </a:stretch>
              </a:blip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133" name="图片 132">
            <a:extLst>
              <a:ext uri="{FF2B5EF4-FFF2-40B4-BE49-F238E27FC236}">
                <a16:creationId xmlns:a16="http://schemas.microsoft.com/office/drawing/2014/main" id="{9FD909CD-620F-4C05-841D-D629AEAC863E}"/>
              </a:ext>
            </a:extLst>
          </p:cNvPr>
          <p:cNvPicPr>
            <a:picLocks noChangeAspect="1"/>
          </p:cNvPicPr>
          <p:nvPr/>
        </p:nvPicPr>
        <p:blipFill>
          <a:blip r:embed="rId3"/>
          <a:stretch>
            <a:fillRect/>
          </a:stretch>
        </p:blipFill>
        <p:spPr>
          <a:xfrm>
            <a:off x="1488260" y="858190"/>
            <a:ext cx="6311934" cy="3097772"/>
          </a:xfrm>
          <a:prstGeom prst="rect">
            <a:avLst/>
          </a:prstGeom>
        </p:spPr>
      </p:pic>
    </p:spTree>
    <p:extLst>
      <p:ext uri="{BB962C8B-B14F-4D97-AF65-F5344CB8AC3E}">
        <p14:creationId xmlns:p14="http://schemas.microsoft.com/office/powerpoint/2010/main" val="3862012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 Box 4">
            <a:extLst>
              <a:ext uri="{FF2B5EF4-FFF2-40B4-BE49-F238E27FC236}">
                <a16:creationId xmlns:a16="http://schemas.microsoft.com/office/drawing/2014/main" id="{E095B3A8-39A5-4F66-9387-A867A4EAAD84}"/>
              </a:ext>
            </a:extLst>
          </p:cNvPr>
          <p:cNvSpPr txBox="1">
            <a:spLocks noChangeArrowheads="1"/>
          </p:cNvSpPr>
          <p:nvPr/>
        </p:nvSpPr>
        <p:spPr bwMode="invGray">
          <a:xfrm>
            <a:off x="463215" y="214870"/>
            <a:ext cx="2177716"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defTabSz="914400" eaLnBrk="1" hangingPunct="1">
              <a:lnSpc>
                <a:spcPct val="120000"/>
              </a:lnSpc>
            </a:pPr>
            <a:r>
              <a:rPr lang="zh-CN" altLang="en-US" sz="2400" b="1" dirty="0">
                <a:solidFill>
                  <a:srgbClr val="0066FF"/>
                </a:solidFill>
                <a:latin typeface="微软雅黑" panose="020B0503020204020204" pitchFamily="34" charset="-122"/>
                <a:ea typeface="微软雅黑" panose="020B0503020204020204" pitchFamily="34" charset="-122"/>
                <a:cs typeface="Times New Roman" pitchFamily="18" charset="0"/>
              </a:rPr>
              <a:t>菲涅耳双面镜</a:t>
            </a:r>
            <a:endParaRPr lang="en-US" altLang="zh-CN" sz="2400" b="1" dirty="0">
              <a:solidFill>
                <a:srgbClr val="0066FF"/>
              </a:solidFill>
              <a:latin typeface="微软雅黑" panose="020B0503020204020204" pitchFamily="34" charset="-122"/>
              <a:ea typeface="微软雅黑" panose="020B0503020204020204" pitchFamily="34" charset="-122"/>
              <a:cs typeface="Times New Roman" pitchFamily="18" charset="0"/>
            </a:endParaRPr>
          </a:p>
        </p:txBody>
      </p:sp>
      <p:graphicFrame>
        <p:nvGraphicFramePr>
          <p:cNvPr id="73" name="对象 72">
            <a:extLst>
              <a:ext uri="{FF2B5EF4-FFF2-40B4-BE49-F238E27FC236}">
                <a16:creationId xmlns:a16="http://schemas.microsoft.com/office/drawing/2014/main" id="{A0316728-5ADD-419D-BE89-13AC0C903F3D}"/>
              </a:ext>
            </a:extLst>
          </p:cNvPr>
          <p:cNvGraphicFramePr>
            <a:graphicFrameLocks noChangeAspect="1"/>
          </p:cNvGraphicFramePr>
          <p:nvPr>
            <p:extLst>
              <p:ext uri="{D42A27DB-BD31-4B8C-83A1-F6EECF244321}">
                <p14:modId xmlns:p14="http://schemas.microsoft.com/office/powerpoint/2010/main" val="2412573149"/>
              </p:ext>
            </p:extLst>
          </p:nvPr>
        </p:nvGraphicFramePr>
        <p:xfrm>
          <a:off x="3969868" y="5264150"/>
          <a:ext cx="1204264" cy="318107"/>
        </p:xfrm>
        <a:graphic>
          <a:graphicData uri="http://schemas.openxmlformats.org/presentationml/2006/ole">
            <mc:AlternateContent xmlns:mc="http://schemas.openxmlformats.org/markup-compatibility/2006">
              <mc:Choice xmlns:v="urn:schemas-microsoft-com:vml" Requires="v">
                <p:oleObj name="Equation" r:id="rId2" imgW="672840" imgH="177480" progId="Equation.DSMT4">
                  <p:embed/>
                </p:oleObj>
              </mc:Choice>
              <mc:Fallback>
                <p:oleObj name="Equation" r:id="rId2" imgW="672840" imgH="177480" progId="Equation.DSMT4">
                  <p:embed/>
                  <p:pic>
                    <p:nvPicPr>
                      <p:cNvPr id="121" name="对象 120">
                        <a:extLst>
                          <a:ext uri="{FF2B5EF4-FFF2-40B4-BE49-F238E27FC236}">
                            <a16:creationId xmlns:a16="http://schemas.microsoft.com/office/drawing/2014/main" id="{5FD06849-697B-4723-AC1A-3741758AD0B5}"/>
                          </a:ext>
                        </a:extLst>
                      </p:cNvPr>
                      <p:cNvPicPr/>
                      <p:nvPr/>
                    </p:nvPicPr>
                    <p:blipFill>
                      <a:blip r:embed="rId3"/>
                      <a:stretch>
                        <a:fillRect/>
                      </a:stretch>
                    </p:blipFill>
                    <p:spPr>
                      <a:xfrm>
                        <a:off x="3969868" y="5264150"/>
                        <a:ext cx="1204264" cy="318107"/>
                      </a:xfrm>
                      <a:prstGeom prst="rect">
                        <a:avLst/>
                      </a:prstGeom>
                    </p:spPr>
                  </p:pic>
                </p:oleObj>
              </mc:Fallback>
            </mc:AlternateContent>
          </a:graphicData>
        </a:graphic>
      </p:graphicFrame>
      <p:pic>
        <p:nvPicPr>
          <p:cNvPr id="85" name="图片 84">
            <a:extLst>
              <a:ext uri="{FF2B5EF4-FFF2-40B4-BE49-F238E27FC236}">
                <a16:creationId xmlns:a16="http://schemas.microsoft.com/office/drawing/2014/main" id="{A6431D51-412A-4C6E-A4E3-33C1B0CAE2ED}"/>
              </a:ext>
            </a:extLst>
          </p:cNvPr>
          <p:cNvPicPr>
            <a:picLocks noChangeAspect="1"/>
          </p:cNvPicPr>
          <p:nvPr/>
        </p:nvPicPr>
        <p:blipFill>
          <a:blip r:embed="rId4"/>
          <a:stretch>
            <a:fillRect/>
          </a:stretch>
        </p:blipFill>
        <p:spPr>
          <a:xfrm>
            <a:off x="1370049" y="716167"/>
            <a:ext cx="6426414" cy="3906607"/>
          </a:xfrm>
          <a:prstGeom prst="rect">
            <a:avLst/>
          </a:prstGeom>
        </p:spPr>
      </p:pic>
      <p:graphicFrame>
        <p:nvGraphicFramePr>
          <p:cNvPr id="86" name="Object 116">
            <a:extLst>
              <a:ext uri="{FF2B5EF4-FFF2-40B4-BE49-F238E27FC236}">
                <a16:creationId xmlns:a16="http://schemas.microsoft.com/office/drawing/2014/main" id="{A7B093D1-9E30-4D55-81D2-5A3A1A2C9618}"/>
              </a:ext>
            </a:extLst>
          </p:cNvPr>
          <p:cNvGraphicFramePr>
            <a:graphicFrameLocks noChangeAspect="1"/>
          </p:cNvGraphicFramePr>
          <p:nvPr>
            <p:extLst>
              <p:ext uri="{D42A27DB-BD31-4B8C-83A1-F6EECF244321}">
                <p14:modId xmlns:p14="http://schemas.microsoft.com/office/powerpoint/2010/main" val="3341079357"/>
              </p:ext>
            </p:extLst>
          </p:nvPr>
        </p:nvGraphicFramePr>
        <p:xfrm>
          <a:off x="561896" y="5216525"/>
          <a:ext cx="2879725" cy="431800"/>
        </p:xfrm>
        <a:graphic>
          <a:graphicData uri="http://schemas.openxmlformats.org/presentationml/2006/ole">
            <mc:AlternateContent xmlns:mc="http://schemas.openxmlformats.org/markup-compatibility/2006">
              <mc:Choice xmlns:v="urn:schemas-microsoft-com:vml" Requires="v">
                <p:oleObj name="Equation" r:id="rId5" imgW="1523880" imgH="228600" progId="Equation.DSMT4">
                  <p:embed/>
                </p:oleObj>
              </mc:Choice>
              <mc:Fallback>
                <p:oleObj name="Equation" r:id="rId5" imgW="1523880" imgH="228600" progId="Equation.DSMT4">
                  <p:embed/>
                  <p:pic>
                    <p:nvPicPr>
                      <p:cNvPr id="73" name="Object 116">
                        <a:extLst>
                          <a:ext uri="{FF2B5EF4-FFF2-40B4-BE49-F238E27FC236}">
                            <a16:creationId xmlns:a16="http://schemas.microsoft.com/office/drawing/2014/main" id="{26FB1887-A6EB-4DF4-9418-310D00633F89}"/>
                          </a:ext>
                        </a:extLst>
                      </p:cNvPr>
                      <p:cNvPicPr>
                        <a:picLocks noChangeAspect="1" noChangeArrowheads="1"/>
                      </p:cNvPicPr>
                      <p:nvPr/>
                    </p:nvPicPr>
                    <p:blipFill>
                      <a:blip r:embed="rId6"/>
                      <a:srcRect/>
                      <a:stretch>
                        <a:fillRect/>
                      </a:stretch>
                    </p:blipFill>
                    <p:spPr bwMode="auto">
                      <a:xfrm>
                        <a:off x="561896" y="5216525"/>
                        <a:ext cx="28797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 name="Object 126">
            <a:extLst>
              <a:ext uri="{FF2B5EF4-FFF2-40B4-BE49-F238E27FC236}">
                <a16:creationId xmlns:a16="http://schemas.microsoft.com/office/drawing/2014/main" id="{582237DE-CD1D-4B83-B68A-F69A23977E86}"/>
              </a:ext>
            </a:extLst>
          </p:cNvPr>
          <p:cNvGraphicFramePr>
            <a:graphicFrameLocks noChangeAspect="1"/>
          </p:cNvGraphicFramePr>
          <p:nvPr>
            <p:extLst>
              <p:ext uri="{D42A27DB-BD31-4B8C-83A1-F6EECF244321}">
                <p14:modId xmlns:p14="http://schemas.microsoft.com/office/powerpoint/2010/main" val="1794435613"/>
              </p:ext>
            </p:extLst>
          </p:nvPr>
        </p:nvGraphicFramePr>
        <p:xfrm>
          <a:off x="6821704" y="5074044"/>
          <a:ext cx="1103312" cy="698317"/>
        </p:xfrm>
        <a:graphic>
          <a:graphicData uri="http://schemas.openxmlformats.org/presentationml/2006/ole">
            <mc:AlternateContent xmlns:mc="http://schemas.openxmlformats.org/markup-compatibility/2006">
              <mc:Choice xmlns:v="urn:schemas-microsoft-com:vml" Requires="v">
                <p:oleObj name="Equation" r:id="rId7" imgW="622080" imgH="393480" progId="Equation.DSMT4">
                  <p:embed/>
                </p:oleObj>
              </mc:Choice>
              <mc:Fallback>
                <p:oleObj name="Equation" r:id="rId7" imgW="622080" imgH="393480" progId="Equation.DSMT4">
                  <p:embed/>
                  <p:pic>
                    <p:nvPicPr>
                      <p:cNvPr id="82" name="Object 126">
                        <a:extLst>
                          <a:ext uri="{FF2B5EF4-FFF2-40B4-BE49-F238E27FC236}">
                            <a16:creationId xmlns:a16="http://schemas.microsoft.com/office/drawing/2014/main" id="{682DDADF-42C8-4779-AEBE-A36C8249ED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1704" y="5074044"/>
                        <a:ext cx="1103312" cy="698317"/>
                      </a:xfrm>
                      <a:prstGeom prst="rect">
                        <a:avLst/>
                      </a:prstGeom>
                      <a:noFill/>
                      <a:ln>
                        <a:noFill/>
                      </a:ln>
                      <a:effectLst/>
                    </p:spPr>
                  </p:pic>
                </p:oleObj>
              </mc:Fallback>
            </mc:AlternateContent>
          </a:graphicData>
        </a:graphic>
      </p:graphicFrame>
      <p:sp>
        <p:nvSpPr>
          <p:cNvPr id="89" name="Text Box 127">
            <a:extLst>
              <a:ext uri="{FF2B5EF4-FFF2-40B4-BE49-F238E27FC236}">
                <a16:creationId xmlns:a16="http://schemas.microsoft.com/office/drawing/2014/main" id="{E69AEF9C-D82A-476C-8192-30CB4539E38B}"/>
              </a:ext>
            </a:extLst>
          </p:cNvPr>
          <p:cNvSpPr txBox="1">
            <a:spLocks noChangeArrowheads="1"/>
          </p:cNvSpPr>
          <p:nvPr/>
        </p:nvSpPr>
        <p:spPr bwMode="auto">
          <a:xfrm>
            <a:off x="844407" y="58285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000" dirty="0">
                <a:solidFill>
                  <a:prstClr val="black"/>
                </a:solidFill>
                <a:latin typeface="微软雅黑" panose="020B0503020204020204" pitchFamily="34" charset="-122"/>
                <a:ea typeface="微软雅黑" panose="020B0503020204020204" pitchFamily="34" charset="-122"/>
              </a:rPr>
              <a:t>两光源间隔</a:t>
            </a:r>
          </a:p>
        </p:txBody>
      </p:sp>
      <p:sp>
        <p:nvSpPr>
          <p:cNvPr id="90" name="Text Box 128">
            <a:extLst>
              <a:ext uri="{FF2B5EF4-FFF2-40B4-BE49-F238E27FC236}">
                <a16:creationId xmlns:a16="http://schemas.microsoft.com/office/drawing/2014/main" id="{166A0E08-4826-4B35-A23F-0CF9EE552E8E}"/>
              </a:ext>
            </a:extLst>
          </p:cNvPr>
          <p:cNvSpPr txBox="1">
            <a:spLocks noChangeArrowheads="1"/>
          </p:cNvSpPr>
          <p:nvPr/>
        </p:nvSpPr>
        <p:spPr bwMode="auto">
          <a:xfrm>
            <a:off x="3652174" y="5828538"/>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000" dirty="0">
                <a:solidFill>
                  <a:prstClr val="black"/>
                </a:solidFill>
                <a:latin typeface="微软雅黑" panose="020B0503020204020204" pitchFamily="34" charset="-122"/>
                <a:ea typeface="微软雅黑" panose="020B0503020204020204" pitchFamily="34" charset="-122"/>
              </a:rPr>
              <a:t>光源到接收屏距离</a:t>
            </a:r>
          </a:p>
        </p:txBody>
      </p:sp>
      <p:sp>
        <p:nvSpPr>
          <p:cNvPr id="91" name="Text Box 129">
            <a:extLst>
              <a:ext uri="{FF2B5EF4-FFF2-40B4-BE49-F238E27FC236}">
                <a16:creationId xmlns:a16="http://schemas.microsoft.com/office/drawing/2014/main" id="{675BAA5B-4BC3-4A3E-9021-074B29F14A93}"/>
              </a:ext>
            </a:extLst>
          </p:cNvPr>
          <p:cNvSpPr txBox="1">
            <a:spLocks noChangeArrowheads="1"/>
          </p:cNvSpPr>
          <p:nvPr/>
        </p:nvSpPr>
        <p:spPr bwMode="auto">
          <a:xfrm>
            <a:off x="6821704" y="58285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000" dirty="0">
                <a:solidFill>
                  <a:prstClr val="black"/>
                </a:solidFill>
                <a:latin typeface="微软雅黑" panose="020B0503020204020204" pitchFamily="34" charset="-122"/>
                <a:ea typeface="微软雅黑" panose="020B0503020204020204" pitchFamily="34" charset="-122"/>
              </a:rPr>
              <a:t>条纹间距</a:t>
            </a:r>
          </a:p>
        </p:txBody>
      </p:sp>
    </p:spTree>
    <p:extLst>
      <p:ext uri="{BB962C8B-B14F-4D97-AF65-F5344CB8AC3E}">
        <p14:creationId xmlns:p14="http://schemas.microsoft.com/office/powerpoint/2010/main" val="168746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0" grpId="0"/>
      <p:bldP spid="9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10DA8A0-A909-4416-9840-005200ABC2EA}"/>
              </a:ext>
            </a:extLst>
          </p:cNvPr>
          <p:cNvSpPr>
            <a:spLocks noChangeArrowheads="1"/>
          </p:cNvSpPr>
          <p:nvPr/>
        </p:nvSpPr>
        <p:spPr bwMode="auto">
          <a:xfrm>
            <a:off x="415089" y="298784"/>
            <a:ext cx="29048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914400">
              <a:spcBef>
                <a:spcPct val="0"/>
              </a:spcBef>
              <a:buFontTx/>
              <a:buNone/>
            </a:pPr>
            <a:r>
              <a:rPr lang="zh-CN" altLang="en-US" sz="2400" b="1" dirty="0">
                <a:solidFill>
                  <a:srgbClr val="0000CC"/>
                </a:solidFill>
                <a:latin typeface="微软雅黑" panose="020B0503020204020204" pitchFamily="34" charset="-122"/>
                <a:ea typeface="微软雅黑" panose="020B0503020204020204" pitchFamily="34" charset="-122"/>
              </a:rPr>
              <a:t>洛埃（</a:t>
            </a:r>
            <a:r>
              <a:rPr lang="en-US" altLang="zh-CN" sz="2400" b="1" dirty="0" err="1">
                <a:solidFill>
                  <a:srgbClr val="0000CC"/>
                </a:solidFill>
                <a:latin typeface="微软雅黑" panose="020B0503020204020204" pitchFamily="34" charset="-122"/>
                <a:ea typeface="微软雅黑" panose="020B0503020204020204" pitchFamily="34" charset="-122"/>
              </a:rPr>
              <a:t>H.Lloyd</a:t>
            </a:r>
            <a:r>
              <a:rPr lang="zh-CN" altLang="en-US" sz="2400" b="1" dirty="0">
                <a:solidFill>
                  <a:srgbClr val="0000CC"/>
                </a:solidFill>
                <a:latin typeface="微软雅黑" panose="020B0503020204020204" pitchFamily="34" charset="-122"/>
                <a:ea typeface="微软雅黑" panose="020B0503020204020204" pitchFamily="34" charset="-122"/>
              </a:rPr>
              <a:t>）镜</a:t>
            </a:r>
          </a:p>
        </p:txBody>
      </p:sp>
      <p:pic>
        <p:nvPicPr>
          <p:cNvPr id="3" name="Picture 4">
            <a:extLst>
              <a:ext uri="{FF2B5EF4-FFF2-40B4-BE49-F238E27FC236}">
                <a16:creationId xmlns:a16="http://schemas.microsoft.com/office/drawing/2014/main" id="{AB843365-0103-46DF-96AF-90F792FEF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3962"/>
            <a:ext cx="8847138"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4788780E-880A-496C-B33E-71DB79C815B6}"/>
              </a:ext>
            </a:extLst>
          </p:cNvPr>
          <p:cNvSpPr txBox="1"/>
          <p:nvPr/>
        </p:nvSpPr>
        <p:spPr>
          <a:xfrm>
            <a:off x="1353553" y="1570122"/>
            <a:ext cx="1723549" cy="461665"/>
          </a:xfrm>
          <a:prstGeom prst="rect">
            <a:avLst/>
          </a:prstGeom>
          <a:noFill/>
        </p:spPr>
        <p:txBody>
          <a:bodyPr wrap="none" rtlCol="0">
            <a:spAutoFit/>
          </a:bodyPr>
          <a:lstStyle/>
          <a:p>
            <a:r>
              <a:rPr lang="zh-CN" altLang="en-US" sz="2400" dirty="0">
                <a:latin typeface="黑体" panose="02010609060101010101" pitchFamily="49" charset="-122"/>
                <a:ea typeface="黑体" panose="02010609060101010101" pitchFamily="49" charset="-122"/>
              </a:rPr>
              <a:t>条纹间距：</a:t>
            </a:r>
          </a:p>
        </p:txBody>
      </p:sp>
    </p:spTree>
    <p:extLst>
      <p:ext uri="{BB962C8B-B14F-4D97-AF65-F5344CB8AC3E}">
        <p14:creationId xmlns:p14="http://schemas.microsoft.com/office/powerpoint/2010/main" val="965797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BFF89966-5D8E-449A-AEB8-03C55C1F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251282"/>
            <a:ext cx="8763000"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4">
            <a:extLst>
              <a:ext uri="{FF2B5EF4-FFF2-40B4-BE49-F238E27FC236}">
                <a16:creationId xmlns:a16="http://schemas.microsoft.com/office/drawing/2014/main" id="{705075CD-8458-4334-8354-A4266EB7841E}"/>
              </a:ext>
            </a:extLst>
          </p:cNvPr>
          <p:cNvSpPr txBox="1">
            <a:spLocks noChangeArrowheads="1"/>
          </p:cNvSpPr>
          <p:nvPr/>
        </p:nvSpPr>
        <p:spPr bwMode="invGray">
          <a:xfrm>
            <a:off x="407568" y="246084"/>
            <a:ext cx="3382379" cy="4979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0000CC"/>
                </a:solidFill>
                <a:latin typeface="微软雅黑" panose="020B0503020204020204" pitchFamily="34" charset="-122"/>
                <a:ea typeface="微软雅黑" panose="020B0503020204020204" pitchFamily="34" charset="-122"/>
                <a:cs typeface="Times New Roman" pitchFamily="18" charset="0"/>
              </a:rPr>
              <a:t>菲涅耳双棱镜</a:t>
            </a:r>
            <a:endParaRPr lang="en-US" altLang="zh-CN" sz="2400" b="1" dirty="0">
              <a:solidFill>
                <a:srgbClr val="0000CC"/>
              </a:solidFill>
              <a:latin typeface="微软雅黑" panose="020B0503020204020204" pitchFamily="34" charset="-122"/>
              <a:ea typeface="微软雅黑" panose="020B0503020204020204" pitchFamily="34" charset="-122"/>
              <a:cs typeface="Times New Roman" pitchFamily="18" charset="0"/>
            </a:endParaRPr>
          </a:p>
        </p:txBody>
      </p:sp>
      <p:sp>
        <p:nvSpPr>
          <p:cNvPr id="4" name="矩形 3">
            <a:extLst>
              <a:ext uri="{FF2B5EF4-FFF2-40B4-BE49-F238E27FC236}">
                <a16:creationId xmlns:a16="http://schemas.microsoft.com/office/drawing/2014/main" id="{3316CBDE-3BA0-4072-91E3-7F41ECFBCFFC}"/>
              </a:ext>
            </a:extLst>
          </p:cNvPr>
          <p:cNvSpPr>
            <a:spLocks noChangeArrowheads="1"/>
          </p:cNvSpPr>
          <p:nvPr/>
        </p:nvSpPr>
        <p:spPr bwMode="auto">
          <a:xfrm>
            <a:off x="1733246" y="1567914"/>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914400">
              <a:spcBef>
                <a:spcPct val="0"/>
              </a:spcBef>
              <a:buFontTx/>
              <a:buNone/>
            </a:pPr>
            <a:r>
              <a:rPr lang="zh-CN" altLang="en-US" sz="2400" dirty="0">
                <a:solidFill>
                  <a:prstClr val="black"/>
                </a:solidFill>
                <a:latin typeface="微软雅黑" panose="020B0503020204020204" pitchFamily="34" charset="-122"/>
                <a:ea typeface="微软雅黑" panose="020B0503020204020204" pitchFamily="34" charset="-122"/>
              </a:rPr>
              <a:t>条纹间距：</a:t>
            </a:r>
          </a:p>
        </p:txBody>
      </p:sp>
    </p:spTree>
    <p:extLst>
      <p:ext uri="{BB962C8B-B14F-4D97-AF65-F5344CB8AC3E}">
        <p14:creationId xmlns:p14="http://schemas.microsoft.com/office/powerpoint/2010/main" val="640146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5BF623C-8F64-418C-B2AC-30EB3B4BC367}"/>
              </a:ext>
            </a:extLst>
          </p:cNvPr>
          <p:cNvSpPr/>
          <p:nvPr/>
        </p:nvSpPr>
        <p:spPr>
          <a:xfrm>
            <a:off x="308067" y="102268"/>
            <a:ext cx="3775393" cy="637675"/>
          </a:xfrm>
          <a:prstGeom prst="rect">
            <a:avLst/>
          </a:prstGeom>
        </p:spPr>
        <p:txBody>
          <a:bodyPr wrap="none">
            <a:spAutoFit/>
          </a:bodyPr>
          <a:lstStyle/>
          <a:p>
            <a:pPr lvl="0">
              <a:lnSpc>
                <a:spcPct val="150000"/>
              </a:lnSpc>
            </a:pPr>
            <a:r>
              <a:rPr lang="en-US" altLang="zh-CN" sz="2800" b="1" dirty="0">
                <a:solidFill>
                  <a:prstClr val="black"/>
                </a:solidFill>
                <a:latin typeface="黑体" panose="02010609060101010101" pitchFamily="49" charset="-122"/>
                <a:ea typeface="黑体" panose="02010609060101010101" pitchFamily="49" charset="-122"/>
              </a:rPr>
              <a:t>§1.3 </a:t>
            </a:r>
            <a:r>
              <a:rPr lang="zh-CN" altLang="en-US" sz="2800" b="1" dirty="0">
                <a:solidFill>
                  <a:prstClr val="black"/>
                </a:solidFill>
                <a:latin typeface="黑体" panose="02010609060101010101" pitchFamily="49" charset="-122"/>
                <a:ea typeface="黑体" panose="02010609060101010101" pitchFamily="49" charset="-122"/>
              </a:rPr>
              <a:t>干涉条纹的移动</a:t>
            </a:r>
            <a:endParaRPr lang="en-US" altLang="zh-CN" sz="2800" b="1" dirty="0">
              <a:solidFill>
                <a:prstClr val="black"/>
              </a:solidFill>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D1178801-89D3-429D-84A4-EFE0CBD39AD5}"/>
              </a:ext>
            </a:extLst>
          </p:cNvPr>
          <p:cNvSpPr txBox="1">
            <a:spLocks noChangeArrowheads="1"/>
          </p:cNvSpPr>
          <p:nvPr/>
        </p:nvSpPr>
        <p:spPr bwMode="invGray">
          <a:xfrm>
            <a:off x="135984" y="860657"/>
            <a:ext cx="4315006" cy="497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）光源移动对条纹的影响</a:t>
            </a:r>
            <a:endPar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FC3E2BDF-CF69-4EE4-9733-78AE1AEAC95C}"/>
              </a:ext>
            </a:extLst>
          </p:cNvPr>
          <p:cNvGrpSpPr/>
          <p:nvPr/>
        </p:nvGrpSpPr>
        <p:grpSpPr>
          <a:xfrm>
            <a:off x="1567687" y="1358422"/>
            <a:ext cx="5839228" cy="2780111"/>
            <a:chOff x="1963251" y="1251079"/>
            <a:chExt cx="5120236" cy="2437731"/>
          </a:xfrm>
        </p:grpSpPr>
        <p:sp>
          <p:nvSpPr>
            <p:cNvPr id="5" name="Text Box 11">
              <a:extLst>
                <a:ext uri="{FF2B5EF4-FFF2-40B4-BE49-F238E27FC236}">
                  <a16:creationId xmlns:a16="http://schemas.microsoft.com/office/drawing/2014/main" id="{3C6730DB-6927-4044-BE05-6F2FA6DC9293}"/>
                </a:ext>
              </a:extLst>
            </p:cNvPr>
            <p:cNvSpPr txBox="1">
              <a:spLocks noChangeAspect="1" noChangeArrowheads="1"/>
            </p:cNvSpPr>
            <p:nvPr/>
          </p:nvSpPr>
          <p:spPr bwMode="auto">
            <a:xfrm>
              <a:off x="6759874" y="1251079"/>
              <a:ext cx="144693" cy="28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6" name="Line 12">
              <a:extLst>
                <a:ext uri="{FF2B5EF4-FFF2-40B4-BE49-F238E27FC236}">
                  <a16:creationId xmlns:a16="http://schemas.microsoft.com/office/drawing/2014/main" id="{76B5A0A4-3AF5-4BFD-9F36-E947422FBC27}"/>
                </a:ext>
              </a:extLst>
            </p:cNvPr>
            <p:cNvSpPr>
              <a:spLocks noChangeAspect="1" noChangeShapeType="1"/>
            </p:cNvSpPr>
            <p:nvPr/>
          </p:nvSpPr>
          <p:spPr bwMode="auto">
            <a:xfrm>
              <a:off x="6686750" y="1279917"/>
              <a:ext cx="0" cy="2408893"/>
            </a:xfrm>
            <a:prstGeom prst="line">
              <a:avLst/>
            </a:prstGeom>
            <a:noFill/>
            <a:ln w="19050">
              <a:solidFill>
                <a:srgbClr val="000000"/>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Line 13">
              <a:extLst>
                <a:ext uri="{FF2B5EF4-FFF2-40B4-BE49-F238E27FC236}">
                  <a16:creationId xmlns:a16="http://schemas.microsoft.com/office/drawing/2014/main" id="{A7463C24-D627-4079-AEF2-F82DB3A631B2}"/>
                </a:ext>
              </a:extLst>
            </p:cNvPr>
            <p:cNvSpPr>
              <a:spLocks noChangeAspect="1" noChangeShapeType="1"/>
            </p:cNvSpPr>
            <p:nvPr/>
          </p:nvSpPr>
          <p:spPr bwMode="auto">
            <a:xfrm flipV="1">
              <a:off x="3539307" y="1579827"/>
              <a:ext cx="3145888" cy="582518"/>
            </a:xfrm>
            <a:prstGeom prst="line">
              <a:avLst/>
            </a:prstGeom>
            <a:noFill/>
            <a:ln w="12700">
              <a:solidFill>
                <a:srgbClr val="9900CC"/>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Line 14">
              <a:extLst>
                <a:ext uri="{FF2B5EF4-FFF2-40B4-BE49-F238E27FC236}">
                  <a16:creationId xmlns:a16="http://schemas.microsoft.com/office/drawing/2014/main" id="{908F44E1-423C-4ED6-B2F0-5292B7816AC7}"/>
                </a:ext>
              </a:extLst>
            </p:cNvPr>
            <p:cNvSpPr>
              <a:spLocks noChangeAspect="1" noChangeShapeType="1"/>
            </p:cNvSpPr>
            <p:nvPr/>
          </p:nvSpPr>
          <p:spPr bwMode="auto">
            <a:xfrm flipV="1">
              <a:off x="3542419" y="1577904"/>
              <a:ext cx="3133441" cy="1426495"/>
            </a:xfrm>
            <a:prstGeom prst="line">
              <a:avLst/>
            </a:prstGeom>
            <a:noFill/>
            <a:ln w="12700">
              <a:solidFill>
                <a:srgbClr val="9900CC"/>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Line 15">
              <a:extLst>
                <a:ext uri="{FF2B5EF4-FFF2-40B4-BE49-F238E27FC236}">
                  <a16:creationId xmlns:a16="http://schemas.microsoft.com/office/drawing/2014/main" id="{B2544865-7FFD-46FE-A077-DE55D6DFB532}"/>
                </a:ext>
              </a:extLst>
            </p:cNvPr>
            <p:cNvSpPr>
              <a:spLocks noChangeAspect="1" noChangeShapeType="1"/>
            </p:cNvSpPr>
            <p:nvPr/>
          </p:nvSpPr>
          <p:spPr bwMode="auto">
            <a:xfrm>
              <a:off x="2003703" y="2562224"/>
              <a:ext cx="5079784" cy="0"/>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Line 16">
              <a:extLst>
                <a:ext uri="{FF2B5EF4-FFF2-40B4-BE49-F238E27FC236}">
                  <a16:creationId xmlns:a16="http://schemas.microsoft.com/office/drawing/2014/main" id="{991971F2-53AC-441D-B708-0D844F7CE73E}"/>
                </a:ext>
              </a:extLst>
            </p:cNvPr>
            <p:cNvSpPr>
              <a:spLocks noChangeAspect="1" noChangeShapeType="1"/>
            </p:cNvSpPr>
            <p:nvPr/>
          </p:nvSpPr>
          <p:spPr bwMode="auto">
            <a:xfrm>
              <a:off x="2347541" y="2589139"/>
              <a:ext cx="0" cy="102661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Line 17">
              <a:extLst>
                <a:ext uri="{FF2B5EF4-FFF2-40B4-BE49-F238E27FC236}">
                  <a16:creationId xmlns:a16="http://schemas.microsoft.com/office/drawing/2014/main" id="{204AC86B-FDB0-40E5-8C96-126435715F4D}"/>
                </a:ext>
              </a:extLst>
            </p:cNvPr>
            <p:cNvSpPr>
              <a:spLocks noChangeAspect="1" noChangeShapeType="1"/>
            </p:cNvSpPr>
            <p:nvPr/>
          </p:nvSpPr>
          <p:spPr bwMode="auto">
            <a:xfrm flipV="1">
              <a:off x="2352208" y="2158499"/>
              <a:ext cx="1193322" cy="405648"/>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Line 18">
              <a:extLst>
                <a:ext uri="{FF2B5EF4-FFF2-40B4-BE49-F238E27FC236}">
                  <a16:creationId xmlns:a16="http://schemas.microsoft.com/office/drawing/2014/main" id="{B99E4DEA-F725-42C5-B61E-114933AA7FBC}"/>
                </a:ext>
              </a:extLst>
            </p:cNvPr>
            <p:cNvSpPr>
              <a:spLocks noChangeAspect="1" noChangeShapeType="1"/>
            </p:cNvSpPr>
            <p:nvPr/>
          </p:nvSpPr>
          <p:spPr bwMode="auto">
            <a:xfrm>
              <a:off x="3526860" y="1860512"/>
              <a:ext cx="0" cy="26915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Line 19">
              <a:extLst>
                <a:ext uri="{FF2B5EF4-FFF2-40B4-BE49-F238E27FC236}">
                  <a16:creationId xmlns:a16="http://schemas.microsoft.com/office/drawing/2014/main" id="{0E03A9A2-623D-43D9-B81C-8B08858282B2}"/>
                </a:ext>
              </a:extLst>
            </p:cNvPr>
            <p:cNvSpPr>
              <a:spLocks noChangeAspect="1" noChangeShapeType="1"/>
            </p:cNvSpPr>
            <p:nvPr/>
          </p:nvSpPr>
          <p:spPr bwMode="auto">
            <a:xfrm>
              <a:off x="3526860" y="2200794"/>
              <a:ext cx="0" cy="77669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Line 20">
              <a:extLst>
                <a:ext uri="{FF2B5EF4-FFF2-40B4-BE49-F238E27FC236}">
                  <a16:creationId xmlns:a16="http://schemas.microsoft.com/office/drawing/2014/main" id="{EB51FB37-06BE-48BC-B5BD-D9A5DD6BDDBB}"/>
                </a:ext>
              </a:extLst>
            </p:cNvPr>
            <p:cNvSpPr>
              <a:spLocks noChangeAspect="1" noChangeShapeType="1"/>
            </p:cNvSpPr>
            <p:nvPr/>
          </p:nvSpPr>
          <p:spPr bwMode="auto">
            <a:xfrm>
              <a:off x="2344430" y="2560302"/>
              <a:ext cx="1182431" cy="44602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Line 21">
              <a:extLst>
                <a:ext uri="{FF2B5EF4-FFF2-40B4-BE49-F238E27FC236}">
                  <a16:creationId xmlns:a16="http://schemas.microsoft.com/office/drawing/2014/main" id="{50747F3C-5909-46AC-AC28-706408CFB937}"/>
                </a:ext>
              </a:extLst>
            </p:cNvPr>
            <p:cNvSpPr>
              <a:spLocks noChangeAspect="1" noChangeShapeType="1"/>
            </p:cNvSpPr>
            <p:nvPr/>
          </p:nvSpPr>
          <p:spPr bwMode="auto">
            <a:xfrm flipV="1">
              <a:off x="2008371" y="2890972"/>
              <a:ext cx="3453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Line 22">
              <a:extLst>
                <a:ext uri="{FF2B5EF4-FFF2-40B4-BE49-F238E27FC236}">
                  <a16:creationId xmlns:a16="http://schemas.microsoft.com/office/drawing/2014/main" id="{EE638CEF-617E-461B-9922-ABCA5785AA9C}"/>
                </a:ext>
              </a:extLst>
            </p:cNvPr>
            <p:cNvSpPr>
              <a:spLocks noChangeAspect="1" noChangeShapeType="1"/>
            </p:cNvSpPr>
            <p:nvPr/>
          </p:nvSpPr>
          <p:spPr bwMode="auto">
            <a:xfrm flipH="1">
              <a:off x="3525304" y="3275472"/>
              <a:ext cx="0" cy="3787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Line 23">
              <a:extLst>
                <a:ext uri="{FF2B5EF4-FFF2-40B4-BE49-F238E27FC236}">
                  <a16:creationId xmlns:a16="http://schemas.microsoft.com/office/drawing/2014/main" id="{BC4F6DC2-6EF4-467C-9E55-9B441DBA3D84}"/>
                </a:ext>
              </a:extLst>
            </p:cNvPr>
            <p:cNvSpPr>
              <a:spLocks noChangeAspect="1" noChangeShapeType="1"/>
            </p:cNvSpPr>
            <p:nvPr/>
          </p:nvSpPr>
          <p:spPr bwMode="auto">
            <a:xfrm>
              <a:off x="2345985" y="3411969"/>
              <a:ext cx="1180875"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Line 24">
              <a:extLst>
                <a:ext uri="{FF2B5EF4-FFF2-40B4-BE49-F238E27FC236}">
                  <a16:creationId xmlns:a16="http://schemas.microsoft.com/office/drawing/2014/main" id="{35CAC425-3F1D-447A-8DFB-1EE5BFD615C1}"/>
                </a:ext>
              </a:extLst>
            </p:cNvPr>
            <p:cNvSpPr>
              <a:spLocks noChangeAspect="1" noChangeShapeType="1"/>
            </p:cNvSpPr>
            <p:nvPr/>
          </p:nvSpPr>
          <p:spPr bwMode="auto">
            <a:xfrm>
              <a:off x="3526860" y="3411969"/>
              <a:ext cx="3158334"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AutoShape 25">
              <a:extLst>
                <a:ext uri="{FF2B5EF4-FFF2-40B4-BE49-F238E27FC236}">
                  <a16:creationId xmlns:a16="http://schemas.microsoft.com/office/drawing/2014/main" id="{F162BC85-8F75-4A5E-AEB1-453FC99FC246}"/>
                </a:ext>
              </a:extLst>
            </p:cNvPr>
            <p:cNvSpPr>
              <a:spLocks noChangeAspect="1" noChangeArrowheads="1"/>
            </p:cNvSpPr>
            <p:nvPr/>
          </p:nvSpPr>
          <p:spPr bwMode="auto">
            <a:xfrm>
              <a:off x="2271305" y="2450719"/>
              <a:ext cx="149360" cy="198018"/>
            </a:xfrm>
            <a:prstGeom prst="sun">
              <a:avLst>
                <a:gd name="adj" fmla="val 25000"/>
              </a:avLst>
            </a:prstGeom>
            <a:solidFill>
              <a:srgbClr val="FF0000"/>
            </a:solidFill>
            <a:ln w="9525">
              <a:solidFill>
                <a:srgbClr val="FF0000"/>
              </a:solidFill>
              <a:miter lim="800000"/>
              <a:headEnd/>
              <a:tailEnd/>
            </a:ln>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Text Box 26">
              <a:extLst>
                <a:ext uri="{FF2B5EF4-FFF2-40B4-BE49-F238E27FC236}">
                  <a16:creationId xmlns:a16="http://schemas.microsoft.com/office/drawing/2014/main" id="{FB98D2B0-2F8B-40F0-AD54-755EAF538BD0}"/>
                </a:ext>
              </a:extLst>
            </p:cNvPr>
            <p:cNvSpPr txBox="1">
              <a:spLocks noChangeAspect="1" noChangeArrowheads="1"/>
            </p:cNvSpPr>
            <p:nvPr/>
          </p:nvSpPr>
          <p:spPr bwMode="auto">
            <a:xfrm>
              <a:off x="2064380" y="2567992"/>
              <a:ext cx="208481" cy="276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1400" b="1" i="1" dirty="0">
                  <a:solidFill>
                    <a:srgbClr val="000099"/>
                  </a:solidFill>
                  <a:latin typeface="Times New Roman" pitchFamily="18" charset="0"/>
                  <a:ea typeface="宋体" panose="02010600030101010101" pitchFamily="2" charset="-122"/>
                  <a:cs typeface="Times New Roman" panose="02020603050405020304" pitchFamily="18" charset="0"/>
                </a:rPr>
                <a:t>s</a:t>
              </a:r>
              <a:endParaRPr lang="en-US" altLang="zh-CN" sz="1400" b="1" baseline="-25000" dirty="0">
                <a:solidFill>
                  <a:srgbClr val="000099"/>
                </a:solidFill>
                <a:latin typeface="Times New Roman" pitchFamily="18" charset="0"/>
                <a:ea typeface="宋体" panose="02010600030101010101" pitchFamily="2" charset="-122"/>
                <a:cs typeface="Times New Roman" panose="02020603050405020304" pitchFamily="18" charset="0"/>
              </a:endParaRPr>
            </a:p>
          </p:txBody>
        </p:sp>
        <p:sp>
          <p:nvSpPr>
            <p:cNvPr id="21" name="Text Box 27">
              <a:extLst>
                <a:ext uri="{FF2B5EF4-FFF2-40B4-BE49-F238E27FC236}">
                  <a16:creationId xmlns:a16="http://schemas.microsoft.com/office/drawing/2014/main" id="{EB359D42-53B7-4820-A91E-8B7001F99CB5}"/>
                </a:ext>
              </a:extLst>
            </p:cNvPr>
            <p:cNvSpPr txBox="1">
              <a:spLocks noChangeAspect="1" noChangeArrowheads="1"/>
            </p:cNvSpPr>
            <p:nvPr/>
          </p:nvSpPr>
          <p:spPr bwMode="auto">
            <a:xfrm>
              <a:off x="3273260" y="2990942"/>
              <a:ext cx="231819" cy="32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2</a:t>
              </a:r>
            </a:p>
          </p:txBody>
        </p:sp>
        <p:sp>
          <p:nvSpPr>
            <p:cNvPr id="22" name="Text Box 28">
              <a:extLst>
                <a:ext uri="{FF2B5EF4-FFF2-40B4-BE49-F238E27FC236}">
                  <a16:creationId xmlns:a16="http://schemas.microsoft.com/office/drawing/2014/main" id="{1E195223-E4C7-466F-BFB7-502E53D0056E}"/>
                </a:ext>
              </a:extLst>
            </p:cNvPr>
            <p:cNvSpPr txBox="1">
              <a:spLocks noChangeAspect="1" noChangeArrowheads="1"/>
            </p:cNvSpPr>
            <p:nvPr/>
          </p:nvSpPr>
          <p:spPr bwMode="auto">
            <a:xfrm>
              <a:off x="4695288" y="1706712"/>
              <a:ext cx="236486" cy="3018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1</a:t>
              </a:r>
            </a:p>
          </p:txBody>
        </p:sp>
        <p:sp>
          <p:nvSpPr>
            <p:cNvPr id="23" name="Text Box 29">
              <a:extLst>
                <a:ext uri="{FF2B5EF4-FFF2-40B4-BE49-F238E27FC236}">
                  <a16:creationId xmlns:a16="http://schemas.microsoft.com/office/drawing/2014/main" id="{DA683B05-4A59-4ADE-AD58-2F22E5AB46B4}"/>
                </a:ext>
              </a:extLst>
            </p:cNvPr>
            <p:cNvSpPr txBox="1">
              <a:spLocks noChangeAspect="1" noChangeArrowheads="1"/>
            </p:cNvSpPr>
            <p:nvPr/>
          </p:nvSpPr>
          <p:spPr bwMode="auto">
            <a:xfrm>
              <a:off x="3271704" y="1841287"/>
              <a:ext cx="233374" cy="299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1</a:t>
              </a:r>
            </a:p>
          </p:txBody>
        </p:sp>
        <p:sp>
          <p:nvSpPr>
            <p:cNvPr id="24" name="Text Box 30">
              <a:extLst>
                <a:ext uri="{FF2B5EF4-FFF2-40B4-BE49-F238E27FC236}">
                  <a16:creationId xmlns:a16="http://schemas.microsoft.com/office/drawing/2014/main" id="{B6DBBD24-C798-4F55-B9B6-D12F536E2CF9}"/>
                </a:ext>
              </a:extLst>
            </p:cNvPr>
            <p:cNvSpPr txBox="1">
              <a:spLocks noChangeAspect="1" noChangeArrowheads="1"/>
            </p:cNvSpPr>
            <p:nvPr/>
          </p:nvSpPr>
          <p:spPr bwMode="auto">
            <a:xfrm>
              <a:off x="4989340" y="3281239"/>
              <a:ext cx="241154" cy="269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D</a:t>
              </a:r>
            </a:p>
          </p:txBody>
        </p:sp>
        <p:sp>
          <p:nvSpPr>
            <p:cNvPr id="25" name="Text Box 31">
              <a:extLst>
                <a:ext uri="{FF2B5EF4-FFF2-40B4-BE49-F238E27FC236}">
                  <a16:creationId xmlns:a16="http://schemas.microsoft.com/office/drawing/2014/main" id="{F6DAF682-4B3C-4217-AEE8-926EBD616923}"/>
                </a:ext>
              </a:extLst>
            </p:cNvPr>
            <p:cNvSpPr txBox="1">
              <a:spLocks noChangeAspect="1" noChangeArrowheads="1"/>
            </p:cNvSpPr>
            <p:nvPr/>
          </p:nvSpPr>
          <p:spPr bwMode="auto">
            <a:xfrm>
              <a:off x="2249524" y="2145042"/>
              <a:ext cx="233374" cy="263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S</a:t>
              </a:r>
            </a:p>
          </p:txBody>
        </p:sp>
        <p:sp>
          <p:nvSpPr>
            <p:cNvPr id="26" name="Text Box 32">
              <a:extLst>
                <a:ext uri="{FF2B5EF4-FFF2-40B4-BE49-F238E27FC236}">
                  <a16:creationId xmlns:a16="http://schemas.microsoft.com/office/drawing/2014/main" id="{4769AF60-3021-4A68-A1A0-0621F2B601A9}"/>
                </a:ext>
              </a:extLst>
            </p:cNvPr>
            <p:cNvSpPr txBox="1">
              <a:spLocks noChangeAspect="1" noChangeArrowheads="1"/>
            </p:cNvSpPr>
            <p:nvPr/>
          </p:nvSpPr>
          <p:spPr bwMode="auto">
            <a:xfrm>
              <a:off x="2762947" y="3263937"/>
              <a:ext cx="264491" cy="3095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p>
          </p:txBody>
        </p:sp>
        <p:sp>
          <p:nvSpPr>
            <p:cNvPr id="27" name="Text Box 33">
              <a:extLst>
                <a:ext uri="{FF2B5EF4-FFF2-40B4-BE49-F238E27FC236}">
                  <a16:creationId xmlns:a16="http://schemas.microsoft.com/office/drawing/2014/main" id="{C16E0A08-879C-4ECB-A204-A3EA18D0B34A}"/>
                </a:ext>
              </a:extLst>
            </p:cNvPr>
            <p:cNvSpPr txBox="1">
              <a:spLocks noChangeAspect="1" noChangeArrowheads="1"/>
            </p:cNvSpPr>
            <p:nvPr/>
          </p:nvSpPr>
          <p:spPr bwMode="auto">
            <a:xfrm>
              <a:off x="6375584" y="1691332"/>
              <a:ext cx="259824" cy="34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28" name="Text Box 34">
              <a:extLst>
                <a:ext uri="{FF2B5EF4-FFF2-40B4-BE49-F238E27FC236}">
                  <a16:creationId xmlns:a16="http://schemas.microsoft.com/office/drawing/2014/main" id="{9947C530-330D-4D96-8BFA-4E0BF1D6DB78}"/>
                </a:ext>
              </a:extLst>
            </p:cNvPr>
            <p:cNvSpPr txBox="1">
              <a:spLocks noChangeAspect="1" noChangeArrowheads="1"/>
            </p:cNvSpPr>
            <p:nvPr/>
          </p:nvSpPr>
          <p:spPr bwMode="auto">
            <a:xfrm>
              <a:off x="6453375" y="2639124"/>
              <a:ext cx="196035" cy="27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O</a:t>
              </a:r>
            </a:p>
          </p:txBody>
        </p:sp>
        <p:sp>
          <p:nvSpPr>
            <p:cNvPr id="29" name="Text Box 35">
              <a:extLst>
                <a:ext uri="{FF2B5EF4-FFF2-40B4-BE49-F238E27FC236}">
                  <a16:creationId xmlns:a16="http://schemas.microsoft.com/office/drawing/2014/main" id="{D93F1186-69E7-456E-A00F-0F665E961894}"/>
                </a:ext>
              </a:extLst>
            </p:cNvPr>
            <p:cNvSpPr txBox="1">
              <a:spLocks noChangeAspect="1" noChangeArrowheads="1"/>
            </p:cNvSpPr>
            <p:nvPr/>
          </p:nvSpPr>
          <p:spPr bwMode="auto">
            <a:xfrm>
              <a:off x="5417193" y="1954714"/>
              <a:ext cx="196035" cy="2845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2</a:t>
              </a:r>
            </a:p>
          </p:txBody>
        </p:sp>
        <p:sp>
          <p:nvSpPr>
            <p:cNvPr id="30" name="Line 36">
              <a:extLst>
                <a:ext uri="{FF2B5EF4-FFF2-40B4-BE49-F238E27FC236}">
                  <a16:creationId xmlns:a16="http://schemas.microsoft.com/office/drawing/2014/main" id="{1CC49090-DAC3-4F37-B98D-DFADCCF91950}"/>
                </a:ext>
              </a:extLst>
            </p:cNvPr>
            <p:cNvSpPr>
              <a:spLocks noChangeAspect="1" noChangeShapeType="1"/>
            </p:cNvSpPr>
            <p:nvPr/>
          </p:nvSpPr>
          <p:spPr bwMode="auto">
            <a:xfrm>
              <a:off x="3537751" y="2162344"/>
              <a:ext cx="3163002" cy="39219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Line 37">
              <a:extLst>
                <a:ext uri="{FF2B5EF4-FFF2-40B4-BE49-F238E27FC236}">
                  <a16:creationId xmlns:a16="http://schemas.microsoft.com/office/drawing/2014/main" id="{C1A41AAC-DC42-4CB8-97E0-6A003E229EF5}"/>
                </a:ext>
              </a:extLst>
            </p:cNvPr>
            <p:cNvSpPr>
              <a:spLocks noChangeAspect="1" noChangeShapeType="1"/>
            </p:cNvSpPr>
            <p:nvPr/>
          </p:nvSpPr>
          <p:spPr bwMode="auto">
            <a:xfrm flipV="1">
              <a:off x="3537751" y="2567992"/>
              <a:ext cx="3136553" cy="43833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Line 38">
              <a:extLst>
                <a:ext uri="{FF2B5EF4-FFF2-40B4-BE49-F238E27FC236}">
                  <a16:creationId xmlns:a16="http://schemas.microsoft.com/office/drawing/2014/main" id="{26AC0033-29C7-40BD-9525-FAF2BBE65027}"/>
                </a:ext>
              </a:extLst>
            </p:cNvPr>
            <p:cNvSpPr>
              <a:spLocks noChangeAspect="1" noChangeShapeType="1"/>
            </p:cNvSpPr>
            <p:nvPr/>
          </p:nvSpPr>
          <p:spPr bwMode="auto">
            <a:xfrm flipV="1">
              <a:off x="3526860" y="1568292"/>
              <a:ext cx="0" cy="290298"/>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Text Box 39">
              <a:extLst>
                <a:ext uri="{FF2B5EF4-FFF2-40B4-BE49-F238E27FC236}">
                  <a16:creationId xmlns:a16="http://schemas.microsoft.com/office/drawing/2014/main" id="{B0215EE8-2174-4A42-8724-1108D7C2544A}"/>
                </a:ext>
              </a:extLst>
            </p:cNvPr>
            <p:cNvSpPr txBox="1">
              <a:spLocks noChangeAspect="1" noChangeArrowheads="1"/>
            </p:cNvSpPr>
            <p:nvPr/>
          </p:nvSpPr>
          <p:spPr bwMode="auto">
            <a:xfrm>
              <a:off x="3598428" y="1572137"/>
              <a:ext cx="227151" cy="29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x</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1</a:t>
              </a:r>
            </a:p>
          </p:txBody>
        </p:sp>
        <p:sp>
          <p:nvSpPr>
            <p:cNvPr id="34" name="Text Box 40">
              <a:extLst>
                <a:ext uri="{FF2B5EF4-FFF2-40B4-BE49-F238E27FC236}">
                  <a16:creationId xmlns:a16="http://schemas.microsoft.com/office/drawing/2014/main" id="{0C672CCB-C8BC-443A-9148-6D4AA77DC27E}"/>
                </a:ext>
              </a:extLst>
            </p:cNvPr>
            <p:cNvSpPr txBox="1">
              <a:spLocks noChangeAspect="1" noChangeArrowheads="1"/>
            </p:cNvSpPr>
            <p:nvPr/>
          </p:nvSpPr>
          <p:spPr bwMode="auto">
            <a:xfrm>
              <a:off x="6903011" y="2667962"/>
              <a:ext cx="152471" cy="267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z</a:t>
              </a:r>
            </a:p>
          </p:txBody>
        </p:sp>
        <p:sp>
          <p:nvSpPr>
            <p:cNvPr id="35" name="Text Box 41">
              <a:extLst>
                <a:ext uri="{FF2B5EF4-FFF2-40B4-BE49-F238E27FC236}">
                  <a16:creationId xmlns:a16="http://schemas.microsoft.com/office/drawing/2014/main" id="{A9E6AE9F-3BD8-4BA4-8F3C-3AAE7F629D04}"/>
                </a:ext>
              </a:extLst>
            </p:cNvPr>
            <p:cNvSpPr txBox="1">
              <a:spLocks noChangeAspect="1" noChangeArrowheads="1"/>
            </p:cNvSpPr>
            <p:nvPr/>
          </p:nvSpPr>
          <p:spPr bwMode="auto">
            <a:xfrm>
              <a:off x="2073715" y="2902507"/>
              <a:ext cx="228707" cy="305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S'</a:t>
              </a:r>
            </a:p>
          </p:txBody>
        </p:sp>
        <p:sp>
          <p:nvSpPr>
            <p:cNvPr id="36" name="Line 42">
              <a:extLst>
                <a:ext uri="{FF2B5EF4-FFF2-40B4-BE49-F238E27FC236}">
                  <a16:creationId xmlns:a16="http://schemas.microsoft.com/office/drawing/2014/main" id="{7D3114B4-13F2-41AC-BA5B-318536F6454A}"/>
                </a:ext>
              </a:extLst>
            </p:cNvPr>
            <p:cNvSpPr>
              <a:spLocks noChangeAspect="1" noChangeShapeType="1"/>
            </p:cNvSpPr>
            <p:nvPr/>
          </p:nvSpPr>
          <p:spPr bwMode="auto">
            <a:xfrm flipV="1">
              <a:off x="2347541" y="2173879"/>
              <a:ext cx="1180875" cy="717093"/>
            </a:xfrm>
            <a:prstGeom prst="line">
              <a:avLst/>
            </a:prstGeom>
            <a:noFill/>
            <a:ln w="12700">
              <a:solidFill>
                <a:srgbClr val="9900CC"/>
              </a:solidFill>
              <a:prstDash val="lgDash"/>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Line 43">
              <a:extLst>
                <a:ext uri="{FF2B5EF4-FFF2-40B4-BE49-F238E27FC236}">
                  <a16:creationId xmlns:a16="http://schemas.microsoft.com/office/drawing/2014/main" id="{98062243-7CF6-49AD-A2DE-9B81F54E1AC4}"/>
                </a:ext>
              </a:extLst>
            </p:cNvPr>
            <p:cNvSpPr>
              <a:spLocks noChangeAspect="1" noChangeShapeType="1"/>
            </p:cNvSpPr>
            <p:nvPr/>
          </p:nvSpPr>
          <p:spPr bwMode="auto">
            <a:xfrm>
              <a:off x="2356876" y="2890972"/>
              <a:ext cx="1162205" cy="126885"/>
            </a:xfrm>
            <a:prstGeom prst="line">
              <a:avLst/>
            </a:prstGeom>
            <a:noFill/>
            <a:ln w="12700">
              <a:solidFill>
                <a:srgbClr val="9900CC"/>
              </a:solidFill>
              <a:prstDash val="lgDash"/>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Text Box 44">
              <a:extLst>
                <a:ext uri="{FF2B5EF4-FFF2-40B4-BE49-F238E27FC236}">
                  <a16:creationId xmlns:a16="http://schemas.microsoft.com/office/drawing/2014/main" id="{C6D09E62-E6A8-44B1-BF99-539CACBBBDC9}"/>
                </a:ext>
              </a:extLst>
            </p:cNvPr>
            <p:cNvSpPr txBox="1">
              <a:spLocks noChangeAspect="1" noChangeArrowheads="1"/>
            </p:cNvSpPr>
            <p:nvPr/>
          </p:nvSpPr>
          <p:spPr bwMode="auto">
            <a:xfrm>
              <a:off x="2906084" y="2377664"/>
              <a:ext cx="241154" cy="3018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1</a:t>
              </a:r>
            </a:p>
          </p:txBody>
        </p:sp>
        <p:sp>
          <p:nvSpPr>
            <p:cNvPr id="39" name="Text Box 45">
              <a:extLst>
                <a:ext uri="{FF2B5EF4-FFF2-40B4-BE49-F238E27FC236}">
                  <a16:creationId xmlns:a16="http://schemas.microsoft.com/office/drawing/2014/main" id="{B4780B5D-2737-4AC3-A993-3803105F7B52}"/>
                </a:ext>
              </a:extLst>
            </p:cNvPr>
            <p:cNvSpPr txBox="1">
              <a:spLocks noChangeAspect="1" noChangeArrowheads="1"/>
            </p:cNvSpPr>
            <p:nvPr/>
          </p:nvSpPr>
          <p:spPr bwMode="auto">
            <a:xfrm>
              <a:off x="2753612" y="2814072"/>
              <a:ext cx="222484" cy="3056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2</a:t>
              </a:r>
            </a:p>
          </p:txBody>
        </p:sp>
        <p:sp>
          <p:nvSpPr>
            <p:cNvPr id="40" name="Line 46">
              <a:extLst>
                <a:ext uri="{FF2B5EF4-FFF2-40B4-BE49-F238E27FC236}">
                  <a16:creationId xmlns:a16="http://schemas.microsoft.com/office/drawing/2014/main" id="{240C9218-2935-4876-988D-5F854514AF95}"/>
                </a:ext>
              </a:extLst>
            </p:cNvPr>
            <p:cNvSpPr>
              <a:spLocks noChangeAspect="1" noChangeShapeType="1"/>
            </p:cNvSpPr>
            <p:nvPr/>
          </p:nvSpPr>
          <p:spPr bwMode="auto">
            <a:xfrm flipV="1">
              <a:off x="6694530" y="1583672"/>
              <a:ext cx="32828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Line 47">
              <a:extLst>
                <a:ext uri="{FF2B5EF4-FFF2-40B4-BE49-F238E27FC236}">
                  <a16:creationId xmlns:a16="http://schemas.microsoft.com/office/drawing/2014/main" id="{A3F5B723-ED38-4DB7-93C4-906AC32E074B}"/>
                </a:ext>
              </a:extLst>
            </p:cNvPr>
            <p:cNvSpPr>
              <a:spLocks noChangeAspect="1" noChangeShapeType="1"/>
            </p:cNvSpPr>
            <p:nvPr/>
          </p:nvSpPr>
          <p:spPr bwMode="auto">
            <a:xfrm>
              <a:off x="6881229" y="1595207"/>
              <a:ext cx="0" cy="961250"/>
            </a:xfrm>
            <a:prstGeom prst="line">
              <a:avLst/>
            </a:prstGeom>
            <a:noFill/>
            <a:ln w="19050">
              <a:solidFill>
                <a:srgbClr val="000000"/>
              </a:solidFill>
              <a:round/>
              <a:headEnd type="arrow" w="sm" len="sm"/>
              <a:tailEnd type="none"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Text Box 48">
              <a:extLst>
                <a:ext uri="{FF2B5EF4-FFF2-40B4-BE49-F238E27FC236}">
                  <a16:creationId xmlns:a16="http://schemas.microsoft.com/office/drawing/2014/main" id="{697669BC-7EFC-4C21-A3A9-0459B3A8C64B}"/>
                </a:ext>
              </a:extLst>
            </p:cNvPr>
            <p:cNvSpPr txBox="1">
              <a:spLocks noChangeAspect="1" noChangeArrowheads="1"/>
            </p:cNvSpPr>
            <p:nvPr/>
          </p:nvSpPr>
          <p:spPr bwMode="auto">
            <a:xfrm>
              <a:off x="6778544" y="1872047"/>
              <a:ext cx="241154" cy="3729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dirty="0">
                  <a:solidFill>
                    <a:srgbClr val="000099"/>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1400" b="1" i="1" dirty="0">
                  <a:solidFill>
                    <a:srgbClr val="000099"/>
                  </a:solidFill>
                  <a:latin typeface="Times New Roman" pitchFamily="18" charset="0"/>
                  <a:ea typeface="宋体" panose="02010600030101010101" pitchFamily="2" charset="-122"/>
                  <a:cs typeface="Times New Roman" panose="02020603050405020304" pitchFamily="18" charset="0"/>
                </a:rPr>
                <a:t>x</a:t>
              </a:r>
            </a:p>
          </p:txBody>
        </p:sp>
        <p:sp>
          <p:nvSpPr>
            <p:cNvPr id="43" name="Line 49">
              <a:extLst>
                <a:ext uri="{FF2B5EF4-FFF2-40B4-BE49-F238E27FC236}">
                  <a16:creationId xmlns:a16="http://schemas.microsoft.com/office/drawing/2014/main" id="{1806ADE7-403F-408B-BF89-AF76AA2C8826}"/>
                </a:ext>
              </a:extLst>
            </p:cNvPr>
            <p:cNvSpPr>
              <a:spLocks noChangeAspect="1" noChangeShapeType="1"/>
            </p:cNvSpPr>
            <p:nvPr/>
          </p:nvSpPr>
          <p:spPr bwMode="auto">
            <a:xfrm>
              <a:off x="1963251" y="2556457"/>
              <a:ext cx="0" cy="324903"/>
            </a:xfrm>
            <a:prstGeom prst="line">
              <a:avLst/>
            </a:prstGeom>
            <a:noFill/>
            <a:ln w="9525">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Line 50">
              <a:extLst>
                <a:ext uri="{FF2B5EF4-FFF2-40B4-BE49-F238E27FC236}">
                  <a16:creationId xmlns:a16="http://schemas.microsoft.com/office/drawing/2014/main" id="{96EC8626-7750-4BC9-9C5D-77895396BFDE}"/>
                </a:ext>
              </a:extLst>
            </p:cNvPr>
            <p:cNvSpPr>
              <a:spLocks noChangeAspect="1" noChangeShapeType="1"/>
            </p:cNvSpPr>
            <p:nvPr/>
          </p:nvSpPr>
          <p:spPr bwMode="auto">
            <a:xfrm>
              <a:off x="3526860" y="3054384"/>
              <a:ext cx="0" cy="26530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a:lstStyle/>
            <a:p>
              <a:pPr defTabSz="914400"/>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Text Box 51">
              <a:extLst>
                <a:ext uri="{FF2B5EF4-FFF2-40B4-BE49-F238E27FC236}">
                  <a16:creationId xmlns:a16="http://schemas.microsoft.com/office/drawing/2014/main" id="{C4F132BD-CD19-460F-8A62-40DD2ED7346E}"/>
                </a:ext>
              </a:extLst>
            </p:cNvPr>
            <p:cNvSpPr txBox="1">
              <a:spLocks noChangeAspect="1" noChangeArrowheads="1"/>
            </p:cNvSpPr>
            <p:nvPr/>
          </p:nvSpPr>
          <p:spPr bwMode="auto">
            <a:xfrm>
              <a:off x="3547086" y="2600674"/>
              <a:ext cx="255156" cy="274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i="1">
                  <a:solidFill>
                    <a:srgbClr val="000099"/>
                  </a:solidFill>
                  <a:latin typeface="Times New Roman" panose="02020603050405020304" pitchFamily="18" charset="0"/>
                  <a:ea typeface="宋体" panose="02010600030101010101" pitchFamily="2" charset="-122"/>
                  <a:cs typeface="Times New Roman" panose="02020603050405020304" pitchFamily="18" charset="0"/>
                </a:rPr>
                <a:t>O</a:t>
              </a:r>
              <a:r>
                <a:rPr lang="en-US" altLang="zh-CN" sz="1400" b="1" baseline="-25000">
                  <a:solidFill>
                    <a:srgbClr val="000099"/>
                  </a:solidFill>
                  <a:latin typeface="Times New Roman" pitchFamily="18" charset="0"/>
                  <a:ea typeface="宋体" panose="02010600030101010101" pitchFamily="2" charset="-122"/>
                  <a:cs typeface="Times New Roman" panose="02020603050405020304" pitchFamily="18" charset="0"/>
                </a:rPr>
                <a:t>1</a:t>
              </a:r>
              <a:endParaRPr lang="en-US" altLang="zh-CN" sz="1400" b="1">
                <a:solidFill>
                  <a:srgbClr val="000099"/>
                </a:solidFill>
                <a:latin typeface="Times New Roman" pitchFamily="18" charset="0"/>
                <a:ea typeface="宋体" panose="02010600030101010101" pitchFamily="2" charset="-122"/>
                <a:cs typeface="Times New Roman" panose="02020603050405020304" pitchFamily="18" charset="0"/>
              </a:endParaRPr>
            </a:p>
          </p:txBody>
        </p:sp>
      </p:grpSp>
      <p:sp>
        <p:nvSpPr>
          <p:cNvPr id="46" name="Text Box 4">
            <a:extLst>
              <a:ext uri="{FF2B5EF4-FFF2-40B4-BE49-F238E27FC236}">
                <a16:creationId xmlns:a16="http://schemas.microsoft.com/office/drawing/2014/main" id="{D6369F2B-332A-4F2D-A805-1C1E05986FF0}"/>
              </a:ext>
            </a:extLst>
          </p:cNvPr>
          <p:cNvSpPr txBox="1">
            <a:spLocks noChangeArrowheads="1"/>
          </p:cNvSpPr>
          <p:nvPr/>
        </p:nvSpPr>
        <p:spPr bwMode="invGray">
          <a:xfrm>
            <a:off x="623089" y="4252214"/>
            <a:ext cx="8021597" cy="9610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50000"/>
              </a:lnSpc>
            </a:pP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点光源</a:t>
            </a:r>
            <a:r>
              <a:rPr lang="en-US" altLang="zh-CN" sz="20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沿</a:t>
            </a:r>
            <a:r>
              <a:rPr lang="en-US" altLang="zh-CN" sz="20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方向移动：对干涉条纹无影响（干涉条纹的</a:t>
            </a:r>
            <a:r>
              <a:rPr lang="en-US" altLang="zh-CN"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轴坐标不变）</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3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defTabSz="914400" eaLnBrk="1" hangingPunct="1">
              <a:lnSpc>
                <a:spcPct val="15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点光源</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沿</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方向移动：干涉条纹在</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方向上产生相应移动。</a:t>
            </a:r>
            <a:endPar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Rectangle 6">
            <a:extLst>
              <a:ext uri="{FF2B5EF4-FFF2-40B4-BE49-F238E27FC236}">
                <a16:creationId xmlns:a16="http://schemas.microsoft.com/office/drawing/2014/main" id="{97666C52-BD1A-469B-ABBA-253D1BCA46EA}"/>
              </a:ext>
            </a:extLst>
          </p:cNvPr>
          <p:cNvSpPr>
            <a:spLocks noChangeArrowheads="1"/>
          </p:cNvSpPr>
          <p:nvPr/>
        </p:nvSpPr>
        <p:spPr bwMode="auto">
          <a:xfrm>
            <a:off x="765308" y="5497563"/>
            <a:ext cx="7490117" cy="90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762000" indent="-762000">
              <a:defRPr>
                <a:solidFill>
                  <a:schemeClr val="tx1"/>
                </a:solidFill>
                <a:latin typeface="Arial" pitchFamily="34" charset="0"/>
                <a:ea typeface="宋体" pitchFamily="2" charset="-122"/>
              </a:defRPr>
            </a:lvl1pPr>
            <a:lvl2pPr marL="952500">
              <a:defRPr>
                <a:solidFill>
                  <a:schemeClr val="tx1"/>
                </a:solidFill>
                <a:latin typeface="Arial" pitchFamily="34" charset="0"/>
                <a:ea typeface="宋体" pitchFamily="2" charset="-122"/>
              </a:defRPr>
            </a:lvl2pPr>
            <a:lvl3pPr marL="1143000">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lgn="just" defTabSz="914400">
              <a:lnSpc>
                <a:spcPct val="13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假设：点光源位于</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点时，中央亮条纹中心正好位于</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点，点光源沿</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方向平移</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至</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点时，中央亮条纹中心平移</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至</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O'</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 </a:t>
            </a:r>
          </a:p>
        </p:txBody>
      </p:sp>
    </p:spTree>
    <p:extLst>
      <p:ext uri="{BB962C8B-B14F-4D97-AF65-F5344CB8AC3E}">
        <p14:creationId xmlns:p14="http://schemas.microsoft.com/office/powerpoint/2010/main" val="10256735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F2F26330-0D1C-47B9-9BC9-6EC5AEED86CC}"/>
              </a:ext>
            </a:extLst>
          </p:cNvPr>
          <p:cNvSpPr txBox="1">
            <a:spLocks noChangeArrowheads="1"/>
          </p:cNvSpPr>
          <p:nvPr/>
        </p:nvSpPr>
        <p:spPr bwMode="invGray">
          <a:xfrm>
            <a:off x="1159978" y="3843002"/>
            <a:ext cx="6678595" cy="4301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可以从等光程的角度迅速定性判断</a:t>
            </a:r>
            <a:r>
              <a:rPr lang="en-US" altLang="zh-CN" sz="20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移动时条纹的移动方向。</a:t>
            </a:r>
            <a:endParaRPr lang="en-US" altLang="zh-CN"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5">
            <a:extLst>
              <a:ext uri="{FF2B5EF4-FFF2-40B4-BE49-F238E27FC236}">
                <a16:creationId xmlns:a16="http://schemas.microsoft.com/office/drawing/2014/main" id="{7D1A53A0-BECD-4B58-A397-05408B5DBB78}"/>
              </a:ext>
            </a:extLst>
          </p:cNvPr>
          <p:cNvSpPr>
            <a:spLocks noChangeArrowheads="1"/>
          </p:cNvSpPr>
          <p:nvPr/>
        </p:nvSpPr>
        <p:spPr bwMode="auto">
          <a:xfrm>
            <a:off x="327025" y="4876800"/>
            <a:ext cx="8435975"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355600" indent="-355600">
              <a:defRPr>
                <a:solidFill>
                  <a:schemeClr val="tx1"/>
                </a:solidFill>
                <a:latin typeface="Arial" pitchFamily="34" charset="0"/>
                <a:ea typeface="宋体" pitchFamily="2" charset="-122"/>
              </a:defRPr>
            </a:lvl1pPr>
            <a:lvl2pPr marL="571500">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lgn="just" defTabSz="914400">
              <a:lnSpc>
                <a:spcPct val="130000"/>
              </a:lnSpc>
            </a:pP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4">
            <a:extLst>
              <a:ext uri="{FF2B5EF4-FFF2-40B4-BE49-F238E27FC236}">
                <a16:creationId xmlns:a16="http://schemas.microsoft.com/office/drawing/2014/main" id="{4BCF30A7-F696-4791-AD48-67DCFB2CE7DF}"/>
              </a:ext>
            </a:extLst>
          </p:cNvPr>
          <p:cNvSpPr txBox="1">
            <a:spLocks noChangeArrowheads="1"/>
          </p:cNvSpPr>
          <p:nvPr/>
        </p:nvSpPr>
        <p:spPr bwMode="invGray">
          <a:xfrm>
            <a:off x="590748" y="2908208"/>
            <a:ext cx="7908527" cy="85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a:lnSpc>
                <a:spcPct val="13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条纹是否移动，取决于产生干涉的两列波之间的光程差或者相位差是否发生了变化。光程差变化几个波长，则条纹对应地移动几个间距。 </a:t>
            </a:r>
          </a:p>
        </p:txBody>
      </p:sp>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B4AE3273-51B3-4199-9B31-F8569E81B19F}"/>
                  </a:ext>
                </a:extLst>
              </p:cNvPr>
              <p:cNvSpPr txBox="1"/>
              <p:nvPr/>
            </p:nvSpPr>
            <p:spPr>
              <a:xfrm>
                <a:off x="1183006" y="4342237"/>
                <a:ext cx="7892287" cy="620712"/>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d>
                        <m:dPr>
                          <m:ctrlPr>
                            <a:rPr lang="zh-CN" altLang="en-US" sz="2200" i="1">
                              <a:solidFill>
                                <a:srgbClr val="000000"/>
                              </a:solidFill>
                              <a:latin typeface="Cambria Math" panose="02040503050406030204" pitchFamily="18" charset="0"/>
                            </a:rPr>
                          </m:ctrlPr>
                        </m:dPr>
                        <m:e>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𝑅</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2</m:t>
                              </m:r>
                            </m:sub>
                          </m:sSub>
                        </m:e>
                      </m:d>
                      <m:r>
                        <a:rPr lang="zh-CN" altLang="en-US" sz="2200" i="1">
                          <a:solidFill>
                            <a:srgbClr val="000000"/>
                          </a:solidFill>
                          <a:latin typeface="Cambria Math" panose="02040503050406030204" pitchFamily="18" charset="0"/>
                        </a:rPr>
                        <m:t>−</m:t>
                      </m:r>
                      <m:d>
                        <m:dPr>
                          <m:ctrlPr>
                            <a:rPr lang="zh-CN" altLang="en-US" sz="2200" i="1">
                              <a:solidFill>
                                <a:srgbClr val="000000"/>
                              </a:solidFill>
                              <a:latin typeface="Cambria Math" panose="02040503050406030204" pitchFamily="18" charset="0"/>
                            </a:rPr>
                          </m:ctrlPr>
                        </m:dPr>
                        <m:e>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𝑅</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1</m:t>
                              </m:r>
                            </m:sub>
                          </m:sSub>
                        </m:e>
                      </m:d>
                      <m:r>
                        <a:rPr lang="zh-CN" altLang="en-US" sz="2200" i="1">
                          <a:solidFill>
                            <a:srgbClr val="000000"/>
                          </a:solidFill>
                          <a:latin typeface="Cambria Math" panose="02040503050406030204" pitchFamily="18" charset="0"/>
                        </a:rPr>
                        <m:t>=0⇒</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𝑅</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𝑅</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2</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𝑟</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𝑑</m:t>
                          </m:r>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δ</m:t>
                              </m:r>
                            </m:fName>
                            <m:e>
                              <m:r>
                                <a:rPr lang="zh-CN" altLang="en-US" sz="2200" i="1">
                                  <a:solidFill>
                                    <a:srgbClr val="000000"/>
                                  </a:solidFill>
                                  <a:latin typeface="Cambria Math" panose="02040503050406030204" pitchFamily="18" charset="0"/>
                                </a:rPr>
                                <m:t>​</m:t>
                              </m:r>
                            </m:e>
                          </m:func>
                          <m:r>
                            <a:rPr lang="zh-CN" altLang="en-US" sz="2200" i="1">
                              <a:solidFill>
                                <a:srgbClr val="000000"/>
                              </a:solidFill>
                              <a:latin typeface="Cambria Math" panose="02040503050406030204" pitchFamily="18" charset="0"/>
                            </a:rPr>
                            <m:t>𝑠</m:t>
                          </m:r>
                        </m:num>
                        <m:den>
                          <m:r>
                            <a:rPr lang="zh-CN" altLang="en-US" sz="2200" i="1">
                              <a:solidFill>
                                <a:srgbClr val="000000"/>
                              </a:solidFill>
                              <a:latin typeface="Cambria Math" panose="02040503050406030204" pitchFamily="18" charset="0"/>
                            </a:rPr>
                            <m:t>𝑅</m:t>
                          </m:r>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𝑑</m:t>
                          </m:r>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δ</m:t>
                              </m:r>
                            </m:fName>
                            <m:e>
                              <m:r>
                                <a:rPr lang="zh-CN" altLang="en-US" sz="2200" i="1">
                                  <a:solidFill>
                                    <a:srgbClr val="000000"/>
                                  </a:solidFill>
                                  <a:latin typeface="Cambria Math" panose="02040503050406030204" pitchFamily="18" charset="0"/>
                                </a:rPr>
                                <m:t>​</m:t>
                              </m:r>
                            </m:e>
                          </m:func>
                          <m:r>
                            <a:rPr lang="zh-CN" altLang="en-US" sz="2200" i="1">
                              <a:solidFill>
                                <a:srgbClr val="000000"/>
                              </a:solidFill>
                              <a:latin typeface="Cambria Math" panose="02040503050406030204" pitchFamily="18" charset="0"/>
                            </a:rPr>
                            <m:t>𝑥</m:t>
                          </m:r>
                        </m:num>
                        <m:den>
                          <m:r>
                            <a:rPr lang="zh-CN" altLang="en-US" sz="2200" i="1">
                              <a:solidFill>
                                <a:srgbClr val="000000"/>
                              </a:solidFill>
                              <a:latin typeface="Cambria Math" panose="02040503050406030204" pitchFamily="18" charset="0"/>
                            </a:rPr>
                            <m:t>𝐷</m:t>
                          </m:r>
                        </m:den>
                      </m:f>
                    </m:oMath>
                  </m:oMathPara>
                </a14:m>
                <a:endParaRPr lang="zh-CN" altLang="en-US" sz="2200" dirty="0"/>
              </a:p>
            </p:txBody>
          </p:sp>
        </mc:Choice>
        <mc:Fallback xmlns="">
          <p:sp>
            <p:nvSpPr>
              <p:cNvPr id="7" name="对象 6">
                <a:extLst>
                  <a:ext uri="{FF2B5EF4-FFF2-40B4-BE49-F238E27FC236}">
                    <a16:creationId xmlns:a16="http://schemas.microsoft.com/office/drawing/2014/main" id="{B4AE3273-51B3-4199-9B31-F8569E81B19F}"/>
                  </a:ext>
                </a:extLst>
              </p:cNvPr>
              <p:cNvSpPr txBox="1">
                <a:spLocks noRot="1" noChangeAspect="1" noMove="1" noResize="1" noEditPoints="1" noAdjustHandles="1" noChangeArrowheads="1" noChangeShapeType="1" noTextEdit="1"/>
              </p:cNvSpPr>
              <p:nvPr/>
            </p:nvSpPr>
            <p:spPr>
              <a:xfrm>
                <a:off x="1183006" y="4342237"/>
                <a:ext cx="7892287" cy="620712"/>
              </a:xfrm>
              <a:prstGeom prst="rect">
                <a:avLst/>
              </a:prstGeom>
              <a:blipFill>
                <a:blip r:embed="rId2"/>
                <a:stretch>
                  <a:fillRect b="-10784"/>
                </a:stretch>
              </a:blipFill>
            </p:spPr>
            <p:txBody>
              <a:bodyPr/>
              <a:lstStyle/>
              <a:p>
                <a:r>
                  <a:rPr lang="zh-CN" altLang="en-US">
                    <a:noFill/>
                  </a:rPr>
                  <a:t> </a:t>
                </a:r>
              </a:p>
            </p:txBody>
          </p:sp>
        </mc:Fallback>
      </mc:AlternateContent>
      <p:sp>
        <p:nvSpPr>
          <p:cNvPr id="8" name="Text Box 4">
            <a:extLst>
              <a:ext uri="{FF2B5EF4-FFF2-40B4-BE49-F238E27FC236}">
                <a16:creationId xmlns:a16="http://schemas.microsoft.com/office/drawing/2014/main" id="{6EF64A76-DC92-48E0-A2C7-421540242125}"/>
              </a:ext>
            </a:extLst>
          </p:cNvPr>
          <p:cNvSpPr txBox="1">
            <a:spLocks noChangeArrowheads="1"/>
          </p:cNvSpPr>
          <p:nvPr/>
        </p:nvSpPr>
        <p:spPr bwMode="invGray">
          <a:xfrm>
            <a:off x="37760" y="4522238"/>
            <a:ext cx="134471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几何关系</a:t>
            </a:r>
            <a:endParaRPr lang="en-US" altLang="zh-CN"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ext Box 4">
            <a:extLst>
              <a:ext uri="{FF2B5EF4-FFF2-40B4-BE49-F238E27FC236}">
                <a16:creationId xmlns:a16="http://schemas.microsoft.com/office/drawing/2014/main" id="{39BBC21F-81AA-4A3E-B215-A729DF94A08A}"/>
              </a:ext>
            </a:extLst>
          </p:cNvPr>
          <p:cNvSpPr txBox="1">
            <a:spLocks noChangeArrowheads="1"/>
          </p:cNvSpPr>
          <p:nvPr/>
        </p:nvSpPr>
        <p:spPr bwMode="invGray">
          <a:xfrm>
            <a:off x="41053" y="5217546"/>
            <a:ext cx="4405342" cy="4301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条纹平移量与点光源平移量的关系</a:t>
            </a:r>
            <a:endParaRPr lang="en-US" altLang="zh-CN"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A6359B03-C799-40A3-A0C2-A42A4F6BAE9B}"/>
                  </a:ext>
                </a:extLst>
              </p:cNvPr>
              <p:cNvSpPr txBox="1"/>
              <p:nvPr/>
            </p:nvSpPr>
            <p:spPr>
              <a:xfrm>
                <a:off x="4103973" y="5061634"/>
                <a:ext cx="1817604" cy="61912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func>
                        <m:funcPr>
                          <m:ctrlPr>
                            <a:rPr lang="zh-CN" altLang="en-US" sz="2200" i="1" smtClean="0">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δ</m:t>
                          </m:r>
                          <m:r>
                            <a:rPr lang="en-US" altLang="zh-CN" sz="2200" b="0" i="1" smtClean="0">
                              <a:solidFill>
                                <a:srgbClr val="000000"/>
                              </a:solidFill>
                              <a:latin typeface="Cambria Math" panose="02040503050406030204" pitchFamily="18" charset="0"/>
                            </a:rPr>
                            <m:t>𝑥</m:t>
                          </m:r>
                        </m:fName>
                        <m:e>
                          <m:r>
                            <a:rPr lang="zh-CN" altLang="en-US" sz="2200" i="1">
                              <a:solidFill>
                                <a:srgbClr val="000000"/>
                              </a:solidFill>
                              <a:latin typeface="Cambria Math" panose="02040503050406030204" pitchFamily="18" charset="0"/>
                            </a:rPr>
                            <m:t>​</m:t>
                          </m:r>
                        </m:e>
                      </m:func>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𝐷</m:t>
                          </m:r>
                        </m:num>
                        <m:den>
                          <m:r>
                            <a:rPr lang="zh-CN" altLang="en-US" sz="2200" i="1">
                              <a:solidFill>
                                <a:srgbClr val="000000"/>
                              </a:solidFill>
                              <a:latin typeface="Cambria Math" panose="02040503050406030204" pitchFamily="18" charset="0"/>
                            </a:rPr>
                            <m:t>𝑅</m:t>
                          </m:r>
                        </m:den>
                      </m:f>
                      <m:func>
                        <m:funcPr>
                          <m:ctrlPr>
                            <a:rPr lang="zh-CN" altLang="en-US" sz="2200" i="1">
                              <a:solidFill>
                                <a:srgbClr val="000000"/>
                              </a:solidFill>
                              <a:latin typeface="Cambria Math" panose="02040503050406030204" pitchFamily="18" charset="0"/>
                            </a:rPr>
                          </m:ctrlPr>
                        </m:funcPr>
                        <m:fName>
                          <m:r>
                            <m:rPr>
                              <m:sty m:val="p"/>
                            </m:rPr>
                            <a:rPr lang="zh-CN" altLang="en-US" sz="2200" i="0">
                              <a:solidFill>
                                <a:srgbClr val="000000"/>
                              </a:solidFill>
                              <a:latin typeface="Cambria Math" panose="02040503050406030204" pitchFamily="18" charset="0"/>
                            </a:rPr>
                            <m:t>δ</m:t>
                          </m:r>
                          <m:r>
                            <m:rPr>
                              <m:sty m:val="p"/>
                            </m:rPr>
                            <a:rPr lang="en-US" altLang="zh-CN" sz="2200" b="0" i="0" smtClean="0">
                              <a:solidFill>
                                <a:srgbClr val="000000"/>
                              </a:solidFill>
                              <a:latin typeface="Cambria Math" panose="02040503050406030204" pitchFamily="18" charset="0"/>
                            </a:rPr>
                            <m:t>s</m:t>
                          </m:r>
                        </m:fName>
                        <m:e>
                          <m:r>
                            <a:rPr lang="zh-CN" altLang="en-US" sz="2200" i="1">
                              <a:solidFill>
                                <a:srgbClr val="000000"/>
                              </a:solidFill>
                              <a:latin typeface="Cambria Math" panose="02040503050406030204" pitchFamily="18" charset="0"/>
                            </a:rPr>
                            <m:t>​</m:t>
                          </m:r>
                        </m:e>
                      </m:func>
                    </m:oMath>
                  </m:oMathPara>
                </a14:m>
                <a:endParaRPr lang="zh-CN" altLang="en-US" sz="2200" dirty="0"/>
              </a:p>
            </p:txBody>
          </p:sp>
        </mc:Choice>
        <mc:Fallback xmlns="">
          <p:sp>
            <p:nvSpPr>
              <p:cNvPr id="10" name="对象 9">
                <a:extLst>
                  <a:ext uri="{FF2B5EF4-FFF2-40B4-BE49-F238E27FC236}">
                    <a16:creationId xmlns:a16="http://schemas.microsoft.com/office/drawing/2014/main" id="{A6359B03-C799-40A3-A0C2-A42A4F6BAE9B}"/>
                  </a:ext>
                </a:extLst>
              </p:cNvPr>
              <p:cNvSpPr txBox="1">
                <a:spLocks noRot="1" noChangeAspect="1" noMove="1" noResize="1" noEditPoints="1" noAdjustHandles="1" noChangeArrowheads="1" noChangeShapeType="1" noTextEdit="1"/>
              </p:cNvSpPr>
              <p:nvPr/>
            </p:nvSpPr>
            <p:spPr>
              <a:xfrm>
                <a:off x="4103973" y="5061634"/>
                <a:ext cx="1817604" cy="619125"/>
              </a:xfrm>
              <a:prstGeom prst="rect">
                <a:avLst/>
              </a:prstGeom>
              <a:blipFill>
                <a:blip r:embed="rId3"/>
                <a:stretch>
                  <a:fillRect b="-8824"/>
                </a:stretch>
              </a:blipFill>
            </p:spPr>
            <p:txBody>
              <a:bodyPr/>
              <a:lstStyle/>
              <a:p>
                <a:r>
                  <a:rPr lang="zh-CN" altLang="en-US">
                    <a:noFill/>
                  </a:rPr>
                  <a:t> </a:t>
                </a:r>
              </a:p>
            </p:txBody>
          </p:sp>
        </mc:Fallback>
      </mc:AlternateContent>
      <p:sp>
        <p:nvSpPr>
          <p:cNvPr id="11" name="Text Box 4">
            <a:extLst>
              <a:ext uri="{FF2B5EF4-FFF2-40B4-BE49-F238E27FC236}">
                <a16:creationId xmlns:a16="http://schemas.microsoft.com/office/drawing/2014/main" id="{46BF1738-CF07-447C-A29D-12BD90142824}"/>
              </a:ext>
            </a:extLst>
          </p:cNvPr>
          <p:cNvSpPr txBox="1">
            <a:spLocks noChangeArrowheads="1"/>
          </p:cNvSpPr>
          <p:nvPr/>
        </p:nvSpPr>
        <p:spPr bwMode="invGray">
          <a:xfrm>
            <a:off x="327025" y="6110905"/>
            <a:ext cx="2309824" cy="429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条纹平移数目</a:t>
            </a:r>
            <a:endParaRPr lang="en-US" altLang="zh-CN"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91644591-D500-4445-9045-D5962D6A4522}"/>
                  </a:ext>
                </a:extLst>
              </p:cNvPr>
              <p:cNvSpPr txBox="1"/>
              <p:nvPr/>
            </p:nvSpPr>
            <p:spPr>
              <a:xfrm>
                <a:off x="2055930" y="5953765"/>
                <a:ext cx="3865647" cy="68262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000000"/>
                          </a:solidFill>
                          <a:latin typeface="Cambria Math" panose="02040503050406030204" pitchFamily="18" charset="0"/>
                        </a:rPr>
                        <m:t>𝑁</m:t>
                      </m:r>
                      <m:r>
                        <a:rPr lang="zh-CN" altLang="en-US" sz="2200" i="1" smtClean="0">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smtClean="0">
                              <a:solidFill>
                                <a:srgbClr val="000000"/>
                              </a:solidFill>
                              <a:latin typeface="Cambria Math" panose="02040503050406030204" pitchFamily="18" charset="0"/>
                            </a:rPr>
                            <m:t>𝛿</m:t>
                          </m:r>
                          <m:r>
                            <a:rPr lang="zh-CN" altLang="en-US" sz="2200" i="1">
                              <a:solidFill>
                                <a:srgbClr val="000000"/>
                              </a:solidFill>
                              <a:latin typeface="Cambria Math" panose="02040503050406030204" pitchFamily="18" charset="0"/>
                            </a:rPr>
                            <m:t>𝑥</m:t>
                          </m:r>
                        </m:num>
                        <m:den>
                          <m:r>
                            <m:rPr>
                              <m:sty m:val="p"/>
                            </m:rPr>
                            <a:rPr lang="zh-CN" altLang="en-US" sz="2200" i="1">
                              <a:solidFill>
                                <a:srgbClr val="000000"/>
                              </a:solidFill>
                              <a:latin typeface="Cambria Math" panose="02040503050406030204" pitchFamily="18" charset="0"/>
                            </a:rPr>
                            <m:t>Δ</m:t>
                          </m:r>
                          <m:r>
                            <a:rPr lang="zh-CN" altLang="en-US" sz="2200" i="1">
                              <a:solidFill>
                                <a:srgbClr val="000000"/>
                              </a:solidFill>
                              <a:latin typeface="Cambria Math" panose="02040503050406030204" pitchFamily="18" charset="0"/>
                            </a:rPr>
                            <m:t>​</m:t>
                          </m:r>
                          <m:r>
                            <a:rPr lang="zh-CN" altLang="en-US" sz="2200" i="1">
                              <a:solidFill>
                                <a:srgbClr val="000000"/>
                              </a:solidFill>
                              <a:latin typeface="Cambria Math" panose="02040503050406030204" pitchFamily="18" charset="0"/>
                            </a:rPr>
                            <m:t>𝑥</m:t>
                          </m:r>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𝑑</m:t>
                          </m:r>
                        </m:num>
                        <m:den>
                          <m:r>
                            <a:rPr lang="zh-CN" altLang="en-US" sz="2200" i="1">
                              <a:solidFill>
                                <a:srgbClr val="000000"/>
                              </a:solidFill>
                              <a:latin typeface="Cambria Math" panose="02040503050406030204" pitchFamily="18" charset="0"/>
                            </a:rPr>
                            <m:t>𝜆</m:t>
                          </m:r>
                          <m:r>
                            <a:rPr lang="zh-CN" altLang="en-US" sz="2200" i="1">
                              <a:solidFill>
                                <a:srgbClr val="000000"/>
                              </a:solidFill>
                              <a:latin typeface="Cambria Math" panose="02040503050406030204" pitchFamily="18" charset="0"/>
                            </a:rPr>
                            <m:t>𝐷</m:t>
                          </m:r>
                        </m:den>
                      </m:f>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𝐷</m:t>
                          </m:r>
                        </m:num>
                        <m:den>
                          <m:r>
                            <a:rPr lang="zh-CN" altLang="en-US" sz="2200" i="1">
                              <a:solidFill>
                                <a:srgbClr val="000000"/>
                              </a:solidFill>
                              <a:latin typeface="Cambria Math" panose="02040503050406030204" pitchFamily="18" charset="0"/>
                            </a:rPr>
                            <m:t>𝑅</m:t>
                          </m:r>
                        </m:den>
                      </m:f>
                      <m:func>
                        <m:funcPr>
                          <m:ctrlPr>
                            <a:rPr lang="zh-CN" altLang="en-US" sz="2200" i="1">
                              <a:solidFill>
                                <a:srgbClr val="000000"/>
                              </a:solidFill>
                              <a:latin typeface="Cambria Math" panose="02040503050406030204" pitchFamily="18" charset="0"/>
                            </a:rPr>
                          </m:ctrlPr>
                        </m:funcPr>
                        <m:fName>
                          <m:r>
                            <a:rPr lang="zh-CN" altLang="en-US" sz="2200" i="1" smtClean="0">
                              <a:solidFill>
                                <a:srgbClr val="000000"/>
                              </a:solidFill>
                              <a:latin typeface="Cambria Math" panose="02040503050406030204" pitchFamily="18" charset="0"/>
                            </a:rPr>
                            <m:t>𝛿</m:t>
                          </m:r>
                          <m:r>
                            <a:rPr lang="en-US" altLang="zh-CN" sz="2200" b="0" i="1" smtClean="0">
                              <a:solidFill>
                                <a:srgbClr val="000000"/>
                              </a:solidFill>
                              <a:latin typeface="Cambria Math" panose="02040503050406030204" pitchFamily="18" charset="0"/>
                            </a:rPr>
                            <m:t>𝑠</m:t>
                          </m:r>
                        </m:fName>
                        <m:e>
                          <m:r>
                            <a:rPr lang="zh-CN" altLang="en-US" sz="2200" i="1">
                              <a:solidFill>
                                <a:srgbClr val="000000"/>
                              </a:solidFill>
                              <a:latin typeface="Cambria Math" panose="02040503050406030204" pitchFamily="18" charset="0"/>
                            </a:rPr>
                            <m:t>​</m:t>
                          </m:r>
                        </m:e>
                      </m:func>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𝑑</m:t>
                          </m:r>
                        </m:num>
                        <m:den>
                          <m:r>
                            <a:rPr lang="zh-CN" altLang="en-US" sz="2200" i="1">
                              <a:solidFill>
                                <a:srgbClr val="000000"/>
                              </a:solidFill>
                              <a:latin typeface="Cambria Math" panose="02040503050406030204" pitchFamily="18" charset="0"/>
                            </a:rPr>
                            <m:t>𝜆</m:t>
                          </m:r>
                          <m:r>
                            <a:rPr lang="zh-CN" altLang="en-US" sz="2200" i="1">
                              <a:solidFill>
                                <a:srgbClr val="000000"/>
                              </a:solidFill>
                              <a:latin typeface="Cambria Math" panose="02040503050406030204" pitchFamily="18" charset="0"/>
                            </a:rPr>
                            <m:t>𝑅</m:t>
                          </m:r>
                        </m:den>
                      </m:f>
                      <m:r>
                        <a:rPr lang="zh-CN" altLang="en-US" sz="2200" i="1" smtClean="0">
                          <a:solidFill>
                            <a:srgbClr val="000000"/>
                          </a:solidFill>
                          <a:latin typeface="Cambria Math" panose="02040503050406030204" pitchFamily="18" charset="0"/>
                        </a:rPr>
                        <m:t>𝛿</m:t>
                      </m:r>
                      <m:r>
                        <a:rPr lang="zh-CN" altLang="en-US" sz="2200" i="1">
                          <a:solidFill>
                            <a:srgbClr val="000000"/>
                          </a:solidFill>
                          <a:latin typeface="Cambria Math" panose="02040503050406030204" pitchFamily="18" charset="0"/>
                        </a:rPr>
                        <m:t>𝑠</m:t>
                      </m:r>
                    </m:oMath>
                  </m:oMathPara>
                </a14:m>
                <a:endParaRPr lang="zh-CN" altLang="en-US" sz="2200" dirty="0"/>
              </a:p>
            </p:txBody>
          </p:sp>
        </mc:Choice>
        <mc:Fallback xmlns="">
          <p:sp>
            <p:nvSpPr>
              <p:cNvPr id="12" name="对象 11">
                <a:extLst>
                  <a:ext uri="{FF2B5EF4-FFF2-40B4-BE49-F238E27FC236}">
                    <a16:creationId xmlns:a16="http://schemas.microsoft.com/office/drawing/2014/main" id="{91644591-D500-4445-9045-D5962D6A4522}"/>
                  </a:ext>
                </a:extLst>
              </p:cNvPr>
              <p:cNvSpPr txBox="1">
                <a:spLocks noRot="1" noChangeAspect="1" noMove="1" noResize="1" noEditPoints="1" noAdjustHandles="1" noChangeArrowheads="1" noChangeShapeType="1" noTextEdit="1"/>
              </p:cNvSpPr>
              <p:nvPr/>
            </p:nvSpPr>
            <p:spPr>
              <a:xfrm>
                <a:off x="2055930" y="5953765"/>
                <a:ext cx="3865647" cy="682625"/>
              </a:xfrm>
              <a:prstGeom prst="rect">
                <a:avLst/>
              </a:prstGeom>
              <a:blipFill>
                <a:blip r:embed="rId4"/>
                <a:stretch>
                  <a:fillRect b="-893"/>
                </a:stretch>
              </a:blipFill>
            </p:spPr>
            <p:txBody>
              <a:bodyPr/>
              <a:lstStyle/>
              <a:p>
                <a:r>
                  <a:rPr lang="zh-CN" altLang="en-US">
                    <a:noFill/>
                  </a:rPr>
                  <a:t> </a:t>
                </a:r>
              </a:p>
            </p:txBody>
          </p:sp>
        </mc:Fallback>
      </mc:AlternateContent>
      <p:pic>
        <p:nvPicPr>
          <p:cNvPr id="61" name="图片 60">
            <a:extLst>
              <a:ext uri="{FF2B5EF4-FFF2-40B4-BE49-F238E27FC236}">
                <a16:creationId xmlns:a16="http://schemas.microsoft.com/office/drawing/2014/main" id="{1A08AD84-885B-4ED0-865D-67B83E30115A}"/>
              </a:ext>
            </a:extLst>
          </p:cNvPr>
          <p:cNvPicPr>
            <a:picLocks noChangeAspect="1"/>
          </p:cNvPicPr>
          <p:nvPr/>
        </p:nvPicPr>
        <p:blipFill>
          <a:blip r:embed="rId5"/>
          <a:stretch>
            <a:fillRect/>
          </a:stretch>
        </p:blipFill>
        <p:spPr>
          <a:xfrm>
            <a:off x="1350357" y="-17309"/>
            <a:ext cx="5908458" cy="2694685"/>
          </a:xfrm>
          <a:prstGeom prst="rect">
            <a:avLst/>
          </a:prstGeom>
        </p:spPr>
      </p:pic>
    </p:spTree>
    <p:extLst>
      <p:ext uri="{BB962C8B-B14F-4D97-AF65-F5344CB8AC3E}">
        <p14:creationId xmlns:p14="http://schemas.microsoft.com/office/powerpoint/2010/main" val="3179437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43580C46-B039-4355-AEFE-62412BE8E7EE}"/>
              </a:ext>
            </a:extLst>
          </p:cNvPr>
          <p:cNvSpPr txBox="1">
            <a:spLocks noChangeArrowheads="1"/>
          </p:cNvSpPr>
          <p:nvPr/>
        </p:nvSpPr>
        <p:spPr bwMode="invGray">
          <a:xfrm>
            <a:off x="166754" y="206170"/>
            <a:ext cx="4218756" cy="47666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eaLnBrk="1" hangingPunct="1">
              <a:lnSpc>
                <a:spcPct val="120000"/>
              </a:lnSpc>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）光源宽度对条纹的影响</a:t>
            </a:r>
            <a:endParaRPr lang="en-US" altLang="zh-CN" sz="22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Text Box 4">
            <a:extLst>
              <a:ext uri="{FF2B5EF4-FFF2-40B4-BE49-F238E27FC236}">
                <a16:creationId xmlns:a16="http://schemas.microsoft.com/office/drawing/2014/main" id="{7D4B88EA-27C6-4016-8D08-A4CD07BAD764}"/>
              </a:ext>
            </a:extLst>
          </p:cNvPr>
          <p:cNvSpPr txBox="1">
            <a:spLocks noChangeArrowheads="1"/>
          </p:cNvSpPr>
          <p:nvPr/>
        </p:nvSpPr>
        <p:spPr bwMode="invGray">
          <a:xfrm>
            <a:off x="264535" y="878030"/>
            <a:ext cx="8472865" cy="13696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a:lnSpc>
                <a:spcPct val="130000"/>
              </a:lnSpc>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光源沿</a:t>
            </a:r>
            <a:r>
              <a:rPr lang="en-US" altLang="zh-CN" sz="22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方向扩展</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：相当于沿</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方向放置的线光源照明的情况，条纹位置及衬比度不变，但亮纹强度增大</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沿</a:t>
            </a:r>
            <a:r>
              <a:rPr lang="en-US"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方向排列的一组点光源所形成的干涉光场的非相干叠加</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。（对比杨氏双孔和双缝干涉） </a:t>
            </a:r>
          </a:p>
        </p:txBody>
      </p:sp>
      <p:sp>
        <p:nvSpPr>
          <p:cNvPr id="4" name="Rectangle 3">
            <a:extLst>
              <a:ext uri="{FF2B5EF4-FFF2-40B4-BE49-F238E27FC236}">
                <a16:creationId xmlns:a16="http://schemas.microsoft.com/office/drawing/2014/main" id="{2DB6B065-8E66-4723-ADC2-7CAE1D2BE6CF}"/>
              </a:ext>
            </a:extLst>
          </p:cNvPr>
          <p:cNvSpPr>
            <a:spLocks noChangeArrowheads="1"/>
          </p:cNvSpPr>
          <p:nvPr/>
        </p:nvSpPr>
        <p:spPr bwMode="auto">
          <a:xfrm>
            <a:off x="459986" y="1089236"/>
            <a:ext cx="8342313"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2193925" indent="-2193925">
              <a:defRPr>
                <a:solidFill>
                  <a:schemeClr val="tx1"/>
                </a:solidFill>
                <a:latin typeface="Arial" pitchFamily="34" charset="0"/>
                <a:ea typeface="宋体" pitchFamily="2" charset="-122"/>
              </a:defRPr>
            </a:lvl1pPr>
            <a:lvl2pPr marL="2384425">
              <a:defRPr>
                <a:solidFill>
                  <a:schemeClr val="tx1"/>
                </a:solidFill>
                <a:latin typeface="Arial" pitchFamily="34" charset="0"/>
                <a:ea typeface="宋体" pitchFamily="2" charset="-122"/>
              </a:defRPr>
            </a:lvl2pPr>
            <a:lvl3pPr marL="2574925">
              <a:defRPr>
                <a:solidFill>
                  <a:schemeClr val="tx1"/>
                </a:solidFill>
                <a:latin typeface="Arial" pitchFamily="34" charset="0"/>
                <a:ea typeface="宋体" pitchFamily="2" charset="-122"/>
              </a:defRPr>
            </a:lvl3pPr>
            <a:lvl4pPr marL="2765425">
              <a:defRPr>
                <a:solidFill>
                  <a:schemeClr val="tx1"/>
                </a:solidFill>
                <a:latin typeface="Arial" pitchFamily="34" charset="0"/>
                <a:ea typeface="宋体" pitchFamily="2" charset="-122"/>
              </a:defRPr>
            </a:lvl4pPr>
            <a:lvl5pPr marL="2955925">
              <a:defRPr>
                <a:solidFill>
                  <a:schemeClr val="tx1"/>
                </a:solidFill>
                <a:latin typeface="Arial" pitchFamily="34" charset="0"/>
                <a:ea typeface="宋体" pitchFamily="2" charset="-122"/>
              </a:defRPr>
            </a:lvl5pPr>
            <a:lvl6pPr marL="3413125" fontAlgn="base">
              <a:spcBef>
                <a:spcPct val="0"/>
              </a:spcBef>
              <a:spcAft>
                <a:spcPct val="0"/>
              </a:spcAft>
              <a:defRPr>
                <a:solidFill>
                  <a:schemeClr val="tx1"/>
                </a:solidFill>
                <a:latin typeface="Arial" pitchFamily="34" charset="0"/>
                <a:ea typeface="宋体" pitchFamily="2" charset="-122"/>
              </a:defRPr>
            </a:lvl6pPr>
            <a:lvl7pPr marL="3870325" fontAlgn="base">
              <a:spcBef>
                <a:spcPct val="0"/>
              </a:spcBef>
              <a:spcAft>
                <a:spcPct val="0"/>
              </a:spcAft>
              <a:defRPr>
                <a:solidFill>
                  <a:schemeClr val="tx1"/>
                </a:solidFill>
                <a:latin typeface="Arial" pitchFamily="34" charset="0"/>
                <a:ea typeface="宋体" pitchFamily="2" charset="-122"/>
              </a:defRPr>
            </a:lvl7pPr>
            <a:lvl8pPr marL="4327525" fontAlgn="base">
              <a:spcBef>
                <a:spcPct val="0"/>
              </a:spcBef>
              <a:spcAft>
                <a:spcPct val="0"/>
              </a:spcAft>
              <a:defRPr>
                <a:solidFill>
                  <a:schemeClr val="tx1"/>
                </a:solidFill>
                <a:latin typeface="Arial" pitchFamily="34" charset="0"/>
                <a:ea typeface="宋体" pitchFamily="2" charset="-122"/>
              </a:defRPr>
            </a:lvl8pPr>
            <a:lvl9pPr marL="4784725" fontAlgn="base">
              <a:spcBef>
                <a:spcPct val="0"/>
              </a:spcBef>
              <a:spcAft>
                <a:spcPct val="0"/>
              </a:spcAft>
              <a:defRPr>
                <a:solidFill>
                  <a:schemeClr val="tx1"/>
                </a:solidFill>
                <a:latin typeface="Arial" pitchFamily="34" charset="0"/>
                <a:ea typeface="宋体" pitchFamily="2" charset="-122"/>
              </a:defRPr>
            </a:lvl9pPr>
          </a:lstStyle>
          <a:p>
            <a:pPr algn="just" defTabSz="914400">
              <a:lnSpc>
                <a:spcPct val="130000"/>
              </a:lnSpc>
            </a:pPr>
            <a:endPar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Text Box 4">
            <a:extLst>
              <a:ext uri="{FF2B5EF4-FFF2-40B4-BE49-F238E27FC236}">
                <a16:creationId xmlns:a16="http://schemas.microsoft.com/office/drawing/2014/main" id="{6F8F83F4-9F7E-49CA-BB94-025F88A41B84}"/>
              </a:ext>
            </a:extLst>
          </p:cNvPr>
          <p:cNvSpPr txBox="1">
            <a:spLocks noChangeArrowheads="1"/>
          </p:cNvSpPr>
          <p:nvPr/>
        </p:nvSpPr>
        <p:spPr bwMode="invGray">
          <a:xfrm>
            <a:off x="264535" y="2418824"/>
            <a:ext cx="8472859" cy="92948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rnd">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just" defTabSz="914400">
              <a:lnSpc>
                <a:spcPct val="130000"/>
              </a:lnSpc>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光源沿</a:t>
            </a:r>
            <a:r>
              <a:rPr lang="en-US" altLang="zh-CN" sz="2200" i="1"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方向扩展</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：光源沿</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方向的扩展宽度为</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，中心位于光轴上</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点，单位宽度的光源</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通过一个孔</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在场点</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的光强度为</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p>
        </p:txBody>
      </p:sp>
      <p:grpSp>
        <p:nvGrpSpPr>
          <p:cNvPr id="6" name="Group 10">
            <a:extLst>
              <a:ext uri="{FF2B5EF4-FFF2-40B4-BE49-F238E27FC236}">
                <a16:creationId xmlns:a16="http://schemas.microsoft.com/office/drawing/2014/main" id="{8A0FCE0A-CFC0-4C66-84FA-8F60E58FAEB2}"/>
              </a:ext>
            </a:extLst>
          </p:cNvPr>
          <p:cNvGrpSpPr>
            <a:grpSpLocks/>
          </p:cNvGrpSpPr>
          <p:nvPr/>
        </p:nvGrpSpPr>
        <p:grpSpPr bwMode="auto">
          <a:xfrm>
            <a:off x="1239449" y="3509692"/>
            <a:ext cx="6783386" cy="3098131"/>
            <a:chOff x="1176" y="2489"/>
            <a:chExt cx="3466" cy="1383"/>
          </a:xfrm>
        </p:grpSpPr>
        <p:sp>
          <p:nvSpPr>
            <p:cNvPr id="7" name="Text Box 11">
              <a:extLst>
                <a:ext uri="{FF2B5EF4-FFF2-40B4-BE49-F238E27FC236}">
                  <a16:creationId xmlns:a16="http://schemas.microsoft.com/office/drawing/2014/main" id="{CE9EF6E6-41B1-49AF-9C6B-B7FF22F80E48}"/>
                </a:ext>
              </a:extLst>
            </p:cNvPr>
            <p:cNvSpPr txBox="1">
              <a:spLocks noChangeAspect="1" noChangeArrowheads="1"/>
            </p:cNvSpPr>
            <p:nvPr/>
          </p:nvSpPr>
          <p:spPr bwMode="auto">
            <a:xfrm>
              <a:off x="4416" y="2489"/>
              <a:ext cx="9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x</a:t>
              </a:r>
            </a:p>
          </p:txBody>
        </p:sp>
        <p:sp>
          <p:nvSpPr>
            <p:cNvPr id="8" name="Line 12">
              <a:extLst>
                <a:ext uri="{FF2B5EF4-FFF2-40B4-BE49-F238E27FC236}">
                  <a16:creationId xmlns:a16="http://schemas.microsoft.com/office/drawing/2014/main" id="{D65C5B81-72A4-42A4-8A6D-4B4FA04758DB}"/>
                </a:ext>
              </a:extLst>
            </p:cNvPr>
            <p:cNvSpPr>
              <a:spLocks noChangeAspect="1" noChangeShapeType="1"/>
            </p:cNvSpPr>
            <p:nvPr/>
          </p:nvSpPr>
          <p:spPr bwMode="auto">
            <a:xfrm>
              <a:off x="4378" y="2586"/>
              <a:ext cx="0" cy="1286"/>
            </a:xfrm>
            <a:prstGeom prst="line">
              <a:avLst/>
            </a:prstGeom>
            <a:noFill/>
            <a:ln w="19050">
              <a:solidFill>
                <a:srgbClr val="000000"/>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9" name="Line 13">
              <a:extLst>
                <a:ext uri="{FF2B5EF4-FFF2-40B4-BE49-F238E27FC236}">
                  <a16:creationId xmlns:a16="http://schemas.microsoft.com/office/drawing/2014/main" id="{AA1A68B7-6D5E-40EE-9BD7-0A680E93A005}"/>
                </a:ext>
              </a:extLst>
            </p:cNvPr>
            <p:cNvSpPr>
              <a:spLocks noChangeAspect="1" noChangeShapeType="1"/>
            </p:cNvSpPr>
            <p:nvPr/>
          </p:nvSpPr>
          <p:spPr bwMode="auto">
            <a:xfrm flipV="1">
              <a:off x="2294" y="2685"/>
              <a:ext cx="2082" cy="311"/>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0" name="Line 14">
              <a:extLst>
                <a:ext uri="{FF2B5EF4-FFF2-40B4-BE49-F238E27FC236}">
                  <a16:creationId xmlns:a16="http://schemas.microsoft.com/office/drawing/2014/main" id="{D3FB81D3-99F3-4D0E-9146-5F19763C1799}"/>
                </a:ext>
              </a:extLst>
            </p:cNvPr>
            <p:cNvSpPr>
              <a:spLocks noChangeAspect="1" noChangeShapeType="1"/>
            </p:cNvSpPr>
            <p:nvPr/>
          </p:nvSpPr>
          <p:spPr bwMode="auto">
            <a:xfrm flipV="1">
              <a:off x="2307" y="2684"/>
              <a:ext cx="2064" cy="758"/>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1" name="Line 15">
              <a:extLst>
                <a:ext uri="{FF2B5EF4-FFF2-40B4-BE49-F238E27FC236}">
                  <a16:creationId xmlns:a16="http://schemas.microsoft.com/office/drawing/2014/main" id="{DB8F52D7-6FEF-4BF0-9B68-75D6AFC8D7B4}"/>
                </a:ext>
              </a:extLst>
            </p:cNvPr>
            <p:cNvSpPr>
              <a:spLocks noChangeAspect="1" noChangeShapeType="1"/>
            </p:cNvSpPr>
            <p:nvPr/>
          </p:nvSpPr>
          <p:spPr bwMode="auto">
            <a:xfrm>
              <a:off x="1281" y="3209"/>
              <a:ext cx="3361" cy="0"/>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2" name="Line 16">
              <a:extLst>
                <a:ext uri="{FF2B5EF4-FFF2-40B4-BE49-F238E27FC236}">
                  <a16:creationId xmlns:a16="http://schemas.microsoft.com/office/drawing/2014/main" id="{B4BA26BF-8BAE-4C17-B8EE-7146078E62DA}"/>
                </a:ext>
              </a:extLst>
            </p:cNvPr>
            <p:cNvSpPr>
              <a:spLocks noChangeAspect="1" noChangeShapeType="1"/>
            </p:cNvSpPr>
            <p:nvPr/>
          </p:nvSpPr>
          <p:spPr bwMode="auto">
            <a:xfrm>
              <a:off x="1505" y="3225"/>
              <a:ext cx="0" cy="4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3" name="Line 17">
              <a:extLst>
                <a:ext uri="{FF2B5EF4-FFF2-40B4-BE49-F238E27FC236}">
                  <a16:creationId xmlns:a16="http://schemas.microsoft.com/office/drawing/2014/main" id="{DA935B87-E65D-48F8-822D-6C8C1BF67A42}"/>
                </a:ext>
              </a:extLst>
            </p:cNvPr>
            <p:cNvSpPr>
              <a:spLocks noChangeAspect="1" noChangeShapeType="1"/>
            </p:cNvSpPr>
            <p:nvPr/>
          </p:nvSpPr>
          <p:spPr bwMode="auto">
            <a:xfrm>
              <a:off x="2286" y="2835"/>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4" name="Line 18">
              <a:extLst>
                <a:ext uri="{FF2B5EF4-FFF2-40B4-BE49-F238E27FC236}">
                  <a16:creationId xmlns:a16="http://schemas.microsoft.com/office/drawing/2014/main" id="{640B8A33-C080-4BF0-90D3-ED096295957D}"/>
                </a:ext>
              </a:extLst>
            </p:cNvPr>
            <p:cNvSpPr>
              <a:spLocks noChangeAspect="1" noChangeShapeType="1"/>
            </p:cNvSpPr>
            <p:nvPr/>
          </p:nvSpPr>
          <p:spPr bwMode="auto">
            <a:xfrm>
              <a:off x="2286" y="3014"/>
              <a:ext cx="0" cy="41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5" name="Line 19">
              <a:extLst>
                <a:ext uri="{FF2B5EF4-FFF2-40B4-BE49-F238E27FC236}">
                  <a16:creationId xmlns:a16="http://schemas.microsoft.com/office/drawing/2014/main" id="{F2BA5B28-D173-4EC7-A7C4-16788169A00F}"/>
                </a:ext>
              </a:extLst>
            </p:cNvPr>
            <p:cNvSpPr>
              <a:spLocks noChangeAspect="1" noChangeShapeType="1"/>
            </p:cNvSpPr>
            <p:nvPr/>
          </p:nvSpPr>
          <p:spPr bwMode="auto">
            <a:xfrm>
              <a:off x="2285" y="3464"/>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6" name="Line 20">
              <a:extLst>
                <a:ext uri="{FF2B5EF4-FFF2-40B4-BE49-F238E27FC236}">
                  <a16:creationId xmlns:a16="http://schemas.microsoft.com/office/drawing/2014/main" id="{9E688D01-14B8-407D-B8CD-35C5DA70FE68}"/>
                </a:ext>
              </a:extLst>
            </p:cNvPr>
            <p:cNvSpPr>
              <a:spLocks noChangeAspect="1" noChangeShapeType="1"/>
            </p:cNvSpPr>
            <p:nvPr/>
          </p:nvSpPr>
          <p:spPr bwMode="auto">
            <a:xfrm flipV="1">
              <a:off x="1176" y="3429"/>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7" name="Line 21">
              <a:extLst>
                <a:ext uri="{FF2B5EF4-FFF2-40B4-BE49-F238E27FC236}">
                  <a16:creationId xmlns:a16="http://schemas.microsoft.com/office/drawing/2014/main" id="{7BE3089B-AF2E-480D-A69F-BE203CCA37DA}"/>
                </a:ext>
              </a:extLst>
            </p:cNvPr>
            <p:cNvSpPr>
              <a:spLocks noChangeAspect="1" noChangeShapeType="1"/>
            </p:cNvSpPr>
            <p:nvPr/>
          </p:nvSpPr>
          <p:spPr bwMode="auto">
            <a:xfrm>
              <a:off x="2286" y="3589"/>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8" name="Line 22">
              <a:extLst>
                <a:ext uri="{FF2B5EF4-FFF2-40B4-BE49-F238E27FC236}">
                  <a16:creationId xmlns:a16="http://schemas.microsoft.com/office/drawing/2014/main" id="{66E8A6B3-BE03-4123-B82A-21A3C01A5DD3}"/>
                </a:ext>
              </a:extLst>
            </p:cNvPr>
            <p:cNvSpPr>
              <a:spLocks noChangeAspect="1" noChangeShapeType="1"/>
            </p:cNvSpPr>
            <p:nvPr/>
          </p:nvSpPr>
          <p:spPr bwMode="auto">
            <a:xfrm>
              <a:off x="1505" y="3662"/>
              <a:ext cx="781"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19" name="Line 23">
              <a:extLst>
                <a:ext uri="{FF2B5EF4-FFF2-40B4-BE49-F238E27FC236}">
                  <a16:creationId xmlns:a16="http://schemas.microsoft.com/office/drawing/2014/main" id="{CA946FE2-0D82-4267-B2DD-153C33F6757C}"/>
                </a:ext>
              </a:extLst>
            </p:cNvPr>
            <p:cNvSpPr>
              <a:spLocks noChangeAspect="1" noChangeShapeType="1"/>
            </p:cNvSpPr>
            <p:nvPr/>
          </p:nvSpPr>
          <p:spPr bwMode="auto">
            <a:xfrm>
              <a:off x="2286" y="3662"/>
              <a:ext cx="2090"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20" name="Text Box 24">
              <a:extLst>
                <a:ext uri="{FF2B5EF4-FFF2-40B4-BE49-F238E27FC236}">
                  <a16:creationId xmlns:a16="http://schemas.microsoft.com/office/drawing/2014/main" id="{5AA778E7-E82C-4CFD-BCF0-9D5F3945D341}"/>
                </a:ext>
              </a:extLst>
            </p:cNvPr>
            <p:cNvSpPr txBox="1">
              <a:spLocks noChangeAspect="1" noChangeArrowheads="1"/>
            </p:cNvSpPr>
            <p:nvPr/>
          </p:nvSpPr>
          <p:spPr bwMode="auto">
            <a:xfrm>
              <a:off x="1363" y="3223"/>
              <a:ext cx="16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s</a:t>
              </a:r>
              <a:endParaRPr lang="en-US" altLang="zh-CN" sz="1400" b="1" baseline="-25000">
                <a:solidFill>
                  <a:srgbClr val="000099"/>
                </a:solidFill>
                <a:latin typeface="Times New Roman" pitchFamily="18" charset="0"/>
                <a:ea typeface="宋体" panose="02010600030101010101" pitchFamily="2" charset="-122"/>
              </a:endParaRPr>
            </a:p>
          </p:txBody>
        </p:sp>
        <p:sp>
          <p:nvSpPr>
            <p:cNvPr id="21" name="Text Box 25">
              <a:extLst>
                <a:ext uri="{FF2B5EF4-FFF2-40B4-BE49-F238E27FC236}">
                  <a16:creationId xmlns:a16="http://schemas.microsoft.com/office/drawing/2014/main" id="{B7B923F9-36A0-43E7-AD6F-13CF391F8B61}"/>
                </a:ext>
              </a:extLst>
            </p:cNvPr>
            <p:cNvSpPr txBox="1">
              <a:spLocks noChangeAspect="1" noChangeArrowheads="1"/>
            </p:cNvSpPr>
            <p:nvPr/>
          </p:nvSpPr>
          <p:spPr bwMode="auto">
            <a:xfrm>
              <a:off x="2121" y="3447"/>
              <a:ext cx="167"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S</a:t>
              </a:r>
              <a:r>
                <a:rPr lang="en-US" altLang="zh-CN" sz="1400" b="1" baseline="-25000">
                  <a:solidFill>
                    <a:srgbClr val="000099"/>
                  </a:solidFill>
                  <a:latin typeface="Times New Roman" pitchFamily="18" charset="0"/>
                  <a:ea typeface="宋体" panose="02010600030101010101" pitchFamily="2" charset="-122"/>
                </a:rPr>
                <a:t>2</a:t>
              </a:r>
            </a:p>
          </p:txBody>
        </p:sp>
        <p:sp>
          <p:nvSpPr>
            <p:cNvPr id="22" name="Text Box 26">
              <a:extLst>
                <a:ext uri="{FF2B5EF4-FFF2-40B4-BE49-F238E27FC236}">
                  <a16:creationId xmlns:a16="http://schemas.microsoft.com/office/drawing/2014/main" id="{89FD7E24-C61F-4590-8E72-7A58E2593C3C}"/>
                </a:ext>
              </a:extLst>
            </p:cNvPr>
            <p:cNvSpPr txBox="1">
              <a:spLocks noChangeAspect="1" noChangeArrowheads="1"/>
            </p:cNvSpPr>
            <p:nvPr/>
          </p:nvSpPr>
          <p:spPr bwMode="auto">
            <a:xfrm>
              <a:off x="3091" y="2772"/>
              <a:ext cx="164"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r</a:t>
              </a:r>
              <a:r>
                <a:rPr lang="en-US" altLang="zh-CN" sz="1400" b="1" baseline="-25000">
                  <a:solidFill>
                    <a:srgbClr val="000099"/>
                  </a:solidFill>
                  <a:latin typeface="Times New Roman" pitchFamily="18" charset="0"/>
                  <a:ea typeface="宋体" panose="02010600030101010101" pitchFamily="2" charset="-122"/>
                </a:rPr>
                <a:t>1</a:t>
              </a:r>
            </a:p>
          </p:txBody>
        </p:sp>
        <p:sp>
          <p:nvSpPr>
            <p:cNvPr id="23" name="Text Box 27">
              <a:extLst>
                <a:ext uri="{FF2B5EF4-FFF2-40B4-BE49-F238E27FC236}">
                  <a16:creationId xmlns:a16="http://schemas.microsoft.com/office/drawing/2014/main" id="{30C3B059-A169-4D3D-8EB2-209837326CB2}"/>
                </a:ext>
              </a:extLst>
            </p:cNvPr>
            <p:cNvSpPr txBox="1">
              <a:spLocks noChangeAspect="1" noChangeArrowheads="1"/>
            </p:cNvSpPr>
            <p:nvPr/>
          </p:nvSpPr>
          <p:spPr bwMode="auto">
            <a:xfrm>
              <a:off x="2102" y="2831"/>
              <a:ext cx="17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S</a:t>
              </a:r>
              <a:r>
                <a:rPr lang="en-US" altLang="zh-CN" sz="1400" b="1" baseline="-25000">
                  <a:solidFill>
                    <a:srgbClr val="000099"/>
                  </a:solidFill>
                  <a:latin typeface="Times New Roman" pitchFamily="18" charset="0"/>
                  <a:ea typeface="宋体" panose="02010600030101010101" pitchFamily="2" charset="-122"/>
                </a:rPr>
                <a:t>1</a:t>
              </a:r>
            </a:p>
          </p:txBody>
        </p:sp>
        <p:sp>
          <p:nvSpPr>
            <p:cNvPr id="24" name="Text Box 28">
              <a:extLst>
                <a:ext uri="{FF2B5EF4-FFF2-40B4-BE49-F238E27FC236}">
                  <a16:creationId xmlns:a16="http://schemas.microsoft.com/office/drawing/2014/main" id="{769E924F-DED5-4721-9771-5D48F2030F2B}"/>
                </a:ext>
              </a:extLst>
            </p:cNvPr>
            <p:cNvSpPr txBox="1">
              <a:spLocks noChangeAspect="1" noChangeArrowheads="1"/>
            </p:cNvSpPr>
            <p:nvPr/>
          </p:nvSpPr>
          <p:spPr bwMode="auto">
            <a:xfrm>
              <a:off x="1539" y="2962"/>
              <a:ext cx="12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S</a:t>
              </a:r>
            </a:p>
          </p:txBody>
        </p:sp>
        <p:sp>
          <p:nvSpPr>
            <p:cNvPr id="25" name="Text Box 29">
              <a:extLst>
                <a:ext uri="{FF2B5EF4-FFF2-40B4-BE49-F238E27FC236}">
                  <a16:creationId xmlns:a16="http://schemas.microsoft.com/office/drawing/2014/main" id="{606F18E8-8E28-4FBA-A86D-35AE2605DBFB}"/>
                </a:ext>
              </a:extLst>
            </p:cNvPr>
            <p:cNvSpPr txBox="1">
              <a:spLocks noChangeAspect="1" noChangeArrowheads="1"/>
            </p:cNvSpPr>
            <p:nvPr/>
          </p:nvSpPr>
          <p:spPr bwMode="auto">
            <a:xfrm>
              <a:off x="1781" y="3583"/>
              <a:ext cx="162"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R</a:t>
              </a:r>
            </a:p>
          </p:txBody>
        </p:sp>
        <p:sp>
          <p:nvSpPr>
            <p:cNvPr id="26" name="Text Box 30">
              <a:extLst>
                <a:ext uri="{FF2B5EF4-FFF2-40B4-BE49-F238E27FC236}">
                  <a16:creationId xmlns:a16="http://schemas.microsoft.com/office/drawing/2014/main" id="{221D204A-4FDC-46FA-A5C5-61DF768DC1F7}"/>
                </a:ext>
              </a:extLst>
            </p:cNvPr>
            <p:cNvSpPr txBox="1">
              <a:spLocks noChangeAspect="1" noChangeArrowheads="1"/>
            </p:cNvSpPr>
            <p:nvPr/>
          </p:nvSpPr>
          <p:spPr bwMode="auto">
            <a:xfrm>
              <a:off x="4223" y="2738"/>
              <a:ext cx="10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P</a:t>
              </a:r>
            </a:p>
          </p:txBody>
        </p:sp>
        <p:sp>
          <p:nvSpPr>
            <p:cNvPr id="27" name="Text Box 31">
              <a:extLst>
                <a:ext uri="{FF2B5EF4-FFF2-40B4-BE49-F238E27FC236}">
                  <a16:creationId xmlns:a16="http://schemas.microsoft.com/office/drawing/2014/main" id="{9FDAC388-79F9-4DD6-A502-E3429BEBCCF3}"/>
                </a:ext>
              </a:extLst>
            </p:cNvPr>
            <p:cNvSpPr txBox="1">
              <a:spLocks noChangeAspect="1" noChangeArrowheads="1"/>
            </p:cNvSpPr>
            <p:nvPr/>
          </p:nvSpPr>
          <p:spPr bwMode="auto">
            <a:xfrm>
              <a:off x="4224" y="3232"/>
              <a:ext cx="11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O</a:t>
              </a:r>
            </a:p>
          </p:txBody>
        </p:sp>
        <p:sp>
          <p:nvSpPr>
            <p:cNvPr id="28" name="Text Box 32">
              <a:extLst>
                <a:ext uri="{FF2B5EF4-FFF2-40B4-BE49-F238E27FC236}">
                  <a16:creationId xmlns:a16="http://schemas.microsoft.com/office/drawing/2014/main" id="{9191A9A7-76DF-4D8F-87FD-04ECA92A2D86}"/>
                </a:ext>
              </a:extLst>
            </p:cNvPr>
            <p:cNvSpPr txBox="1">
              <a:spLocks noChangeAspect="1" noChangeArrowheads="1"/>
            </p:cNvSpPr>
            <p:nvPr/>
          </p:nvSpPr>
          <p:spPr bwMode="auto">
            <a:xfrm>
              <a:off x="3369" y="2898"/>
              <a:ext cx="144"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r</a:t>
              </a:r>
              <a:r>
                <a:rPr lang="en-US" altLang="zh-CN" sz="1400" b="1" baseline="-25000">
                  <a:solidFill>
                    <a:srgbClr val="000099"/>
                  </a:solidFill>
                  <a:latin typeface="Times New Roman" pitchFamily="18" charset="0"/>
                  <a:ea typeface="宋体" panose="02010600030101010101" pitchFamily="2" charset="-122"/>
                </a:rPr>
                <a:t>2</a:t>
              </a:r>
            </a:p>
          </p:txBody>
        </p:sp>
        <p:sp>
          <p:nvSpPr>
            <p:cNvPr id="29" name="Line 33">
              <a:extLst>
                <a:ext uri="{FF2B5EF4-FFF2-40B4-BE49-F238E27FC236}">
                  <a16:creationId xmlns:a16="http://schemas.microsoft.com/office/drawing/2014/main" id="{16AD3761-BA7B-4655-83AF-244406C46B05}"/>
                </a:ext>
              </a:extLst>
            </p:cNvPr>
            <p:cNvSpPr>
              <a:spLocks noChangeAspect="1" noChangeShapeType="1"/>
            </p:cNvSpPr>
            <p:nvPr/>
          </p:nvSpPr>
          <p:spPr bwMode="auto">
            <a:xfrm flipV="1">
              <a:off x="2286" y="2679"/>
              <a:ext cx="0" cy="155"/>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30" name="Text Box 34">
              <a:extLst>
                <a:ext uri="{FF2B5EF4-FFF2-40B4-BE49-F238E27FC236}">
                  <a16:creationId xmlns:a16="http://schemas.microsoft.com/office/drawing/2014/main" id="{E95E5F35-D6C5-4EEC-A821-6DD552DC94D3}"/>
                </a:ext>
              </a:extLst>
            </p:cNvPr>
            <p:cNvSpPr txBox="1">
              <a:spLocks noChangeAspect="1" noChangeArrowheads="1"/>
            </p:cNvSpPr>
            <p:nvPr/>
          </p:nvSpPr>
          <p:spPr bwMode="auto">
            <a:xfrm>
              <a:off x="2123" y="2628"/>
              <a:ext cx="131"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x</a:t>
              </a:r>
              <a:r>
                <a:rPr lang="en-US" altLang="zh-CN" sz="1400" b="1" baseline="-25000">
                  <a:solidFill>
                    <a:srgbClr val="000099"/>
                  </a:solidFill>
                  <a:latin typeface="Times New Roman" pitchFamily="18" charset="0"/>
                  <a:ea typeface="宋体" panose="02010600030101010101" pitchFamily="2" charset="-122"/>
                </a:rPr>
                <a:t>1</a:t>
              </a:r>
            </a:p>
          </p:txBody>
        </p:sp>
        <p:sp>
          <p:nvSpPr>
            <p:cNvPr id="31" name="Text Box 35">
              <a:extLst>
                <a:ext uri="{FF2B5EF4-FFF2-40B4-BE49-F238E27FC236}">
                  <a16:creationId xmlns:a16="http://schemas.microsoft.com/office/drawing/2014/main" id="{159B543E-1347-414F-B2B9-A9F069C02BD6}"/>
                </a:ext>
              </a:extLst>
            </p:cNvPr>
            <p:cNvSpPr txBox="1">
              <a:spLocks noChangeAspect="1" noChangeArrowheads="1"/>
            </p:cNvSpPr>
            <p:nvPr/>
          </p:nvSpPr>
          <p:spPr bwMode="auto">
            <a:xfrm>
              <a:off x="4501" y="3245"/>
              <a:ext cx="10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z</a:t>
              </a:r>
            </a:p>
          </p:txBody>
        </p:sp>
        <p:sp>
          <p:nvSpPr>
            <p:cNvPr id="32" name="Line 36">
              <a:extLst>
                <a:ext uri="{FF2B5EF4-FFF2-40B4-BE49-F238E27FC236}">
                  <a16:creationId xmlns:a16="http://schemas.microsoft.com/office/drawing/2014/main" id="{7853FD84-915D-4B0D-A822-5CB52D5F5BD3}"/>
                </a:ext>
              </a:extLst>
            </p:cNvPr>
            <p:cNvSpPr>
              <a:spLocks noChangeAspect="1" noChangeShapeType="1"/>
            </p:cNvSpPr>
            <p:nvPr/>
          </p:nvSpPr>
          <p:spPr bwMode="auto">
            <a:xfrm flipV="1">
              <a:off x="1505" y="3002"/>
              <a:ext cx="781" cy="38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33" name="Line 37">
              <a:extLst>
                <a:ext uri="{FF2B5EF4-FFF2-40B4-BE49-F238E27FC236}">
                  <a16:creationId xmlns:a16="http://schemas.microsoft.com/office/drawing/2014/main" id="{7D679C86-6121-47DB-A934-AE7D8D44B63B}"/>
                </a:ext>
              </a:extLst>
            </p:cNvPr>
            <p:cNvSpPr>
              <a:spLocks noChangeAspect="1" noChangeShapeType="1"/>
            </p:cNvSpPr>
            <p:nvPr/>
          </p:nvSpPr>
          <p:spPr bwMode="auto">
            <a:xfrm>
              <a:off x="1512" y="3385"/>
              <a:ext cx="768" cy="6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34" name="Text Box 38">
              <a:extLst>
                <a:ext uri="{FF2B5EF4-FFF2-40B4-BE49-F238E27FC236}">
                  <a16:creationId xmlns:a16="http://schemas.microsoft.com/office/drawing/2014/main" id="{8896C4CC-F526-45C7-8A40-EC60E96C288F}"/>
                </a:ext>
              </a:extLst>
            </p:cNvPr>
            <p:cNvSpPr txBox="1">
              <a:spLocks noChangeAspect="1" noChangeArrowheads="1"/>
            </p:cNvSpPr>
            <p:nvPr/>
          </p:nvSpPr>
          <p:spPr bwMode="auto">
            <a:xfrm>
              <a:off x="1969" y="3025"/>
              <a:ext cx="163"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R</a:t>
              </a:r>
              <a:r>
                <a:rPr lang="en-US" altLang="zh-CN" sz="1400" b="1" baseline="-25000">
                  <a:solidFill>
                    <a:srgbClr val="000099"/>
                  </a:solidFill>
                  <a:latin typeface="Times New Roman" pitchFamily="18" charset="0"/>
                  <a:ea typeface="宋体" panose="02010600030101010101" pitchFamily="2" charset="-122"/>
                </a:rPr>
                <a:t>1</a:t>
              </a:r>
            </a:p>
          </p:txBody>
        </p:sp>
        <p:sp>
          <p:nvSpPr>
            <p:cNvPr id="35" name="Text Box 39">
              <a:extLst>
                <a:ext uri="{FF2B5EF4-FFF2-40B4-BE49-F238E27FC236}">
                  <a16:creationId xmlns:a16="http://schemas.microsoft.com/office/drawing/2014/main" id="{810F5BEE-1CE2-48C0-8420-3BB3B4702F5A}"/>
                </a:ext>
              </a:extLst>
            </p:cNvPr>
            <p:cNvSpPr txBox="1">
              <a:spLocks noChangeAspect="1" noChangeArrowheads="1"/>
            </p:cNvSpPr>
            <p:nvPr/>
          </p:nvSpPr>
          <p:spPr bwMode="auto">
            <a:xfrm>
              <a:off x="1847" y="3356"/>
              <a:ext cx="206"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R</a:t>
              </a:r>
              <a:r>
                <a:rPr lang="en-US" altLang="zh-CN" sz="1400" b="1" baseline="-25000">
                  <a:solidFill>
                    <a:srgbClr val="000099"/>
                  </a:solidFill>
                  <a:latin typeface="Times New Roman" pitchFamily="18" charset="0"/>
                  <a:ea typeface="宋体" panose="02010600030101010101" pitchFamily="2" charset="-122"/>
                </a:rPr>
                <a:t>2</a:t>
              </a:r>
            </a:p>
          </p:txBody>
        </p:sp>
        <p:sp>
          <p:nvSpPr>
            <p:cNvPr id="36" name="Line 40">
              <a:extLst>
                <a:ext uri="{FF2B5EF4-FFF2-40B4-BE49-F238E27FC236}">
                  <a16:creationId xmlns:a16="http://schemas.microsoft.com/office/drawing/2014/main" id="{466E2940-0B05-4064-A483-12F99E9A766F}"/>
                </a:ext>
              </a:extLst>
            </p:cNvPr>
            <p:cNvSpPr>
              <a:spLocks noChangeAspect="1" noChangeShapeType="1"/>
            </p:cNvSpPr>
            <p:nvPr/>
          </p:nvSpPr>
          <p:spPr bwMode="auto">
            <a:xfrm flipV="1">
              <a:off x="4382" y="2687"/>
              <a:ext cx="2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37" name="Line 41">
              <a:extLst>
                <a:ext uri="{FF2B5EF4-FFF2-40B4-BE49-F238E27FC236}">
                  <a16:creationId xmlns:a16="http://schemas.microsoft.com/office/drawing/2014/main" id="{76C5E6B1-EE12-4281-BF20-7ADBE87A77AF}"/>
                </a:ext>
              </a:extLst>
            </p:cNvPr>
            <p:cNvSpPr>
              <a:spLocks noChangeAspect="1" noChangeShapeType="1"/>
            </p:cNvSpPr>
            <p:nvPr/>
          </p:nvSpPr>
          <p:spPr bwMode="auto">
            <a:xfrm>
              <a:off x="4506" y="2693"/>
              <a:ext cx="0" cy="513"/>
            </a:xfrm>
            <a:prstGeom prst="line">
              <a:avLst/>
            </a:prstGeom>
            <a:noFill/>
            <a:ln w="9525">
              <a:solidFill>
                <a:srgbClr val="000000"/>
              </a:solidFill>
              <a:round/>
              <a:headEnd type="arrow" w="sm" len="sm"/>
              <a:tailEnd type="none"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38" name="Text Box 42">
              <a:extLst>
                <a:ext uri="{FF2B5EF4-FFF2-40B4-BE49-F238E27FC236}">
                  <a16:creationId xmlns:a16="http://schemas.microsoft.com/office/drawing/2014/main" id="{D451EDD0-354E-47D7-BA89-1DA865AA73F4}"/>
                </a:ext>
              </a:extLst>
            </p:cNvPr>
            <p:cNvSpPr txBox="1">
              <a:spLocks noChangeAspect="1" noChangeArrowheads="1"/>
            </p:cNvSpPr>
            <p:nvPr/>
          </p:nvSpPr>
          <p:spPr bwMode="auto">
            <a:xfrm>
              <a:off x="4447" y="2858"/>
              <a:ext cx="121"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x</a:t>
              </a:r>
            </a:p>
          </p:txBody>
        </p:sp>
        <p:sp>
          <p:nvSpPr>
            <p:cNvPr id="39" name="Line 43">
              <a:extLst>
                <a:ext uri="{FF2B5EF4-FFF2-40B4-BE49-F238E27FC236}">
                  <a16:creationId xmlns:a16="http://schemas.microsoft.com/office/drawing/2014/main" id="{4A478710-CDA5-4850-9B1B-9DEAA308A2DD}"/>
                </a:ext>
              </a:extLst>
            </p:cNvPr>
            <p:cNvSpPr>
              <a:spLocks noChangeAspect="1" noChangeShapeType="1"/>
            </p:cNvSpPr>
            <p:nvPr/>
          </p:nvSpPr>
          <p:spPr bwMode="auto">
            <a:xfrm>
              <a:off x="1252" y="2945"/>
              <a:ext cx="0" cy="482"/>
            </a:xfrm>
            <a:prstGeom prst="line">
              <a:avLst/>
            </a:prstGeom>
            <a:noFill/>
            <a:ln w="9525">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40" name="Line 44">
              <a:extLst>
                <a:ext uri="{FF2B5EF4-FFF2-40B4-BE49-F238E27FC236}">
                  <a16:creationId xmlns:a16="http://schemas.microsoft.com/office/drawing/2014/main" id="{3675CEC2-9F29-41CA-9154-8BBFA7359E5D}"/>
                </a:ext>
              </a:extLst>
            </p:cNvPr>
            <p:cNvSpPr>
              <a:spLocks noChangeAspect="1" noChangeShapeType="1"/>
            </p:cNvSpPr>
            <p:nvPr/>
          </p:nvSpPr>
          <p:spPr bwMode="auto">
            <a:xfrm flipV="1">
              <a:off x="1507" y="2948"/>
              <a:ext cx="0" cy="4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41" name="Line 45">
              <a:extLst>
                <a:ext uri="{FF2B5EF4-FFF2-40B4-BE49-F238E27FC236}">
                  <a16:creationId xmlns:a16="http://schemas.microsoft.com/office/drawing/2014/main" id="{CD9F8190-D34E-4204-925D-B654EFBCEDAA}"/>
                </a:ext>
              </a:extLst>
            </p:cNvPr>
            <p:cNvSpPr>
              <a:spLocks noChangeAspect="1" noChangeShapeType="1"/>
            </p:cNvSpPr>
            <p:nvPr/>
          </p:nvSpPr>
          <p:spPr bwMode="auto">
            <a:xfrm flipV="1">
              <a:off x="1187" y="2945"/>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defTabSz="914400"/>
              <a:endParaRPr lang="zh-CN" altLang="en-US">
                <a:solidFill>
                  <a:prstClr val="black"/>
                </a:solidFill>
                <a:ea typeface="宋体" panose="02010600030101010101" pitchFamily="2" charset="-122"/>
              </a:endParaRPr>
            </a:p>
          </p:txBody>
        </p:sp>
        <p:sp>
          <p:nvSpPr>
            <p:cNvPr id="42" name="Text Box 46">
              <a:extLst>
                <a:ext uri="{FF2B5EF4-FFF2-40B4-BE49-F238E27FC236}">
                  <a16:creationId xmlns:a16="http://schemas.microsoft.com/office/drawing/2014/main" id="{BC1ED861-9EF9-4CD2-BE03-73F8DDFC1D7D}"/>
                </a:ext>
              </a:extLst>
            </p:cNvPr>
            <p:cNvSpPr txBox="1">
              <a:spLocks noChangeAspect="1" noChangeArrowheads="1"/>
            </p:cNvSpPr>
            <p:nvPr/>
          </p:nvSpPr>
          <p:spPr bwMode="auto">
            <a:xfrm>
              <a:off x="1196" y="3112"/>
              <a:ext cx="119"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b</a:t>
              </a:r>
            </a:p>
          </p:txBody>
        </p:sp>
        <p:sp>
          <p:nvSpPr>
            <p:cNvPr id="43" name="Text Box 47">
              <a:extLst>
                <a:ext uri="{FF2B5EF4-FFF2-40B4-BE49-F238E27FC236}">
                  <a16:creationId xmlns:a16="http://schemas.microsoft.com/office/drawing/2014/main" id="{D466CE0E-EAB9-4553-8186-89D8C9DE516F}"/>
                </a:ext>
              </a:extLst>
            </p:cNvPr>
            <p:cNvSpPr txBox="1">
              <a:spLocks noChangeAspect="1" noChangeArrowheads="1"/>
            </p:cNvSpPr>
            <p:nvPr/>
          </p:nvSpPr>
          <p:spPr bwMode="auto">
            <a:xfrm>
              <a:off x="3252" y="3586"/>
              <a:ext cx="160"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D</a:t>
              </a:r>
            </a:p>
          </p:txBody>
        </p:sp>
        <p:sp>
          <p:nvSpPr>
            <p:cNvPr id="44" name="Text Box 48">
              <a:extLst>
                <a:ext uri="{FF2B5EF4-FFF2-40B4-BE49-F238E27FC236}">
                  <a16:creationId xmlns:a16="http://schemas.microsoft.com/office/drawing/2014/main" id="{A49A4A60-4EB2-4D4F-AA53-CEFE0E14669B}"/>
                </a:ext>
              </a:extLst>
            </p:cNvPr>
            <p:cNvSpPr txBox="1">
              <a:spLocks noChangeAspect="1" noChangeArrowheads="1"/>
            </p:cNvSpPr>
            <p:nvPr/>
          </p:nvSpPr>
          <p:spPr bwMode="auto">
            <a:xfrm>
              <a:off x="2124" y="3202"/>
              <a:ext cx="15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lnSpc>
                  <a:spcPct val="120000"/>
                </a:lnSpc>
              </a:pPr>
              <a:r>
                <a:rPr lang="en-US" altLang="zh-CN" sz="1400" b="1" i="1">
                  <a:solidFill>
                    <a:srgbClr val="000099"/>
                  </a:solidFill>
                  <a:latin typeface="Times New Roman" pitchFamily="18" charset="0"/>
                  <a:ea typeface="宋体" panose="02010600030101010101" pitchFamily="2" charset="-122"/>
                </a:rPr>
                <a:t>O</a:t>
              </a:r>
              <a:r>
                <a:rPr lang="en-US" altLang="zh-CN" sz="1400" b="1" baseline="-25000">
                  <a:solidFill>
                    <a:srgbClr val="000099"/>
                  </a:solidFill>
                  <a:latin typeface="Times New Roman" pitchFamily="18" charset="0"/>
                  <a:ea typeface="宋体" panose="02010600030101010101" pitchFamily="2" charset="-122"/>
                </a:rPr>
                <a:t>1</a:t>
              </a:r>
            </a:p>
          </p:txBody>
        </p:sp>
      </p:grpSp>
    </p:spTree>
    <p:extLst>
      <p:ext uri="{BB962C8B-B14F-4D97-AF65-F5344CB8AC3E}">
        <p14:creationId xmlns:p14="http://schemas.microsoft.com/office/powerpoint/2010/main" val="937858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95F1AD9-5419-48F1-AE95-FDE38727673A}"/>
              </a:ext>
            </a:extLst>
          </p:cNvPr>
          <p:cNvGrpSpPr/>
          <p:nvPr/>
        </p:nvGrpSpPr>
        <p:grpSpPr>
          <a:xfrm>
            <a:off x="1439786" y="12852"/>
            <a:ext cx="6264427" cy="2803900"/>
            <a:chOff x="1646336" y="1176485"/>
            <a:chExt cx="5502275" cy="2195513"/>
          </a:xfrm>
        </p:grpSpPr>
        <p:grpSp>
          <p:nvGrpSpPr>
            <p:cNvPr id="4" name="Group 10">
              <a:extLst>
                <a:ext uri="{FF2B5EF4-FFF2-40B4-BE49-F238E27FC236}">
                  <a16:creationId xmlns:a16="http://schemas.microsoft.com/office/drawing/2014/main" id="{92B749BB-D08A-4F84-BAF5-0461718A49B5}"/>
                </a:ext>
              </a:extLst>
            </p:cNvPr>
            <p:cNvGrpSpPr>
              <a:grpSpLocks/>
            </p:cNvGrpSpPr>
            <p:nvPr/>
          </p:nvGrpSpPr>
          <p:grpSpPr bwMode="auto">
            <a:xfrm>
              <a:off x="1646336" y="1176485"/>
              <a:ext cx="5502275" cy="2195513"/>
              <a:chOff x="1176" y="2489"/>
              <a:chExt cx="3466" cy="1383"/>
            </a:xfrm>
          </p:grpSpPr>
          <p:sp>
            <p:nvSpPr>
              <p:cNvPr id="11" name="Text Box 11">
                <a:extLst>
                  <a:ext uri="{FF2B5EF4-FFF2-40B4-BE49-F238E27FC236}">
                    <a16:creationId xmlns:a16="http://schemas.microsoft.com/office/drawing/2014/main" id="{D35BF6A5-ABD2-4ADB-B2A9-689E635D626B}"/>
                  </a:ext>
                </a:extLst>
              </p:cNvPr>
              <p:cNvSpPr txBox="1">
                <a:spLocks noChangeAspect="1" noChangeArrowheads="1"/>
              </p:cNvSpPr>
              <p:nvPr/>
            </p:nvSpPr>
            <p:spPr bwMode="auto">
              <a:xfrm>
                <a:off x="4416" y="2489"/>
                <a:ext cx="9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p>
            </p:txBody>
          </p:sp>
          <p:sp>
            <p:nvSpPr>
              <p:cNvPr id="12" name="Line 12">
                <a:extLst>
                  <a:ext uri="{FF2B5EF4-FFF2-40B4-BE49-F238E27FC236}">
                    <a16:creationId xmlns:a16="http://schemas.microsoft.com/office/drawing/2014/main" id="{FDC30D38-3447-4795-A717-8ABC45BF2BA1}"/>
                  </a:ext>
                </a:extLst>
              </p:cNvPr>
              <p:cNvSpPr>
                <a:spLocks noChangeAspect="1" noChangeShapeType="1"/>
              </p:cNvSpPr>
              <p:nvPr/>
            </p:nvSpPr>
            <p:spPr bwMode="auto">
              <a:xfrm>
                <a:off x="4378" y="2586"/>
                <a:ext cx="0" cy="1286"/>
              </a:xfrm>
              <a:prstGeom prst="line">
                <a:avLst/>
              </a:prstGeom>
              <a:noFill/>
              <a:ln w="19050">
                <a:solidFill>
                  <a:srgbClr val="000000"/>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 name="Line 13">
                <a:extLst>
                  <a:ext uri="{FF2B5EF4-FFF2-40B4-BE49-F238E27FC236}">
                    <a16:creationId xmlns:a16="http://schemas.microsoft.com/office/drawing/2014/main" id="{A41D5947-0CDA-41A6-B98A-705EC2E580C0}"/>
                  </a:ext>
                </a:extLst>
              </p:cNvPr>
              <p:cNvSpPr>
                <a:spLocks noChangeAspect="1" noChangeShapeType="1"/>
              </p:cNvSpPr>
              <p:nvPr/>
            </p:nvSpPr>
            <p:spPr bwMode="auto">
              <a:xfrm flipV="1">
                <a:off x="2294" y="2685"/>
                <a:ext cx="2082" cy="311"/>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14">
                <a:extLst>
                  <a:ext uri="{FF2B5EF4-FFF2-40B4-BE49-F238E27FC236}">
                    <a16:creationId xmlns:a16="http://schemas.microsoft.com/office/drawing/2014/main" id="{023A2293-D5E5-454D-878E-8527736CD179}"/>
                  </a:ext>
                </a:extLst>
              </p:cNvPr>
              <p:cNvSpPr>
                <a:spLocks noChangeAspect="1" noChangeShapeType="1"/>
              </p:cNvSpPr>
              <p:nvPr/>
            </p:nvSpPr>
            <p:spPr bwMode="auto">
              <a:xfrm flipV="1">
                <a:off x="2307" y="2684"/>
                <a:ext cx="2064" cy="758"/>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Line 15">
                <a:extLst>
                  <a:ext uri="{FF2B5EF4-FFF2-40B4-BE49-F238E27FC236}">
                    <a16:creationId xmlns:a16="http://schemas.microsoft.com/office/drawing/2014/main" id="{BDA4BE6C-97E2-468E-86D7-30F0F68F2D63}"/>
                  </a:ext>
                </a:extLst>
              </p:cNvPr>
              <p:cNvSpPr>
                <a:spLocks noChangeAspect="1" noChangeShapeType="1"/>
              </p:cNvSpPr>
              <p:nvPr/>
            </p:nvSpPr>
            <p:spPr bwMode="auto">
              <a:xfrm>
                <a:off x="1281" y="3209"/>
                <a:ext cx="3361" cy="0"/>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Line 16">
                <a:extLst>
                  <a:ext uri="{FF2B5EF4-FFF2-40B4-BE49-F238E27FC236}">
                    <a16:creationId xmlns:a16="http://schemas.microsoft.com/office/drawing/2014/main" id="{81221291-1FA3-42B9-B0D0-74E5D5F011C8}"/>
                  </a:ext>
                </a:extLst>
              </p:cNvPr>
              <p:cNvSpPr>
                <a:spLocks noChangeAspect="1" noChangeShapeType="1"/>
              </p:cNvSpPr>
              <p:nvPr/>
            </p:nvSpPr>
            <p:spPr bwMode="auto">
              <a:xfrm>
                <a:off x="1505" y="3225"/>
                <a:ext cx="0" cy="4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Line 17">
                <a:extLst>
                  <a:ext uri="{FF2B5EF4-FFF2-40B4-BE49-F238E27FC236}">
                    <a16:creationId xmlns:a16="http://schemas.microsoft.com/office/drawing/2014/main" id="{68A64781-D6FA-4F2B-84EC-7CDDBF25125E}"/>
                  </a:ext>
                </a:extLst>
              </p:cNvPr>
              <p:cNvSpPr>
                <a:spLocks noChangeAspect="1" noChangeShapeType="1"/>
              </p:cNvSpPr>
              <p:nvPr/>
            </p:nvSpPr>
            <p:spPr bwMode="auto">
              <a:xfrm>
                <a:off x="2286" y="2835"/>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8" name="Line 18">
                <a:extLst>
                  <a:ext uri="{FF2B5EF4-FFF2-40B4-BE49-F238E27FC236}">
                    <a16:creationId xmlns:a16="http://schemas.microsoft.com/office/drawing/2014/main" id="{5D9D3590-F603-4364-9285-5AD27AF7C7BA}"/>
                  </a:ext>
                </a:extLst>
              </p:cNvPr>
              <p:cNvSpPr>
                <a:spLocks noChangeAspect="1" noChangeShapeType="1"/>
              </p:cNvSpPr>
              <p:nvPr/>
            </p:nvSpPr>
            <p:spPr bwMode="auto">
              <a:xfrm>
                <a:off x="2286" y="3014"/>
                <a:ext cx="0" cy="41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9" name="Line 19">
                <a:extLst>
                  <a:ext uri="{FF2B5EF4-FFF2-40B4-BE49-F238E27FC236}">
                    <a16:creationId xmlns:a16="http://schemas.microsoft.com/office/drawing/2014/main" id="{EA10C370-4ACC-438F-8D1E-72948090C93B}"/>
                  </a:ext>
                </a:extLst>
              </p:cNvPr>
              <p:cNvSpPr>
                <a:spLocks noChangeAspect="1" noChangeShapeType="1"/>
              </p:cNvSpPr>
              <p:nvPr/>
            </p:nvSpPr>
            <p:spPr bwMode="auto">
              <a:xfrm>
                <a:off x="2285" y="3464"/>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0" name="Line 20">
                <a:extLst>
                  <a:ext uri="{FF2B5EF4-FFF2-40B4-BE49-F238E27FC236}">
                    <a16:creationId xmlns:a16="http://schemas.microsoft.com/office/drawing/2014/main" id="{7D9448F9-1388-4460-A53A-1FC5CC6B4EB5}"/>
                  </a:ext>
                </a:extLst>
              </p:cNvPr>
              <p:cNvSpPr>
                <a:spLocks noChangeAspect="1" noChangeShapeType="1"/>
              </p:cNvSpPr>
              <p:nvPr/>
            </p:nvSpPr>
            <p:spPr bwMode="auto">
              <a:xfrm flipV="1">
                <a:off x="1176" y="3429"/>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Line 21">
                <a:extLst>
                  <a:ext uri="{FF2B5EF4-FFF2-40B4-BE49-F238E27FC236}">
                    <a16:creationId xmlns:a16="http://schemas.microsoft.com/office/drawing/2014/main" id="{660AE5AA-7D16-4931-A354-FFE3F1849774}"/>
                  </a:ext>
                </a:extLst>
              </p:cNvPr>
              <p:cNvSpPr>
                <a:spLocks noChangeAspect="1" noChangeShapeType="1"/>
              </p:cNvSpPr>
              <p:nvPr/>
            </p:nvSpPr>
            <p:spPr bwMode="auto">
              <a:xfrm>
                <a:off x="2286" y="3589"/>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Line 22">
                <a:extLst>
                  <a:ext uri="{FF2B5EF4-FFF2-40B4-BE49-F238E27FC236}">
                    <a16:creationId xmlns:a16="http://schemas.microsoft.com/office/drawing/2014/main" id="{732A5C59-AB69-46F1-9D8E-B754E4B5FB10}"/>
                  </a:ext>
                </a:extLst>
              </p:cNvPr>
              <p:cNvSpPr>
                <a:spLocks noChangeAspect="1" noChangeShapeType="1"/>
              </p:cNvSpPr>
              <p:nvPr/>
            </p:nvSpPr>
            <p:spPr bwMode="auto">
              <a:xfrm>
                <a:off x="1505" y="3662"/>
                <a:ext cx="781"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Line 23">
                <a:extLst>
                  <a:ext uri="{FF2B5EF4-FFF2-40B4-BE49-F238E27FC236}">
                    <a16:creationId xmlns:a16="http://schemas.microsoft.com/office/drawing/2014/main" id="{1C7543D8-DBB0-4FE6-83F5-77A73A3173BB}"/>
                  </a:ext>
                </a:extLst>
              </p:cNvPr>
              <p:cNvSpPr>
                <a:spLocks noChangeAspect="1" noChangeShapeType="1"/>
              </p:cNvSpPr>
              <p:nvPr/>
            </p:nvSpPr>
            <p:spPr bwMode="auto">
              <a:xfrm>
                <a:off x="2286" y="3662"/>
                <a:ext cx="2090"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4" name="Text Box 24">
                <a:extLst>
                  <a:ext uri="{FF2B5EF4-FFF2-40B4-BE49-F238E27FC236}">
                    <a16:creationId xmlns:a16="http://schemas.microsoft.com/office/drawing/2014/main" id="{B58B8DE0-6D11-46FB-93AD-A1885EC0D955}"/>
                  </a:ext>
                </a:extLst>
              </p:cNvPr>
              <p:cNvSpPr txBox="1">
                <a:spLocks noChangeAspect="1" noChangeArrowheads="1"/>
              </p:cNvSpPr>
              <p:nvPr/>
            </p:nvSpPr>
            <p:spPr bwMode="auto">
              <a:xfrm>
                <a:off x="1363" y="3223"/>
                <a:ext cx="16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endPar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endParaRPr>
              </a:p>
            </p:txBody>
          </p:sp>
          <p:sp>
            <p:nvSpPr>
              <p:cNvPr id="25" name="Text Box 25">
                <a:extLst>
                  <a:ext uri="{FF2B5EF4-FFF2-40B4-BE49-F238E27FC236}">
                    <a16:creationId xmlns:a16="http://schemas.microsoft.com/office/drawing/2014/main" id="{702AD39D-9D9D-42CF-90E6-B27254E364CB}"/>
                  </a:ext>
                </a:extLst>
              </p:cNvPr>
              <p:cNvSpPr txBox="1">
                <a:spLocks noChangeAspect="1" noChangeArrowheads="1"/>
              </p:cNvSpPr>
              <p:nvPr/>
            </p:nvSpPr>
            <p:spPr bwMode="auto">
              <a:xfrm>
                <a:off x="2121" y="3447"/>
                <a:ext cx="167"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2</a:t>
                </a:r>
              </a:p>
            </p:txBody>
          </p:sp>
          <p:sp>
            <p:nvSpPr>
              <p:cNvPr id="26" name="Text Box 26">
                <a:extLst>
                  <a:ext uri="{FF2B5EF4-FFF2-40B4-BE49-F238E27FC236}">
                    <a16:creationId xmlns:a16="http://schemas.microsoft.com/office/drawing/2014/main" id="{8595D46E-4074-4486-B31B-67C319764904}"/>
                  </a:ext>
                </a:extLst>
              </p:cNvPr>
              <p:cNvSpPr txBox="1">
                <a:spLocks noChangeAspect="1" noChangeArrowheads="1"/>
              </p:cNvSpPr>
              <p:nvPr/>
            </p:nvSpPr>
            <p:spPr bwMode="auto">
              <a:xfrm>
                <a:off x="3091" y="2772"/>
                <a:ext cx="164"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27" name="Text Box 27">
                <a:extLst>
                  <a:ext uri="{FF2B5EF4-FFF2-40B4-BE49-F238E27FC236}">
                    <a16:creationId xmlns:a16="http://schemas.microsoft.com/office/drawing/2014/main" id="{A70D527F-CE60-4340-A112-AFC68C86A489}"/>
                  </a:ext>
                </a:extLst>
              </p:cNvPr>
              <p:cNvSpPr txBox="1">
                <a:spLocks noChangeAspect="1" noChangeArrowheads="1"/>
              </p:cNvSpPr>
              <p:nvPr/>
            </p:nvSpPr>
            <p:spPr bwMode="auto">
              <a:xfrm>
                <a:off x="2102" y="2831"/>
                <a:ext cx="17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28" name="Text Box 28">
                <a:extLst>
                  <a:ext uri="{FF2B5EF4-FFF2-40B4-BE49-F238E27FC236}">
                    <a16:creationId xmlns:a16="http://schemas.microsoft.com/office/drawing/2014/main" id="{4D354A32-1171-412F-B0EB-67FE7FAFAD82}"/>
                  </a:ext>
                </a:extLst>
              </p:cNvPr>
              <p:cNvSpPr txBox="1">
                <a:spLocks noChangeAspect="1" noChangeArrowheads="1"/>
              </p:cNvSpPr>
              <p:nvPr/>
            </p:nvSpPr>
            <p:spPr bwMode="auto">
              <a:xfrm>
                <a:off x="1539" y="2962"/>
                <a:ext cx="12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S</a:t>
                </a:r>
              </a:p>
            </p:txBody>
          </p:sp>
          <p:sp>
            <p:nvSpPr>
              <p:cNvPr id="29" name="Text Box 29">
                <a:extLst>
                  <a:ext uri="{FF2B5EF4-FFF2-40B4-BE49-F238E27FC236}">
                    <a16:creationId xmlns:a16="http://schemas.microsoft.com/office/drawing/2014/main" id="{300BBBBA-8181-4E8F-A8A3-933CB5BB395C}"/>
                  </a:ext>
                </a:extLst>
              </p:cNvPr>
              <p:cNvSpPr txBox="1">
                <a:spLocks noChangeAspect="1" noChangeArrowheads="1"/>
              </p:cNvSpPr>
              <p:nvPr/>
            </p:nvSpPr>
            <p:spPr bwMode="auto">
              <a:xfrm>
                <a:off x="1781" y="3583"/>
                <a:ext cx="162"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p>
            </p:txBody>
          </p:sp>
          <p:sp>
            <p:nvSpPr>
              <p:cNvPr id="30" name="Text Box 30">
                <a:extLst>
                  <a:ext uri="{FF2B5EF4-FFF2-40B4-BE49-F238E27FC236}">
                    <a16:creationId xmlns:a16="http://schemas.microsoft.com/office/drawing/2014/main" id="{98DADAEC-E093-446A-82CD-76CD89C3D299}"/>
                  </a:ext>
                </a:extLst>
              </p:cNvPr>
              <p:cNvSpPr txBox="1">
                <a:spLocks noChangeAspect="1" noChangeArrowheads="1"/>
              </p:cNvSpPr>
              <p:nvPr/>
            </p:nvSpPr>
            <p:spPr bwMode="auto">
              <a:xfrm>
                <a:off x="4223" y="2738"/>
                <a:ext cx="10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P</a:t>
                </a:r>
              </a:p>
            </p:txBody>
          </p:sp>
          <p:sp>
            <p:nvSpPr>
              <p:cNvPr id="31" name="Text Box 31">
                <a:extLst>
                  <a:ext uri="{FF2B5EF4-FFF2-40B4-BE49-F238E27FC236}">
                    <a16:creationId xmlns:a16="http://schemas.microsoft.com/office/drawing/2014/main" id="{67EF216F-397F-4FDE-8424-DD4BC2B24AD6}"/>
                  </a:ext>
                </a:extLst>
              </p:cNvPr>
              <p:cNvSpPr txBox="1">
                <a:spLocks noChangeAspect="1" noChangeArrowheads="1"/>
              </p:cNvSpPr>
              <p:nvPr/>
            </p:nvSpPr>
            <p:spPr bwMode="auto">
              <a:xfrm>
                <a:off x="4224" y="3232"/>
                <a:ext cx="11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O</a:t>
                </a:r>
              </a:p>
            </p:txBody>
          </p:sp>
          <p:sp>
            <p:nvSpPr>
              <p:cNvPr id="32" name="Text Box 32">
                <a:extLst>
                  <a:ext uri="{FF2B5EF4-FFF2-40B4-BE49-F238E27FC236}">
                    <a16:creationId xmlns:a16="http://schemas.microsoft.com/office/drawing/2014/main" id="{E4FA69BB-5B08-4925-893B-6180E05DC6DA}"/>
                  </a:ext>
                </a:extLst>
              </p:cNvPr>
              <p:cNvSpPr txBox="1">
                <a:spLocks noChangeAspect="1" noChangeArrowheads="1"/>
              </p:cNvSpPr>
              <p:nvPr/>
            </p:nvSpPr>
            <p:spPr bwMode="auto">
              <a:xfrm>
                <a:off x="3369" y="2898"/>
                <a:ext cx="144"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2</a:t>
                </a:r>
              </a:p>
            </p:txBody>
          </p:sp>
          <p:sp>
            <p:nvSpPr>
              <p:cNvPr id="33" name="Line 33">
                <a:extLst>
                  <a:ext uri="{FF2B5EF4-FFF2-40B4-BE49-F238E27FC236}">
                    <a16:creationId xmlns:a16="http://schemas.microsoft.com/office/drawing/2014/main" id="{6304ED8C-A886-42AF-821F-525F471382DF}"/>
                  </a:ext>
                </a:extLst>
              </p:cNvPr>
              <p:cNvSpPr>
                <a:spLocks noChangeAspect="1" noChangeShapeType="1"/>
              </p:cNvSpPr>
              <p:nvPr/>
            </p:nvSpPr>
            <p:spPr bwMode="auto">
              <a:xfrm flipV="1">
                <a:off x="2286" y="2679"/>
                <a:ext cx="0" cy="155"/>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4" name="Text Box 34">
                <a:extLst>
                  <a:ext uri="{FF2B5EF4-FFF2-40B4-BE49-F238E27FC236}">
                    <a16:creationId xmlns:a16="http://schemas.microsoft.com/office/drawing/2014/main" id="{179A5C13-FD5A-4DC2-8398-8EEC1D15C61A}"/>
                  </a:ext>
                </a:extLst>
              </p:cNvPr>
              <p:cNvSpPr txBox="1">
                <a:spLocks noChangeAspect="1" noChangeArrowheads="1"/>
              </p:cNvSpPr>
              <p:nvPr/>
            </p:nvSpPr>
            <p:spPr bwMode="auto">
              <a:xfrm>
                <a:off x="2123" y="2628"/>
                <a:ext cx="131"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35" name="Text Box 35">
                <a:extLst>
                  <a:ext uri="{FF2B5EF4-FFF2-40B4-BE49-F238E27FC236}">
                    <a16:creationId xmlns:a16="http://schemas.microsoft.com/office/drawing/2014/main" id="{13E62D12-7834-4EAB-8F34-D898D883272B}"/>
                  </a:ext>
                </a:extLst>
              </p:cNvPr>
              <p:cNvSpPr txBox="1">
                <a:spLocks noChangeAspect="1" noChangeArrowheads="1"/>
              </p:cNvSpPr>
              <p:nvPr/>
            </p:nvSpPr>
            <p:spPr bwMode="auto">
              <a:xfrm>
                <a:off x="4501" y="3245"/>
                <a:ext cx="10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z</a:t>
                </a:r>
              </a:p>
            </p:txBody>
          </p:sp>
          <p:sp>
            <p:nvSpPr>
              <p:cNvPr id="36" name="Line 36">
                <a:extLst>
                  <a:ext uri="{FF2B5EF4-FFF2-40B4-BE49-F238E27FC236}">
                    <a16:creationId xmlns:a16="http://schemas.microsoft.com/office/drawing/2014/main" id="{1D64B477-BB5B-4817-95B8-087068BDE89E}"/>
                  </a:ext>
                </a:extLst>
              </p:cNvPr>
              <p:cNvSpPr>
                <a:spLocks noChangeAspect="1" noChangeShapeType="1"/>
              </p:cNvSpPr>
              <p:nvPr/>
            </p:nvSpPr>
            <p:spPr bwMode="auto">
              <a:xfrm flipV="1">
                <a:off x="1505" y="3002"/>
                <a:ext cx="781" cy="38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7" name="Line 37">
                <a:extLst>
                  <a:ext uri="{FF2B5EF4-FFF2-40B4-BE49-F238E27FC236}">
                    <a16:creationId xmlns:a16="http://schemas.microsoft.com/office/drawing/2014/main" id="{AB9EDCC7-C9A3-4280-96D3-CD0DB71824BF}"/>
                  </a:ext>
                </a:extLst>
              </p:cNvPr>
              <p:cNvSpPr>
                <a:spLocks noChangeAspect="1" noChangeShapeType="1"/>
              </p:cNvSpPr>
              <p:nvPr/>
            </p:nvSpPr>
            <p:spPr bwMode="auto">
              <a:xfrm>
                <a:off x="1512" y="3385"/>
                <a:ext cx="768" cy="6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8" name="Text Box 38">
                <a:extLst>
                  <a:ext uri="{FF2B5EF4-FFF2-40B4-BE49-F238E27FC236}">
                    <a16:creationId xmlns:a16="http://schemas.microsoft.com/office/drawing/2014/main" id="{CDC53221-19BA-4699-8AB4-07A5A387C3A2}"/>
                  </a:ext>
                </a:extLst>
              </p:cNvPr>
              <p:cNvSpPr txBox="1">
                <a:spLocks noChangeAspect="1" noChangeArrowheads="1"/>
              </p:cNvSpPr>
              <p:nvPr/>
            </p:nvSpPr>
            <p:spPr bwMode="auto">
              <a:xfrm>
                <a:off x="1651" y="3232"/>
                <a:ext cx="137"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1</a:t>
                </a:r>
              </a:p>
            </p:txBody>
          </p:sp>
          <p:sp>
            <p:nvSpPr>
              <p:cNvPr id="39" name="Text Box 39">
                <a:extLst>
                  <a:ext uri="{FF2B5EF4-FFF2-40B4-BE49-F238E27FC236}">
                    <a16:creationId xmlns:a16="http://schemas.microsoft.com/office/drawing/2014/main" id="{261079AF-C8C0-4966-9649-524582414BDB}"/>
                  </a:ext>
                </a:extLst>
              </p:cNvPr>
              <p:cNvSpPr txBox="1">
                <a:spLocks noChangeAspect="1" noChangeArrowheads="1"/>
              </p:cNvSpPr>
              <p:nvPr/>
            </p:nvSpPr>
            <p:spPr bwMode="auto">
              <a:xfrm>
                <a:off x="1847" y="3356"/>
                <a:ext cx="206"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2</a:t>
                </a:r>
              </a:p>
            </p:txBody>
          </p:sp>
          <p:sp>
            <p:nvSpPr>
              <p:cNvPr id="40" name="Line 40">
                <a:extLst>
                  <a:ext uri="{FF2B5EF4-FFF2-40B4-BE49-F238E27FC236}">
                    <a16:creationId xmlns:a16="http://schemas.microsoft.com/office/drawing/2014/main" id="{7B1F380B-288C-46CF-B354-2ED1C50670F6}"/>
                  </a:ext>
                </a:extLst>
              </p:cNvPr>
              <p:cNvSpPr>
                <a:spLocks noChangeAspect="1" noChangeShapeType="1"/>
              </p:cNvSpPr>
              <p:nvPr/>
            </p:nvSpPr>
            <p:spPr bwMode="auto">
              <a:xfrm flipV="1">
                <a:off x="4382" y="2687"/>
                <a:ext cx="2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1" name="Line 41">
                <a:extLst>
                  <a:ext uri="{FF2B5EF4-FFF2-40B4-BE49-F238E27FC236}">
                    <a16:creationId xmlns:a16="http://schemas.microsoft.com/office/drawing/2014/main" id="{DAA61754-0394-4823-9C16-5AAD44007B32}"/>
                  </a:ext>
                </a:extLst>
              </p:cNvPr>
              <p:cNvSpPr>
                <a:spLocks noChangeAspect="1" noChangeShapeType="1"/>
              </p:cNvSpPr>
              <p:nvPr/>
            </p:nvSpPr>
            <p:spPr bwMode="auto">
              <a:xfrm>
                <a:off x="4506" y="2693"/>
                <a:ext cx="0" cy="513"/>
              </a:xfrm>
              <a:prstGeom prst="line">
                <a:avLst/>
              </a:prstGeom>
              <a:noFill/>
              <a:ln w="9525">
                <a:solidFill>
                  <a:srgbClr val="000000"/>
                </a:solidFill>
                <a:round/>
                <a:headEnd type="arrow" w="sm" len="sm"/>
                <a:tailEnd type="none"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2" name="Text Box 42">
                <a:extLst>
                  <a:ext uri="{FF2B5EF4-FFF2-40B4-BE49-F238E27FC236}">
                    <a16:creationId xmlns:a16="http://schemas.microsoft.com/office/drawing/2014/main" id="{381CBFE7-2A71-486D-9311-99458BB14847}"/>
                  </a:ext>
                </a:extLst>
              </p:cNvPr>
              <p:cNvSpPr txBox="1">
                <a:spLocks noChangeAspect="1" noChangeArrowheads="1"/>
              </p:cNvSpPr>
              <p:nvPr/>
            </p:nvSpPr>
            <p:spPr bwMode="auto">
              <a:xfrm>
                <a:off x="4447" y="2858"/>
                <a:ext cx="121"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p>
            </p:txBody>
          </p:sp>
          <p:sp>
            <p:nvSpPr>
              <p:cNvPr id="43" name="Line 43">
                <a:extLst>
                  <a:ext uri="{FF2B5EF4-FFF2-40B4-BE49-F238E27FC236}">
                    <a16:creationId xmlns:a16="http://schemas.microsoft.com/office/drawing/2014/main" id="{79652FB1-E9B3-4893-936D-E2789E1F4E1A}"/>
                  </a:ext>
                </a:extLst>
              </p:cNvPr>
              <p:cNvSpPr>
                <a:spLocks noChangeAspect="1" noChangeShapeType="1"/>
              </p:cNvSpPr>
              <p:nvPr/>
            </p:nvSpPr>
            <p:spPr bwMode="auto">
              <a:xfrm>
                <a:off x="1252" y="2945"/>
                <a:ext cx="0" cy="482"/>
              </a:xfrm>
              <a:prstGeom prst="line">
                <a:avLst/>
              </a:prstGeom>
              <a:noFill/>
              <a:ln w="9525">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4" name="Line 44">
                <a:extLst>
                  <a:ext uri="{FF2B5EF4-FFF2-40B4-BE49-F238E27FC236}">
                    <a16:creationId xmlns:a16="http://schemas.microsoft.com/office/drawing/2014/main" id="{49021C54-B09C-4221-B586-5C9861B5A388}"/>
                  </a:ext>
                </a:extLst>
              </p:cNvPr>
              <p:cNvSpPr>
                <a:spLocks noChangeAspect="1" noChangeShapeType="1"/>
              </p:cNvSpPr>
              <p:nvPr/>
            </p:nvSpPr>
            <p:spPr bwMode="auto">
              <a:xfrm flipV="1">
                <a:off x="1507" y="2948"/>
                <a:ext cx="0" cy="4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45">
                <a:extLst>
                  <a:ext uri="{FF2B5EF4-FFF2-40B4-BE49-F238E27FC236}">
                    <a16:creationId xmlns:a16="http://schemas.microsoft.com/office/drawing/2014/main" id="{B44A9319-8AE5-4360-B619-D3736DF9375D}"/>
                  </a:ext>
                </a:extLst>
              </p:cNvPr>
              <p:cNvSpPr>
                <a:spLocks noChangeAspect="1" noChangeShapeType="1"/>
              </p:cNvSpPr>
              <p:nvPr/>
            </p:nvSpPr>
            <p:spPr bwMode="auto">
              <a:xfrm flipV="1">
                <a:off x="1187" y="2945"/>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Text Box 46">
                <a:extLst>
                  <a:ext uri="{FF2B5EF4-FFF2-40B4-BE49-F238E27FC236}">
                    <a16:creationId xmlns:a16="http://schemas.microsoft.com/office/drawing/2014/main" id="{8C83EBB3-124C-4DA1-A082-18D249B56772}"/>
                  </a:ext>
                </a:extLst>
              </p:cNvPr>
              <p:cNvSpPr txBox="1">
                <a:spLocks noChangeAspect="1" noChangeArrowheads="1"/>
              </p:cNvSpPr>
              <p:nvPr/>
            </p:nvSpPr>
            <p:spPr bwMode="auto">
              <a:xfrm>
                <a:off x="1196" y="3112"/>
                <a:ext cx="119"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b</a:t>
                </a:r>
              </a:p>
            </p:txBody>
          </p:sp>
          <p:sp>
            <p:nvSpPr>
              <p:cNvPr id="47" name="Text Box 47">
                <a:extLst>
                  <a:ext uri="{FF2B5EF4-FFF2-40B4-BE49-F238E27FC236}">
                    <a16:creationId xmlns:a16="http://schemas.microsoft.com/office/drawing/2014/main" id="{47F95DFE-56DE-4630-9D2B-317492AABDFB}"/>
                  </a:ext>
                </a:extLst>
              </p:cNvPr>
              <p:cNvSpPr txBox="1">
                <a:spLocks noChangeAspect="1" noChangeArrowheads="1"/>
              </p:cNvSpPr>
              <p:nvPr/>
            </p:nvSpPr>
            <p:spPr bwMode="auto">
              <a:xfrm>
                <a:off x="3252" y="3586"/>
                <a:ext cx="160"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D</a:t>
                </a:r>
              </a:p>
            </p:txBody>
          </p:sp>
          <p:sp>
            <p:nvSpPr>
              <p:cNvPr id="48" name="Text Box 48">
                <a:extLst>
                  <a:ext uri="{FF2B5EF4-FFF2-40B4-BE49-F238E27FC236}">
                    <a16:creationId xmlns:a16="http://schemas.microsoft.com/office/drawing/2014/main" id="{C2EC5E21-ED5D-4A3D-949F-D8548D9C7AFA}"/>
                  </a:ext>
                </a:extLst>
              </p:cNvPr>
              <p:cNvSpPr txBox="1">
                <a:spLocks noChangeAspect="1" noChangeArrowheads="1"/>
              </p:cNvSpPr>
              <p:nvPr/>
            </p:nvSpPr>
            <p:spPr bwMode="auto">
              <a:xfrm>
                <a:off x="2135" y="3182"/>
                <a:ext cx="15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O</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1</a:t>
                </a:r>
              </a:p>
            </p:txBody>
          </p:sp>
        </p:grpSp>
        <p:grpSp>
          <p:nvGrpSpPr>
            <p:cNvPr id="5" name="组合 4">
              <a:extLst>
                <a:ext uri="{FF2B5EF4-FFF2-40B4-BE49-F238E27FC236}">
                  <a16:creationId xmlns:a16="http://schemas.microsoft.com/office/drawing/2014/main" id="{9BF7F00A-20F7-4A1F-8158-15614BDB7E11}"/>
                </a:ext>
              </a:extLst>
            </p:cNvPr>
            <p:cNvGrpSpPr/>
            <p:nvPr/>
          </p:nvGrpSpPr>
          <p:grpSpPr>
            <a:xfrm>
              <a:off x="3883467" y="1987394"/>
              <a:ext cx="256486" cy="719441"/>
              <a:chOff x="819393" y="1884005"/>
              <a:chExt cx="512972" cy="621100"/>
            </a:xfrm>
          </p:grpSpPr>
          <p:grpSp>
            <p:nvGrpSpPr>
              <p:cNvPr id="6" name="组合 5">
                <a:extLst>
                  <a:ext uri="{FF2B5EF4-FFF2-40B4-BE49-F238E27FC236}">
                    <a16:creationId xmlns:a16="http://schemas.microsoft.com/office/drawing/2014/main" id="{46510BD1-1471-4384-BD19-B0AE931EFD4E}"/>
                  </a:ext>
                </a:extLst>
              </p:cNvPr>
              <p:cNvGrpSpPr/>
              <p:nvPr/>
            </p:nvGrpSpPr>
            <p:grpSpPr>
              <a:xfrm>
                <a:off x="819393" y="1884005"/>
                <a:ext cx="512972" cy="621100"/>
                <a:chOff x="746744" y="1884005"/>
                <a:chExt cx="774526" cy="902053"/>
              </a:xfrm>
            </p:grpSpPr>
            <p:cxnSp>
              <p:nvCxnSpPr>
                <p:cNvPr id="8" name="直接连接符 7">
                  <a:extLst>
                    <a:ext uri="{FF2B5EF4-FFF2-40B4-BE49-F238E27FC236}">
                      <a16:creationId xmlns:a16="http://schemas.microsoft.com/office/drawing/2014/main" id="{CF4F452C-18E7-4884-8D21-59195B89B02A}"/>
                    </a:ext>
                  </a:extLst>
                </p:cNvPr>
                <p:cNvCxnSpPr/>
                <p:nvPr/>
              </p:nvCxnSpPr>
              <p:spPr>
                <a:xfrm flipH="1" flipV="1">
                  <a:off x="746747" y="1884005"/>
                  <a:ext cx="774523" cy="1271"/>
                </a:xfrm>
                <a:prstGeom prst="line">
                  <a:avLst/>
                </a:prstGeom>
                <a:noFill/>
                <a:ln w="12700" cap="flat" cmpd="sng" algn="ctr">
                  <a:solidFill>
                    <a:sysClr val="windowText" lastClr="000000"/>
                  </a:solidFill>
                  <a:prstDash val="solid"/>
                </a:ln>
                <a:effectLst/>
              </p:spPr>
            </p:cxnSp>
            <p:cxnSp>
              <p:nvCxnSpPr>
                <p:cNvPr id="9" name="直接连接符 8">
                  <a:extLst>
                    <a:ext uri="{FF2B5EF4-FFF2-40B4-BE49-F238E27FC236}">
                      <a16:creationId xmlns:a16="http://schemas.microsoft.com/office/drawing/2014/main" id="{B9DB3FCD-2E70-4835-AA85-1840DB0AAA48}"/>
                    </a:ext>
                  </a:extLst>
                </p:cNvPr>
                <p:cNvCxnSpPr/>
                <p:nvPr/>
              </p:nvCxnSpPr>
              <p:spPr>
                <a:xfrm flipH="1" flipV="1">
                  <a:off x="746744" y="2784787"/>
                  <a:ext cx="774523" cy="1271"/>
                </a:xfrm>
                <a:prstGeom prst="line">
                  <a:avLst/>
                </a:prstGeom>
                <a:noFill/>
                <a:ln w="12700" cap="flat" cmpd="sng" algn="ctr">
                  <a:solidFill>
                    <a:sysClr val="windowText" lastClr="000000"/>
                  </a:solidFill>
                  <a:prstDash val="solid"/>
                </a:ln>
                <a:effectLst/>
              </p:spPr>
            </p:cxnSp>
            <p:cxnSp>
              <p:nvCxnSpPr>
                <p:cNvPr id="10" name="直接连接符 9">
                  <a:extLst>
                    <a:ext uri="{FF2B5EF4-FFF2-40B4-BE49-F238E27FC236}">
                      <a16:creationId xmlns:a16="http://schemas.microsoft.com/office/drawing/2014/main" id="{6B074003-2B1E-4608-9C3B-EC418CA22039}"/>
                    </a:ext>
                  </a:extLst>
                </p:cNvPr>
                <p:cNvCxnSpPr/>
                <p:nvPr/>
              </p:nvCxnSpPr>
              <p:spPr>
                <a:xfrm flipV="1">
                  <a:off x="1129416" y="1885277"/>
                  <a:ext cx="1" cy="900781"/>
                </a:xfrm>
                <a:prstGeom prst="line">
                  <a:avLst/>
                </a:prstGeom>
                <a:noFill/>
                <a:ln w="12700" cap="flat" cmpd="sng" algn="ctr">
                  <a:solidFill>
                    <a:sysClr val="windowText" lastClr="000000"/>
                  </a:solidFill>
                  <a:prstDash val="solid"/>
                  <a:headEnd type="triangle" w="med" len="med"/>
                  <a:tailEnd type="triangle" w="med" len="med"/>
                </a:ln>
                <a:effectLst/>
              </p:spPr>
            </p:cxnSp>
          </p:grpSp>
          <p:graphicFrame>
            <p:nvGraphicFramePr>
              <p:cNvPr id="7" name="对象 6">
                <a:extLst>
                  <a:ext uri="{FF2B5EF4-FFF2-40B4-BE49-F238E27FC236}">
                    <a16:creationId xmlns:a16="http://schemas.microsoft.com/office/drawing/2014/main" id="{CF429A5D-1110-4FDC-AACB-D2F22BB43DF4}"/>
                  </a:ext>
                </a:extLst>
              </p:cNvPr>
              <p:cNvGraphicFramePr>
                <a:graphicFrameLocks noChangeAspect="1"/>
              </p:cNvGraphicFramePr>
              <p:nvPr/>
            </p:nvGraphicFramePr>
            <p:xfrm>
              <a:off x="900318" y="2089972"/>
              <a:ext cx="255786" cy="158508"/>
            </p:xfrm>
            <a:graphic>
              <a:graphicData uri="http://schemas.openxmlformats.org/presentationml/2006/ole">
                <mc:AlternateContent xmlns:mc="http://schemas.openxmlformats.org/markup-compatibility/2006">
                  <mc:Choice xmlns:v="urn:schemas-microsoft-com:vml" Requires="v">
                    <p:oleObj name="Equation" r:id="rId2" imgW="139680" imgH="177480" progId="Equation.DSMT4">
                      <p:embed/>
                    </p:oleObj>
                  </mc:Choice>
                  <mc:Fallback>
                    <p:oleObj name="Equation" r:id="rId2" imgW="139680" imgH="177480" progId="Equation.DSMT4">
                      <p:embed/>
                      <p:pic>
                        <p:nvPicPr>
                          <p:cNvPr id="49" name="对象 48"/>
                          <p:cNvPicPr/>
                          <p:nvPr/>
                        </p:nvPicPr>
                        <p:blipFill>
                          <a:blip r:embed="rId3"/>
                          <a:stretch>
                            <a:fillRect/>
                          </a:stretch>
                        </p:blipFill>
                        <p:spPr>
                          <a:xfrm>
                            <a:off x="900318" y="2089972"/>
                            <a:ext cx="255786" cy="158508"/>
                          </a:xfrm>
                          <a:prstGeom prst="rect">
                            <a:avLst/>
                          </a:prstGeom>
                          <a:solidFill>
                            <a:srgbClr val="FFFFFF"/>
                          </a:solidFill>
                        </p:spPr>
                      </p:pic>
                    </p:oleObj>
                  </mc:Fallback>
                </mc:AlternateContent>
              </a:graphicData>
            </a:graphic>
          </p:graphicFrame>
        </p:grpSp>
      </p:grpSp>
      <p:sp>
        <p:nvSpPr>
          <p:cNvPr id="49" name="Rectangle 2">
            <a:extLst>
              <a:ext uri="{FF2B5EF4-FFF2-40B4-BE49-F238E27FC236}">
                <a16:creationId xmlns:a16="http://schemas.microsoft.com/office/drawing/2014/main" id="{9B1FDAA7-0304-4D0A-B1D6-C11B283AE860}"/>
              </a:ext>
            </a:extLst>
          </p:cNvPr>
          <p:cNvSpPr>
            <a:spLocks noChangeArrowheads="1"/>
          </p:cNvSpPr>
          <p:nvPr/>
        </p:nvSpPr>
        <p:spPr bwMode="auto">
          <a:xfrm>
            <a:off x="683568" y="4081103"/>
            <a:ext cx="802846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得到：与</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点相距为</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单位宽度</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光源在</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y</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点引起的干涉图样强度为： </a:t>
            </a:r>
          </a:p>
        </p:txBody>
      </p:sp>
      <p:graphicFrame>
        <p:nvGraphicFramePr>
          <p:cNvPr id="50" name="对象 49">
            <a:extLst>
              <a:ext uri="{FF2B5EF4-FFF2-40B4-BE49-F238E27FC236}">
                <a16:creationId xmlns:a16="http://schemas.microsoft.com/office/drawing/2014/main" id="{41851604-E175-4F9B-BFED-6A9EEFF01E98}"/>
              </a:ext>
            </a:extLst>
          </p:cNvPr>
          <p:cNvGraphicFramePr>
            <a:graphicFrameLocks noChangeAspect="1"/>
          </p:cNvGraphicFramePr>
          <p:nvPr/>
        </p:nvGraphicFramePr>
        <p:xfrm>
          <a:off x="4416425" y="4432300"/>
          <a:ext cx="2803525" cy="803275"/>
        </p:xfrm>
        <a:graphic>
          <a:graphicData uri="http://schemas.openxmlformats.org/presentationml/2006/ole">
            <mc:AlternateContent xmlns:mc="http://schemas.openxmlformats.org/markup-compatibility/2006">
              <mc:Choice xmlns:v="urn:schemas-microsoft-com:vml" Requires="v">
                <p:oleObj name="Equation" r:id="rId4" imgW="1460160" imgH="419040" progId="Equation.DSMT4">
                  <p:embed/>
                </p:oleObj>
              </mc:Choice>
              <mc:Fallback>
                <p:oleObj name="Equation" r:id="rId4" imgW="1460160" imgH="419040" progId="Equation.DSMT4">
                  <p:embed/>
                  <p:pic>
                    <p:nvPicPr>
                      <p:cNvPr id="17" name="对象 16"/>
                      <p:cNvPicPr/>
                      <p:nvPr/>
                    </p:nvPicPr>
                    <p:blipFill>
                      <a:blip r:embed="rId5"/>
                      <a:stretch>
                        <a:fillRect/>
                      </a:stretch>
                    </p:blipFill>
                    <p:spPr>
                      <a:xfrm>
                        <a:off x="4416425" y="4432300"/>
                        <a:ext cx="2803525" cy="803275"/>
                      </a:xfrm>
                      <a:prstGeom prst="rect">
                        <a:avLst/>
                      </a:prstGeom>
                    </p:spPr>
                  </p:pic>
                </p:oleObj>
              </mc:Fallback>
            </mc:AlternateContent>
          </a:graphicData>
        </a:graphic>
      </p:graphicFrame>
      <p:sp>
        <p:nvSpPr>
          <p:cNvPr id="51" name="Rectangle 2">
            <a:extLst>
              <a:ext uri="{FF2B5EF4-FFF2-40B4-BE49-F238E27FC236}">
                <a16:creationId xmlns:a16="http://schemas.microsoft.com/office/drawing/2014/main" id="{51246B29-94C4-4D6E-86E8-47E51F6305F0}"/>
              </a:ext>
            </a:extLst>
          </p:cNvPr>
          <p:cNvSpPr>
            <a:spLocks noChangeArrowheads="1"/>
          </p:cNvSpPr>
          <p:nvPr/>
        </p:nvSpPr>
        <p:spPr bwMode="auto">
          <a:xfrm>
            <a:off x="697125" y="5205445"/>
            <a:ext cx="888726"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其中</a:t>
            </a:r>
          </a:p>
        </p:txBody>
      </p:sp>
      <p:graphicFrame>
        <p:nvGraphicFramePr>
          <p:cNvPr id="52" name="对象 51">
            <a:extLst>
              <a:ext uri="{FF2B5EF4-FFF2-40B4-BE49-F238E27FC236}">
                <a16:creationId xmlns:a16="http://schemas.microsoft.com/office/drawing/2014/main" id="{20B2AF0B-3309-46CE-AC80-18B81C8A182C}"/>
              </a:ext>
            </a:extLst>
          </p:cNvPr>
          <p:cNvGraphicFramePr>
            <a:graphicFrameLocks noChangeAspect="1"/>
          </p:cNvGraphicFramePr>
          <p:nvPr/>
        </p:nvGraphicFramePr>
        <p:xfrm>
          <a:off x="722537" y="5661248"/>
          <a:ext cx="7513339" cy="810963"/>
        </p:xfrm>
        <a:graphic>
          <a:graphicData uri="http://schemas.openxmlformats.org/presentationml/2006/ole">
            <mc:AlternateContent xmlns:mc="http://schemas.openxmlformats.org/markup-compatibility/2006">
              <mc:Choice xmlns:v="urn:schemas-microsoft-com:vml" Requires="v">
                <p:oleObj name="Equation" r:id="rId6" imgW="4000320" imgH="431640" progId="Equation.DSMT4">
                  <p:embed/>
                </p:oleObj>
              </mc:Choice>
              <mc:Fallback>
                <p:oleObj name="Equation" r:id="rId6" imgW="4000320" imgH="431640" progId="Equation.DSMT4">
                  <p:embed/>
                  <p:pic>
                    <p:nvPicPr>
                      <p:cNvPr id="18" name="对象 17"/>
                      <p:cNvPicPr/>
                      <p:nvPr/>
                    </p:nvPicPr>
                    <p:blipFill>
                      <a:blip r:embed="rId7"/>
                      <a:stretch>
                        <a:fillRect/>
                      </a:stretch>
                    </p:blipFill>
                    <p:spPr>
                      <a:xfrm>
                        <a:off x="722537" y="5661248"/>
                        <a:ext cx="7513339" cy="810963"/>
                      </a:xfrm>
                      <a:prstGeom prst="rect">
                        <a:avLst/>
                      </a:prstGeom>
                    </p:spPr>
                  </p:pic>
                </p:oleObj>
              </mc:Fallback>
            </mc:AlternateContent>
          </a:graphicData>
        </a:graphic>
      </p:graphicFrame>
      <p:sp>
        <p:nvSpPr>
          <p:cNvPr id="53" name="Rectangle 2">
            <a:extLst>
              <a:ext uri="{FF2B5EF4-FFF2-40B4-BE49-F238E27FC236}">
                <a16:creationId xmlns:a16="http://schemas.microsoft.com/office/drawing/2014/main" id="{859E80BE-AF65-4F48-A76E-A36BD0DF9260}"/>
              </a:ext>
            </a:extLst>
          </p:cNvPr>
          <p:cNvSpPr>
            <a:spLocks noChangeArrowheads="1"/>
          </p:cNvSpPr>
          <p:nvPr/>
        </p:nvSpPr>
        <p:spPr bwMode="auto">
          <a:xfrm>
            <a:off x="683568" y="3183222"/>
            <a:ext cx="7164796"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由公式</a:t>
            </a:r>
          </a:p>
        </p:txBody>
      </p:sp>
      <p:graphicFrame>
        <p:nvGraphicFramePr>
          <p:cNvPr id="54" name="对象 53">
            <a:extLst>
              <a:ext uri="{FF2B5EF4-FFF2-40B4-BE49-F238E27FC236}">
                <a16:creationId xmlns:a16="http://schemas.microsoft.com/office/drawing/2014/main" id="{7CF41D54-8ACD-46AF-90AE-49FD3C5E593E}"/>
              </a:ext>
            </a:extLst>
          </p:cNvPr>
          <p:cNvGraphicFramePr>
            <a:graphicFrameLocks noChangeAspect="1"/>
          </p:cNvGraphicFramePr>
          <p:nvPr>
            <p:extLst>
              <p:ext uri="{D42A27DB-BD31-4B8C-83A1-F6EECF244321}">
                <p14:modId xmlns:p14="http://schemas.microsoft.com/office/powerpoint/2010/main" val="3812218802"/>
              </p:ext>
            </p:extLst>
          </p:nvPr>
        </p:nvGraphicFramePr>
        <p:xfrm>
          <a:off x="1738235" y="3115609"/>
          <a:ext cx="5367337" cy="504825"/>
        </p:xfrm>
        <a:graphic>
          <a:graphicData uri="http://schemas.openxmlformats.org/presentationml/2006/ole">
            <mc:AlternateContent xmlns:mc="http://schemas.openxmlformats.org/markup-compatibility/2006">
              <mc:Choice xmlns:v="urn:schemas-microsoft-com:vml" Requires="v">
                <p:oleObj name="Equation" r:id="rId8" imgW="2844720" imgH="266400" progId="Equation.DSMT4">
                  <p:embed/>
                </p:oleObj>
              </mc:Choice>
              <mc:Fallback>
                <p:oleObj name="Equation" r:id="rId8" imgW="2844720" imgH="266400" progId="Equation.DSMT4">
                  <p:embed/>
                  <p:pic>
                    <p:nvPicPr>
                      <p:cNvPr id="3" name="对象 2"/>
                      <p:cNvPicPr>
                        <a:picLocks noChangeAspect="1" noChangeArrowheads="1"/>
                      </p:cNvPicPr>
                      <p:nvPr/>
                    </p:nvPicPr>
                    <p:blipFill>
                      <a:blip r:embed="rId9"/>
                      <a:srcRect/>
                      <a:stretch>
                        <a:fillRect/>
                      </a:stretch>
                    </p:blipFill>
                    <p:spPr bwMode="auto">
                      <a:xfrm>
                        <a:off x="1738235" y="3115609"/>
                        <a:ext cx="53673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5" name="直接连接符 54">
            <a:extLst>
              <a:ext uri="{FF2B5EF4-FFF2-40B4-BE49-F238E27FC236}">
                <a16:creationId xmlns:a16="http://schemas.microsoft.com/office/drawing/2014/main" id="{F25C468B-1EA8-4C6B-BA55-DA09172C0010}"/>
              </a:ext>
            </a:extLst>
          </p:cNvPr>
          <p:cNvCxnSpPr/>
          <p:nvPr/>
        </p:nvCxnSpPr>
        <p:spPr>
          <a:xfrm>
            <a:off x="3116631" y="4461889"/>
            <a:ext cx="1553102" cy="0"/>
          </a:xfrm>
          <a:prstGeom prst="line">
            <a:avLst/>
          </a:prstGeom>
          <a:noFill/>
          <a:ln w="28575" cap="flat" cmpd="sng" algn="ctr">
            <a:solidFill>
              <a:srgbClr val="4F81BD">
                <a:shade val="95000"/>
                <a:satMod val="105000"/>
              </a:srgbClr>
            </a:solidFill>
            <a:prstDash val="solid"/>
          </a:ln>
          <a:effectLst/>
        </p:spPr>
      </p:cxnSp>
      <p:sp>
        <p:nvSpPr>
          <p:cNvPr id="56" name="任意多边形 7">
            <a:extLst>
              <a:ext uri="{FF2B5EF4-FFF2-40B4-BE49-F238E27FC236}">
                <a16:creationId xmlns:a16="http://schemas.microsoft.com/office/drawing/2014/main" id="{45DF50FA-2745-411B-A9DC-2DB4A0FA961B}"/>
              </a:ext>
            </a:extLst>
          </p:cNvPr>
          <p:cNvSpPr/>
          <p:nvPr/>
        </p:nvSpPr>
        <p:spPr>
          <a:xfrm>
            <a:off x="3618726" y="4498281"/>
            <a:ext cx="628055" cy="249424"/>
          </a:xfrm>
          <a:custGeom>
            <a:avLst/>
            <a:gdLst>
              <a:gd name="connsiteX0" fmla="*/ 1117600 w 1117600"/>
              <a:gd name="connsiteY0" fmla="*/ 0 h 255315"/>
              <a:gd name="connsiteX1" fmla="*/ 406400 w 1117600"/>
              <a:gd name="connsiteY1" fmla="*/ 246743 h 255315"/>
              <a:gd name="connsiteX2" fmla="*/ 0 w 1117600"/>
              <a:gd name="connsiteY2" fmla="*/ 203200 h 255315"/>
              <a:gd name="connsiteX3" fmla="*/ 0 w 1117600"/>
              <a:gd name="connsiteY3" fmla="*/ 203200 h 255315"/>
            </a:gdLst>
            <a:ahLst/>
            <a:cxnLst>
              <a:cxn ang="0">
                <a:pos x="connsiteX0" y="connsiteY0"/>
              </a:cxn>
              <a:cxn ang="0">
                <a:pos x="connsiteX1" y="connsiteY1"/>
              </a:cxn>
              <a:cxn ang="0">
                <a:pos x="connsiteX2" y="connsiteY2"/>
              </a:cxn>
              <a:cxn ang="0">
                <a:pos x="connsiteX3" y="connsiteY3"/>
              </a:cxn>
            </a:cxnLst>
            <a:rect l="l" t="t" r="r" b="b"/>
            <a:pathLst>
              <a:path w="1117600" h="255315">
                <a:moveTo>
                  <a:pt x="1117600" y="0"/>
                </a:moveTo>
                <a:cubicBezTo>
                  <a:pt x="855133" y="106438"/>
                  <a:pt x="592667" y="212876"/>
                  <a:pt x="406400" y="246743"/>
                </a:cubicBezTo>
                <a:cubicBezTo>
                  <a:pt x="220133" y="280610"/>
                  <a:pt x="0" y="203200"/>
                  <a:pt x="0" y="203200"/>
                </a:cubicBezTo>
                <a:lnTo>
                  <a:pt x="0" y="203200"/>
                </a:lnTo>
              </a:path>
            </a:pathLst>
          </a:custGeom>
          <a:noFill/>
          <a:ln w="25400" cap="flat" cmpd="sng" algn="ctr">
            <a:solidFill>
              <a:srgbClr val="4F81BD">
                <a:shade val="50000"/>
              </a:srgbClr>
            </a:solidFill>
            <a:prstDash val="soli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7" name="矩形 56">
            <a:extLst>
              <a:ext uri="{FF2B5EF4-FFF2-40B4-BE49-F238E27FC236}">
                <a16:creationId xmlns:a16="http://schemas.microsoft.com/office/drawing/2014/main" id="{CB21B671-DB4F-4540-913A-35B65A9E4D8D}"/>
              </a:ext>
            </a:extLst>
          </p:cNvPr>
          <p:cNvSpPr/>
          <p:nvPr/>
        </p:nvSpPr>
        <p:spPr>
          <a:xfrm>
            <a:off x="694324" y="4610745"/>
            <a:ext cx="1210588"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0000"/>
              </a:lnSpc>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隐含条件</a:t>
            </a:r>
          </a:p>
        </p:txBody>
      </p:sp>
      <p:graphicFrame>
        <p:nvGraphicFramePr>
          <p:cNvPr id="58" name="对象 57">
            <a:extLst>
              <a:ext uri="{FF2B5EF4-FFF2-40B4-BE49-F238E27FC236}">
                <a16:creationId xmlns:a16="http://schemas.microsoft.com/office/drawing/2014/main" id="{BEFF5776-E162-4E02-8849-864B47F3A2FC}"/>
              </a:ext>
            </a:extLst>
          </p:cNvPr>
          <p:cNvGraphicFramePr>
            <a:graphicFrameLocks noChangeAspect="1"/>
          </p:cNvGraphicFramePr>
          <p:nvPr/>
        </p:nvGraphicFramePr>
        <p:xfrm>
          <a:off x="1761014" y="4609936"/>
          <a:ext cx="1628775" cy="431800"/>
        </p:xfrm>
        <a:graphic>
          <a:graphicData uri="http://schemas.openxmlformats.org/presentationml/2006/ole">
            <mc:AlternateContent xmlns:mc="http://schemas.openxmlformats.org/markup-compatibility/2006">
              <mc:Choice xmlns:v="urn:schemas-microsoft-com:vml" Requires="v">
                <p:oleObj name="Equation" r:id="rId10" imgW="863280" imgH="228600" progId="Equation.DSMT4">
                  <p:embed/>
                </p:oleObj>
              </mc:Choice>
              <mc:Fallback>
                <p:oleObj name="Equation" r:id="rId10" imgW="863280" imgH="228600" progId="Equation.DSMT4">
                  <p:embed/>
                  <p:pic>
                    <p:nvPicPr>
                      <p:cNvPr id="62" name="对象 61"/>
                      <p:cNvPicPr>
                        <a:picLocks noChangeAspect="1" noChangeArrowheads="1"/>
                      </p:cNvPicPr>
                      <p:nvPr/>
                    </p:nvPicPr>
                    <p:blipFill>
                      <a:blip r:embed="rId11"/>
                      <a:srcRect/>
                      <a:stretch>
                        <a:fillRect/>
                      </a:stretch>
                    </p:blipFill>
                    <p:spPr bwMode="auto">
                      <a:xfrm>
                        <a:off x="1761014" y="4609936"/>
                        <a:ext cx="16287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05369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B845F32E-8BCE-485D-9335-BCC6212CA5B5}"/>
              </a:ext>
            </a:extLst>
          </p:cNvPr>
          <p:cNvGrpSpPr/>
          <p:nvPr/>
        </p:nvGrpSpPr>
        <p:grpSpPr>
          <a:xfrm>
            <a:off x="1562116" y="47712"/>
            <a:ext cx="6360679" cy="2982799"/>
            <a:chOff x="1646336" y="1176485"/>
            <a:chExt cx="5502275" cy="2195513"/>
          </a:xfrm>
        </p:grpSpPr>
        <p:grpSp>
          <p:nvGrpSpPr>
            <p:cNvPr id="5" name="Group 10">
              <a:extLst>
                <a:ext uri="{FF2B5EF4-FFF2-40B4-BE49-F238E27FC236}">
                  <a16:creationId xmlns:a16="http://schemas.microsoft.com/office/drawing/2014/main" id="{5E57ACE4-CF47-4AFA-BC28-5509D99D6990}"/>
                </a:ext>
              </a:extLst>
            </p:cNvPr>
            <p:cNvGrpSpPr>
              <a:grpSpLocks/>
            </p:cNvGrpSpPr>
            <p:nvPr/>
          </p:nvGrpSpPr>
          <p:grpSpPr bwMode="auto">
            <a:xfrm>
              <a:off x="1646336" y="1176485"/>
              <a:ext cx="5502275" cy="2195513"/>
              <a:chOff x="1176" y="2489"/>
              <a:chExt cx="3466" cy="1383"/>
            </a:xfrm>
          </p:grpSpPr>
          <p:sp>
            <p:nvSpPr>
              <p:cNvPr id="12" name="Text Box 11">
                <a:extLst>
                  <a:ext uri="{FF2B5EF4-FFF2-40B4-BE49-F238E27FC236}">
                    <a16:creationId xmlns:a16="http://schemas.microsoft.com/office/drawing/2014/main" id="{FB66EDA0-C9CA-48D4-9824-1795F26741D9}"/>
                  </a:ext>
                </a:extLst>
              </p:cNvPr>
              <p:cNvSpPr txBox="1">
                <a:spLocks noChangeAspect="1" noChangeArrowheads="1"/>
              </p:cNvSpPr>
              <p:nvPr/>
            </p:nvSpPr>
            <p:spPr bwMode="auto">
              <a:xfrm>
                <a:off x="4416" y="2489"/>
                <a:ext cx="9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p>
            </p:txBody>
          </p:sp>
          <p:sp>
            <p:nvSpPr>
              <p:cNvPr id="13" name="Line 12">
                <a:extLst>
                  <a:ext uri="{FF2B5EF4-FFF2-40B4-BE49-F238E27FC236}">
                    <a16:creationId xmlns:a16="http://schemas.microsoft.com/office/drawing/2014/main" id="{C0618649-1AC3-41E7-ACDB-B85FA300CD0E}"/>
                  </a:ext>
                </a:extLst>
              </p:cNvPr>
              <p:cNvSpPr>
                <a:spLocks noChangeAspect="1" noChangeShapeType="1"/>
              </p:cNvSpPr>
              <p:nvPr/>
            </p:nvSpPr>
            <p:spPr bwMode="auto">
              <a:xfrm>
                <a:off x="4378" y="2586"/>
                <a:ext cx="0" cy="1286"/>
              </a:xfrm>
              <a:prstGeom prst="line">
                <a:avLst/>
              </a:prstGeom>
              <a:noFill/>
              <a:ln w="19050">
                <a:solidFill>
                  <a:srgbClr val="000000"/>
                </a:solidFill>
                <a:round/>
                <a:headEnd type="arrow"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13">
                <a:extLst>
                  <a:ext uri="{FF2B5EF4-FFF2-40B4-BE49-F238E27FC236}">
                    <a16:creationId xmlns:a16="http://schemas.microsoft.com/office/drawing/2014/main" id="{2037B28C-EFE1-413F-96E0-682ADF259974}"/>
                  </a:ext>
                </a:extLst>
              </p:cNvPr>
              <p:cNvSpPr>
                <a:spLocks noChangeAspect="1" noChangeShapeType="1"/>
              </p:cNvSpPr>
              <p:nvPr/>
            </p:nvSpPr>
            <p:spPr bwMode="auto">
              <a:xfrm flipV="1">
                <a:off x="2294" y="2685"/>
                <a:ext cx="2082" cy="311"/>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Line 14">
                <a:extLst>
                  <a:ext uri="{FF2B5EF4-FFF2-40B4-BE49-F238E27FC236}">
                    <a16:creationId xmlns:a16="http://schemas.microsoft.com/office/drawing/2014/main" id="{44A9DAE3-5F31-42F8-9164-D4345CAED3FD}"/>
                  </a:ext>
                </a:extLst>
              </p:cNvPr>
              <p:cNvSpPr>
                <a:spLocks noChangeAspect="1" noChangeShapeType="1"/>
              </p:cNvSpPr>
              <p:nvPr/>
            </p:nvSpPr>
            <p:spPr bwMode="auto">
              <a:xfrm flipV="1">
                <a:off x="2307" y="2684"/>
                <a:ext cx="2064" cy="758"/>
              </a:xfrm>
              <a:prstGeom prst="line">
                <a:avLst/>
              </a:prstGeom>
              <a:noFill/>
              <a:ln w="1905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Line 15">
                <a:extLst>
                  <a:ext uri="{FF2B5EF4-FFF2-40B4-BE49-F238E27FC236}">
                    <a16:creationId xmlns:a16="http://schemas.microsoft.com/office/drawing/2014/main" id="{9533B4F0-77F6-40D1-AB9A-D6A37D58444D}"/>
                  </a:ext>
                </a:extLst>
              </p:cNvPr>
              <p:cNvSpPr>
                <a:spLocks noChangeAspect="1" noChangeShapeType="1"/>
              </p:cNvSpPr>
              <p:nvPr/>
            </p:nvSpPr>
            <p:spPr bwMode="auto">
              <a:xfrm>
                <a:off x="1281" y="3209"/>
                <a:ext cx="3361" cy="0"/>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Line 16">
                <a:extLst>
                  <a:ext uri="{FF2B5EF4-FFF2-40B4-BE49-F238E27FC236}">
                    <a16:creationId xmlns:a16="http://schemas.microsoft.com/office/drawing/2014/main" id="{6B465DFE-0A23-46E2-8B8A-21B551680F3C}"/>
                  </a:ext>
                </a:extLst>
              </p:cNvPr>
              <p:cNvSpPr>
                <a:spLocks noChangeAspect="1" noChangeShapeType="1"/>
              </p:cNvSpPr>
              <p:nvPr/>
            </p:nvSpPr>
            <p:spPr bwMode="auto">
              <a:xfrm>
                <a:off x="1505" y="3225"/>
                <a:ext cx="0" cy="4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8" name="Line 17">
                <a:extLst>
                  <a:ext uri="{FF2B5EF4-FFF2-40B4-BE49-F238E27FC236}">
                    <a16:creationId xmlns:a16="http://schemas.microsoft.com/office/drawing/2014/main" id="{830883D3-0040-45D0-95EC-62AB06D8AE92}"/>
                  </a:ext>
                </a:extLst>
              </p:cNvPr>
              <p:cNvSpPr>
                <a:spLocks noChangeAspect="1" noChangeShapeType="1"/>
              </p:cNvSpPr>
              <p:nvPr/>
            </p:nvSpPr>
            <p:spPr bwMode="auto">
              <a:xfrm>
                <a:off x="2286" y="2835"/>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9" name="Line 18">
                <a:extLst>
                  <a:ext uri="{FF2B5EF4-FFF2-40B4-BE49-F238E27FC236}">
                    <a16:creationId xmlns:a16="http://schemas.microsoft.com/office/drawing/2014/main" id="{8F113E47-6F22-4B17-99F0-1BF2109F0026}"/>
                  </a:ext>
                </a:extLst>
              </p:cNvPr>
              <p:cNvSpPr>
                <a:spLocks noChangeAspect="1" noChangeShapeType="1"/>
              </p:cNvSpPr>
              <p:nvPr/>
            </p:nvSpPr>
            <p:spPr bwMode="auto">
              <a:xfrm>
                <a:off x="2286" y="3014"/>
                <a:ext cx="0" cy="41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0" name="Line 19">
                <a:extLst>
                  <a:ext uri="{FF2B5EF4-FFF2-40B4-BE49-F238E27FC236}">
                    <a16:creationId xmlns:a16="http://schemas.microsoft.com/office/drawing/2014/main" id="{B339A008-26E9-4D57-8257-01C702C7FA65}"/>
                  </a:ext>
                </a:extLst>
              </p:cNvPr>
              <p:cNvSpPr>
                <a:spLocks noChangeAspect="1" noChangeShapeType="1"/>
              </p:cNvSpPr>
              <p:nvPr/>
            </p:nvSpPr>
            <p:spPr bwMode="auto">
              <a:xfrm>
                <a:off x="2285" y="3464"/>
                <a:ext cx="0" cy="142"/>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Line 20">
                <a:extLst>
                  <a:ext uri="{FF2B5EF4-FFF2-40B4-BE49-F238E27FC236}">
                    <a16:creationId xmlns:a16="http://schemas.microsoft.com/office/drawing/2014/main" id="{7CDAF124-4D48-455C-A20D-4690530AC4C5}"/>
                  </a:ext>
                </a:extLst>
              </p:cNvPr>
              <p:cNvSpPr>
                <a:spLocks noChangeAspect="1" noChangeShapeType="1"/>
              </p:cNvSpPr>
              <p:nvPr/>
            </p:nvSpPr>
            <p:spPr bwMode="auto">
              <a:xfrm flipV="1">
                <a:off x="1176" y="3429"/>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Line 21">
                <a:extLst>
                  <a:ext uri="{FF2B5EF4-FFF2-40B4-BE49-F238E27FC236}">
                    <a16:creationId xmlns:a16="http://schemas.microsoft.com/office/drawing/2014/main" id="{31E0CFE4-BAEF-4D53-8098-9A3C0F4A5182}"/>
                  </a:ext>
                </a:extLst>
              </p:cNvPr>
              <p:cNvSpPr>
                <a:spLocks noChangeAspect="1" noChangeShapeType="1"/>
              </p:cNvSpPr>
              <p:nvPr/>
            </p:nvSpPr>
            <p:spPr bwMode="auto">
              <a:xfrm>
                <a:off x="2286" y="3589"/>
                <a:ext cx="0" cy="1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Line 22">
                <a:extLst>
                  <a:ext uri="{FF2B5EF4-FFF2-40B4-BE49-F238E27FC236}">
                    <a16:creationId xmlns:a16="http://schemas.microsoft.com/office/drawing/2014/main" id="{C3A84B89-B46E-48F9-863F-A625530BEDDE}"/>
                  </a:ext>
                </a:extLst>
              </p:cNvPr>
              <p:cNvSpPr>
                <a:spLocks noChangeAspect="1" noChangeShapeType="1"/>
              </p:cNvSpPr>
              <p:nvPr/>
            </p:nvSpPr>
            <p:spPr bwMode="auto">
              <a:xfrm>
                <a:off x="1505" y="3662"/>
                <a:ext cx="781"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4" name="Line 23">
                <a:extLst>
                  <a:ext uri="{FF2B5EF4-FFF2-40B4-BE49-F238E27FC236}">
                    <a16:creationId xmlns:a16="http://schemas.microsoft.com/office/drawing/2014/main" id="{5595FAC4-0F4E-4A7A-9485-AE1FB85CD56F}"/>
                  </a:ext>
                </a:extLst>
              </p:cNvPr>
              <p:cNvSpPr>
                <a:spLocks noChangeAspect="1" noChangeShapeType="1"/>
              </p:cNvSpPr>
              <p:nvPr/>
            </p:nvSpPr>
            <p:spPr bwMode="auto">
              <a:xfrm>
                <a:off x="2286" y="3662"/>
                <a:ext cx="2090" cy="0"/>
              </a:xfrm>
              <a:prstGeom prst="line">
                <a:avLst/>
              </a:prstGeom>
              <a:noFill/>
              <a:ln w="19050">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5" name="Text Box 24">
                <a:extLst>
                  <a:ext uri="{FF2B5EF4-FFF2-40B4-BE49-F238E27FC236}">
                    <a16:creationId xmlns:a16="http://schemas.microsoft.com/office/drawing/2014/main" id="{8D16D291-3BB7-43D0-9AEA-C1EEAD6AD8DE}"/>
                  </a:ext>
                </a:extLst>
              </p:cNvPr>
              <p:cNvSpPr txBox="1">
                <a:spLocks noChangeAspect="1" noChangeArrowheads="1"/>
              </p:cNvSpPr>
              <p:nvPr/>
            </p:nvSpPr>
            <p:spPr bwMode="auto">
              <a:xfrm>
                <a:off x="1363" y="3223"/>
                <a:ext cx="16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endPar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endParaRPr>
              </a:p>
            </p:txBody>
          </p:sp>
          <p:sp>
            <p:nvSpPr>
              <p:cNvPr id="26" name="Text Box 25">
                <a:extLst>
                  <a:ext uri="{FF2B5EF4-FFF2-40B4-BE49-F238E27FC236}">
                    <a16:creationId xmlns:a16="http://schemas.microsoft.com/office/drawing/2014/main" id="{06B19B90-2295-477B-BC11-66A6F8A01F8B}"/>
                  </a:ext>
                </a:extLst>
              </p:cNvPr>
              <p:cNvSpPr txBox="1">
                <a:spLocks noChangeAspect="1" noChangeArrowheads="1"/>
              </p:cNvSpPr>
              <p:nvPr/>
            </p:nvSpPr>
            <p:spPr bwMode="auto">
              <a:xfrm>
                <a:off x="2121" y="3447"/>
                <a:ext cx="167"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2</a:t>
                </a:r>
              </a:p>
            </p:txBody>
          </p:sp>
          <p:sp>
            <p:nvSpPr>
              <p:cNvPr id="27" name="Text Box 26">
                <a:extLst>
                  <a:ext uri="{FF2B5EF4-FFF2-40B4-BE49-F238E27FC236}">
                    <a16:creationId xmlns:a16="http://schemas.microsoft.com/office/drawing/2014/main" id="{7686CDF7-6C53-40BC-8F85-AAF701C36892}"/>
                  </a:ext>
                </a:extLst>
              </p:cNvPr>
              <p:cNvSpPr txBox="1">
                <a:spLocks noChangeAspect="1" noChangeArrowheads="1"/>
              </p:cNvSpPr>
              <p:nvPr/>
            </p:nvSpPr>
            <p:spPr bwMode="auto">
              <a:xfrm>
                <a:off x="3091" y="2772"/>
                <a:ext cx="164"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28" name="Text Box 27">
                <a:extLst>
                  <a:ext uri="{FF2B5EF4-FFF2-40B4-BE49-F238E27FC236}">
                    <a16:creationId xmlns:a16="http://schemas.microsoft.com/office/drawing/2014/main" id="{587EBCFD-6308-4EEF-A21D-B4F038A48EC4}"/>
                  </a:ext>
                </a:extLst>
              </p:cNvPr>
              <p:cNvSpPr txBox="1">
                <a:spLocks noChangeAspect="1" noChangeArrowheads="1"/>
              </p:cNvSpPr>
              <p:nvPr/>
            </p:nvSpPr>
            <p:spPr bwMode="auto">
              <a:xfrm>
                <a:off x="2102" y="2831"/>
                <a:ext cx="17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29" name="Text Box 28">
                <a:extLst>
                  <a:ext uri="{FF2B5EF4-FFF2-40B4-BE49-F238E27FC236}">
                    <a16:creationId xmlns:a16="http://schemas.microsoft.com/office/drawing/2014/main" id="{9E39F4C3-C95C-431E-9764-5C3790E0D838}"/>
                  </a:ext>
                </a:extLst>
              </p:cNvPr>
              <p:cNvSpPr txBox="1">
                <a:spLocks noChangeAspect="1" noChangeArrowheads="1"/>
              </p:cNvSpPr>
              <p:nvPr/>
            </p:nvSpPr>
            <p:spPr bwMode="auto">
              <a:xfrm>
                <a:off x="1539" y="2962"/>
                <a:ext cx="12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S</a:t>
                </a:r>
              </a:p>
            </p:txBody>
          </p:sp>
          <p:sp>
            <p:nvSpPr>
              <p:cNvPr id="30" name="Text Box 29">
                <a:extLst>
                  <a:ext uri="{FF2B5EF4-FFF2-40B4-BE49-F238E27FC236}">
                    <a16:creationId xmlns:a16="http://schemas.microsoft.com/office/drawing/2014/main" id="{61F1BFD6-4453-4806-8A9C-C7BF031C9A9F}"/>
                  </a:ext>
                </a:extLst>
              </p:cNvPr>
              <p:cNvSpPr txBox="1">
                <a:spLocks noChangeAspect="1" noChangeArrowheads="1"/>
              </p:cNvSpPr>
              <p:nvPr/>
            </p:nvSpPr>
            <p:spPr bwMode="auto">
              <a:xfrm>
                <a:off x="1781" y="3583"/>
                <a:ext cx="162"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p>
            </p:txBody>
          </p:sp>
          <p:sp>
            <p:nvSpPr>
              <p:cNvPr id="31" name="Text Box 30">
                <a:extLst>
                  <a:ext uri="{FF2B5EF4-FFF2-40B4-BE49-F238E27FC236}">
                    <a16:creationId xmlns:a16="http://schemas.microsoft.com/office/drawing/2014/main" id="{97590E37-3A69-4472-B4C5-33E2AB3A6E8C}"/>
                  </a:ext>
                </a:extLst>
              </p:cNvPr>
              <p:cNvSpPr txBox="1">
                <a:spLocks noChangeAspect="1" noChangeArrowheads="1"/>
              </p:cNvSpPr>
              <p:nvPr/>
            </p:nvSpPr>
            <p:spPr bwMode="auto">
              <a:xfrm>
                <a:off x="4223" y="2738"/>
                <a:ext cx="107"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P</a:t>
                </a:r>
              </a:p>
            </p:txBody>
          </p:sp>
          <p:sp>
            <p:nvSpPr>
              <p:cNvPr id="32" name="Text Box 31">
                <a:extLst>
                  <a:ext uri="{FF2B5EF4-FFF2-40B4-BE49-F238E27FC236}">
                    <a16:creationId xmlns:a16="http://schemas.microsoft.com/office/drawing/2014/main" id="{9609BA8C-6AFA-4FC4-9A2E-43C930B6B437}"/>
                  </a:ext>
                </a:extLst>
              </p:cNvPr>
              <p:cNvSpPr txBox="1">
                <a:spLocks noChangeAspect="1" noChangeArrowheads="1"/>
              </p:cNvSpPr>
              <p:nvPr/>
            </p:nvSpPr>
            <p:spPr bwMode="auto">
              <a:xfrm>
                <a:off x="4224" y="3232"/>
                <a:ext cx="11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O</a:t>
                </a:r>
              </a:p>
            </p:txBody>
          </p:sp>
          <p:sp>
            <p:nvSpPr>
              <p:cNvPr id="33" name="Text Box 32">
                <a:extLst>
                  <a:ext uri="{FF2B5EF4-FFF2-40B4-BE49-F238E27FC236}">
                    <a16:creationId xmlns:a16="http://schemas.microsoft.com/office/drawing/2014/main" id="{D4ED6449-8587-45E4-8075-ADAF1E82CC46}"/>
                  </a:ext>
                </a:extLst>
              </p:cNvPr>
              <p:cNvSpPr txBox="1">
                <a:spLocks noChangeAspect="1" noChangeArrowheads="1"/>
              </p:cNvSpPr>
              <p:nvPr/>
            </p:nvSpPr>
            <p:spPr bwMode="auto">
              <a:xfrm>
                <a:off x="3369" y="2898"/>
                <a:ext cx="144"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2</a:t>
                </a:r>
              </a:p>
            </p:txBody>
          </p:sp>
          <p:sp>
            <p:nvSpPr>
              <p:cNvPr id="34" name="Line 33">
                <a:extLst>
                  <a:ext uri="{FF2B5EF4-FFF2-40B4-BE49-F238E27FC236}">
                    <a16:creationId xmlns:a16="http://schemas.microsoft.com/office/drawing/2014/main" id="{44F9D2A2-C62B-4F6A-9680-CF34F1A66052}"/>
                  </a:ext>
                </a:extLst>
              </p:cNvPr>
              <p:cNvSpPr>
                <a:spLocks noChangeAspect="1" noChangeShapeType="1"/>
              </p:cNvSpPr>
              <p:nvPr/>
            </p:nvSpPr>
            <p:spPr bwMode="auto">
              <a:xfrm flipV="1">
                <a:off x="2286" y="2679"/>
                <a:ext cx="0" cy="155"/>
              </a:xfrm>
              <a:prstGeom prst="line">
                <a:avLst/>
              </a:prstGeom>
              <a:noFill/>
              <a:ln w="19050">
                <a:solidFill>
                  <a:srgbClr val="000000"/>
                </a:solidFill>
                <a:round/>
                <a:headEnd/>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Text Box 34">
                <a:extLst>
                  <a:ext uri="{FF2B5EF4-FFF2-40B4-BE49-F238E27FC236}">
                    <a16:creationId xmlns:a16="http://schemas.microsoft.com/office/drawing/2014/main" id="{DA173157-29D2-407E-A983-8AA3A51D24B9}"/>
                  </a:ext>
                </a:extLst>
              </p:cNvPr>
              <p:cNvSpPr txBox="1">
                <a:spLocks noChangeAspect="1" noChangeArrowheads="1"/>
              </p:cNvSpPr>
              <p:nvPr/>
            </p:nvSpPr>
            <p:spPr bwMode="auto">
              <a:xfrm>
                <a:off x="2123" y="2628"/>
                <a:ext cx="131"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r>
                  <a:rPr kumimoji="0" lang="en-US" altLang="zh-CN" sz="1400" b="1" i="0" u="none" strike="noStrike" kern="0" cap="none" spc="0" normalizeH="0" baseline="-25000" noProof="0">
                    <a:ln>
                      <a:noFill/>
                    </a:ln>
                    <a:solidFill>
                      <a:srgbClr val="000099"/>
                    </a:solidFill>
                    <a:effectLst/>
                    <a:uLnTx/>
                    <a:uFillTx/>
                    <a:latin typeface="Times New Roman" pitchFamily="18" charset="0"/>
                    <a:ea typeface="宋体" panose="02010600030101010101" pitchFamily="2" charset="-122"/>
                  </a:rPr>
                  <a:t>1</a:t>
                </a:r>
              </a:p>
            </p:txBody>
          </p:sp>
          <p:sp>
            <p:nvSpPr>
              <p:cNvPr id="36" name="Text Box 35">
                <a:extLst>
                  <a:ext uri="{FF2B5EF4-FFF2-40B4-BE49-F238E27FC236}">
                    <a16:creationId xmlns:a16="http://schemas.microsoft.com/office/drawing/2014/main" id="{A962C66C-3A94-4B34-BEF6-4C27597B8C8B}"/>
                  </a:ext>
                </a:extLst>
              </p:cNvPr>
              <p:cNvSpPr txBox="1">
                <a:spLocks noChangeAspect="1" noChangeArrowheads="1"/>
              </p:cNvSpPr>
              <p:nvPr/>
            </p:nvSpPr>
            <p:spPr bwMode="auto">
              <a:xfrm>
                <a:off x="4501" y="3245"/>
                <a:ext cx="10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z</a:t>
                </a:r>
              </a:p>
            </p:txBody>
          </p:sp>
          <p:sp>
            <p:nvSpPr>
              <p:cNvPr id="37" name="Line 36">
                <a:extLst>
                  <a:ext uri="{FF2B5EF4-FFF2-40B4-BE49-F238E27FC236}">
                    <a16:creationId xmlns:a16="http://schemas.microsoft.com/office/drawing/2014/main" id="{D2C8F9C4-CEE1-4F0E-AB4E-0EFA72AD34D4}"/>
                  </a:ext>
                </a:extLst>
              </p:cNvPr>
              <p:cNvSpPr>
                <a:spLocks noChangeAspect="1" noChangeShapeType="1"/>
              </p:cNvSpPr>
              <p:nvPr/>
            </p:nvSpPr>
            <p:spPr bwMode="auto">
              <a:xfrm flipV="1">
                <a:off x="1505" y="3002"/>
                <a:ext cx="781" cy="38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8" name="Line 37">
                <a:extLst>
                  <a:ext uri="{FF2B5EF4-FFF2-40B4-BE49-F238E27FC236}">
                    <a16:creationId xmlns:a16="http://schemas.microsoft.com/office/drawing/2014/main" id="{F1F4D82F-BE86-4809-96B8-D2A404DCDCD2}"/>
                  </a:ext>
                </a:extLst>
              </p:cNvPr>
              <p:cNvSpPr>
                <a:spLocks noChangeAspect="1" noChangeShapeType="1"/>
              </p:cNvSpPr>
              <p:nvPr/>
            </p:nvSpPr>
            <p:spPr bwMode="auto">
              <a:xfrm>
                <a:off x="1512" y="3385"/>
                <a:ext cx="768" cy="6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9" name="Text Box 38">
                <a:extLst>
                  <a:ext uri="{FF2B5EF4-FFF2-40B4-BE49-F238E27FC236}">
                    <a16:creationId xmlns:a16="http://schemas.microsoft.com/office/drawing/2014/main" id="{9D4EB0EC-8E6A-4207-ADAE-25EE3EFFAA7E}"/>
                  </a:ext>
                </a:extLst>
              </p:cNvPr>
              <p:cNvSpPr txBox="1">
                <a:spLocks noChangeAspect="1" noChangeArrowheads="1"/>
              </p:cNvSpPr>
              <p:nvPr/>
            </p:nvSpPr>
            <p:spPr bwMode="auto">
              <a:xfrm>
                <a:off x="1651" y="3232"/>
                <a:ext cx="137"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1</a:t>
                </a:r>
              </a:p>
            </p:txBody>
          </p:sp>
          <p:sp>
            <p:nvSpPr>
              <p:cNvPr id="40" name="Text Box 39">
                <a:extLst>
                  <a:ext uri="{FF2B5EF4-FFF2-40B4-BE49-F238E27FC236}">
                    <a16:creationId xmlns:a16="http://schemas.microsoft.com/office/drawing/2014/main" id="{1B3A868C-E698-4C9D-B3F3-B941C468D33B}"/>
                  </a:ext>
                </a:extLst>
              </p:cNvPr>
              <p:cNvSpPr txBox="1">
                <a:spLocks noChangeAspect="1" noChangeArrowheads="1"/>
              </p:cNvSpPr>
              <p:nvPr/>
            </p:nvSpPr>
            <p:spPr bwMode="auto">
              <a:xfrm>
                <a:off x="1847" y="3356"/>
                <a:ext cx="206"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R</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2</a:t>
                </a:r>
              </a:p>
            </p:txBody>
          </p:sp>
          <p:sp>
            <p:nvSpPr>
              <p:cNvPr id="41" name="Line 40">
                <a:extLst>
                  <a:ext uri="{FF2B5EF4-FFF2-40B4-BE49-F238E27FC236}">
                    <a16:creationId xmlns:a16="http://schemas.microsoft.com/office/drawing/2014/main" id="{AA2F08EF-6C43-4ADA-8C52-EEB5F30C97F6}"/>
                  </a:ext>
                </a:extLst>
              </p:cNvPr>
              <p:cNvSpPr>
                <a:spLocks noChangeAspect="1" noChangeShapeType="1"/>
              </p:cNvSpPr>
              <p:nvPr/>
            </p:nvSpPr>
            <p:spPr bwMode="auto">
              <a:xfrm flipV="1">
                <a:off x="4382" y="2687"/>
                <a:ext cx="2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2" name="Line 41">
                <a:extLst>
                  <a:ext uri="{FF2B5EF4-FFF2-40B4-BE49-F238E27FC236}">
                    <a16:creationId xmlns:a16="http://schemas.microsoft.com/office/drawing/2014/main" id="{9B280C28-7E47-4D44-BBC0-92466EBE3F25}"/>
                  </a:ext>
                </a:extLst>
              </p:cNvPr>
              <p:cNvSpPr>
                <a:spLocks noChangeAspect="1" noChangeShapeType="1"/>
              </p:cNvSpPr>
              <p:nvPr/>
            </p:nvSpPr>
            <p:spPr bwMode="auto">
              <a:xfrm>
                <a:off x="4506" y="2693"/>
                <a:ext cx="0" cy="513"/>
              </a:xfrm>
              <a:prstGeom prst="line">
                <a:avLst/>
              </a:prstGeom>
              <a:noFill/>
              <a:ln w="9525">
                <a:solidFill>
                  <a:srgbClr val="000000"/>
                </a:solidFill>
                <a:round/>
                <a:headEnd type="arrow" w="sm" len="sm"/>
                <a:tailEnd type="none"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3" name="Text Box 42">
                <a:extLst>
                  <a:ext uri="{FF2B5EF4-FFF2-40B4-BE49-F238E27FC236}">
                    <a16:creationId xmlns:a16="http://schemas.microsoft.com/office/drawing/2014/main" id="{47BDB01C-FE00-433B-8273-E35A37B793DC}"/>
                  </a:ext>
                </a:extLst>
              </p:cNvPr>
              <p:cNvSpPr txBox="1">
                <a:spLocks noChangeAspect="1" noChangeArrowheads="1"/>
              </p:cNvSpPr>
              <p:nvPr/>
            </p:nvSpPr>
            <p:spPr bwMode="auto">
              <a:xfrm>
                <a:off x="4447" y="2858"/>
                <a:ext cx="121"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x</a:t>
                </a:r>
              </a:p>
            </p:txBody>
          </p:sp>
          <p:sp>
            <p:nvSpPr>
              <p:cNvPr id="44" name="Line 43">
                <a:extLst>
                  <a:ext uri="{FF2B5EF4-FFF2-40B4-BE49-F238E27FC236}">
                    <a16:creationId xmlns:a16="http://schemas.microsoft.com/office/drawing/2014/main" id="{9D11E3B2-322D-48EB-B2E1-C5CDBC6F89C7}"/>
                  </a:ext>
                </a:extLst>
              </p:cNvPr>
              <p:cNvSpPr>
                <a:spLocks noChangeAspect="1" noChangeShapeType="1"/>
              </p:cNvSpPr>
              <p:nvPr/>
            </p:nvSpPr>
            <p:spPr bwMode="auto">
              <a:xfrm>
                <a:off x="1252" y="2945"/>
                <a:ext cx="0" cy="482"/>
              </a:xfrm>
              <a:prstGeom prst="line">
                <a:avLst/>
              </a:prstGeom>
              <a:noFill/>
              <a:ln w="9525">
                <a:solidFill>
                  <a:srgbClr val="000000"/>
                </a:solidFill>
                <a:round/>
                <a:headEnd type="arrow" w="sm" len="sm"/>
                <a:tailEnd type="arrow" w="sm" len="sm"/>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44">
                <a:extLst>
                  <a:ext uri="{FF2B5EF4-FFF2-40B4-BE49-F238E27FC236}">
                    <a16:creationId xmlns:a16="http://schemas.microsoft.com/office/drawing/2014/main" id="{955784E5-5725-4BFB-BDBF-CEB403C0E62D}"/>
                  </a:ext>
                </a:extLst>
              </p:cNvPr>
              <p:cNvSpPr>
                <a:spLocks noChangeAspect="1" noChangeShapeType="1"/>
              </p:cNvSpPr>
              <p:nvPr/>
            </p:nvSpPr>
            <p:spPr bwMode="auto">
              <a:xfrm flipV="1">
                <a:off x="1507" y="2948"/>
                <a:ext cx="0" cy="4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Line 45">
                <a:extLst>
                  <a:ext uri="{FF2B5EF4-FFF2-40B4-BE49-F238E27FC236}">
                    <a16:creationId xmlns:a16="http://schemas.microsoft.com/office/drawing/2014/main" id="{4F3AB39A-CF32-4F33-94B0-E4299EC456B1}"/>
                  </a:ext>
                </a:extLst>
              </p:cNvPr>
              <p:cNvSpPr>
                <a:spLocks noChangeAspect="1" noChangeShapeType="1"/>
              </p:cNvSpPr>
              <p:nvPr/>
            </p:nvSpPr>
            <p:spPr bwMode="auto">
              <a:xfrm flipV="1">
                <a:off x="1187" y="2945"/>
                <a:ext cx="3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0" tIns="0" rIns="0" bIns="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Text Box 46">
                <a:extLst>
                  <a:ext uri="{FF2B5EF4-FFF2-40B4-BE49-F238E27FC236}">
                    <a16:creationId xmlns:a16="http://schemas.microsoft.com/office/drawing/2014/main" id="{7875C177-17CF-4C75-9A12-56691E1ED8ED}"/>
                  </a:ext>
                </a:extLst>
              </p:cNvPr>
              <p:cNvSpPr txBox="1">
                <a:spLocks noChangeAspect="1" noChangeArrowheads="1"/>
              </p:cNvSpPr>
              <p:nvPr/>
            </p:nvSpPr>
            <p:spPr bwMode="auto">
              <a:xfrm>
                <a:off x="1196" y="3112"/>
                <a:ext cx="119" cy="1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b</a:t>
                </a:r>
              </a:p>
            </p:txBody>
          </p:sp>
          <p:sp>
            <p:nvSpPr>
              <p:cNvPr id="48" name="Text Box 47">
                <a:extLst>
                  <a:ext uri="{FF2B5EF4-FFF2-40B4-BE49-F238E27FC236}">
                    <a16:creationId xmlns:a16="http://schemas.microsoft.com/office/drawing/2014/main" id="{635321D2-9C3F-4E6B-82CC-470EB74158E0}"/>
                  </a:ext>
                </a:extLst>
              </p:cNvPr>
              <p:cNvSpPr txBox="1">
                <a:spLocks noChangeAspect="1" noChangeArrowheads="1"/>
              </p:cNvSpPr>
              <p:nvPr/>
            </p:nvSpPr>
            <p:spPr bwMode="auto">
              <a:xfrm>
                <a:off x="3252" y="3586"/>
                <a:ext cx="160" cy="16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a:ln>
                      <a:noFill/>
                    </a:ln>
                    <a:solidFill>
                      <a:srgbClr val="000099"/>
                    </a:solidFill>
                    <a:effectLst/>
                    <a:uLnTx/>
                    <a:uFillTx/>
                    <a:latin typeface="Times New Roman" pitchFamily="18" charset="0"/>
                    <a:ea typeface="宋体" panose="02010600030101010101" pitchFamily="2" charset="-122"/>
                  </a:rPr>
                  <a:t>D</a:t>
                </a:r>
              </a:p>
            </p:txBody>
          </p:sp>
          <p:sp>
            <p:nvSpPr>
              <p:cNvPr id="49" name="Text Box 48">
                <a:extLst>
                  <a:ext uri="{FF2B5EF4-FFF2-40B4-BE49-F238E27FC236}">
                    <a16:creationId xmlns:a16="http://schemas.microsoft.com/office/drawing/2014/main" id="{3A1C0E1E-A32D-428B-B78F-9E7C07D6A591}"/>
                  </a:ext>
                </a:extLst>
              </p:cNvPr>
              <p:cNvSpPr txBox="1">
                <a:spLocks noChangeAspect="1" noChangeArrowheads="1"/>
              </p:cNvSpPr>
              <p:nvPr/>
            </p:nvSpPr>
            <p:spPr bwMode="auto">
              <a:xfrm>
                <a:off x="2135" y="3182"/>
                <a:ext cx="15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0" marR="0" lvl="0" indent="0" algn="ctr" defTabSz="914400" eaLnBrk="0" fontAlgn="auto" latinLnBrk="0" hangingPunct="0">
                  <a:lnSpc>
                    <a:spcPct val="120000"/>
                  </a:lnSpc>
                  <a:spcBef>
                    <a:spcPts val="0"/>
                  </a:spcBef>
                  <a:spcAft>
                    <a:spcPts val="0"/>
                  </a:spcAft>
                  <a:buClrTx/>
                  <a:buSzTx/>
                  <a:buFontTx/>
                  <a:buNone/>
                  <a:tabLst/>
                  <a:defRPr/>
                </a:pPr>
                <a:r>
                  <a:rPr kumimoji="0" lang="en-US" altLang="zh-CN" sz="1400" b="1" i="1" u="none" strike="noStrike" kern="0" cap="none" spc="0" normalizeH="0" baseline="0" noProof="0" dirty="0">
                    <a:ln>
                      <a:noFill/>
                    </a:ln>
                    <a:solidFill>
                      <a:srgbClr val="000099"/>
                    </a:solidFill>
                    <a:effectLst/>
                    <a:uLnTx/>
                    <a:uFillTx/>
                    <a:latin typeface="Times New Roman" pitchFamily="18" charset="0"/>
                    <a:ea typeface="宋体" panose="02010600030101010101" pitchFamily="2" charset="-122"/>
                  </a:rPr>
                  <a:t>O</a:t>
                </a:r>
                <a:r>
                  <a:rPr kumimoji="0" lang="en-US" altLang="zh-CN" sz="1400" b="1" i="0" u="none" strike="noStrike" kern="0" cap="none" spc="0" normalizeH="0" baseline="-25000" noProof="0" dirty="0">
                    <a:ln>
                      <a:noFill/>
                    </a:ln>
                    <a:solidFill>
                      <a:srgbClr val="000099"/>
                    </a:solidFill>
                    <a:effectLst/>
                    <a:uLnTx/>
                    <a:uFillTx/>
                    <a:latin typeface="Times New Roman" pitchFamily="18" charset="0"/>
                    <a:ea typeface="宋体" panose="02010600030101010101" pitchFamily="2" charset="-122"/>
                  </a:rPr>
                  <a:t>1</a:t>
                </a:r>
              </a:p>
            </p:txBody>
          </p:sp>
        </p:grpSp>
        <p:grpSp>
          <p:nvGrpSpPr>
            <p:cNvPr id="6" name="组合 5">
              <a:extLst>
                <a:ext uri="{FF2B5EF4-FFF2-40B4-BE49-F238E27FC236}">
                  <a16:creationId xmlns:a16="http://schemas.microsoft.com/office/drawing/2014/main" id="{7678E44E-C2D6-4FB8-8ED0-8893A4D7A393}"/>
                </a:ext>
              </a:extLst>
            </p:cNvPr>
            <p:cNvGrpSpPr/>
            <p:nvPr/>
          </p:nvGrpSpPr>
          <p:grpSpPr>
            <a:xfrm>
              <a:off x="3883467" y="1987394"/>
              <a:ext cx="256486" cy="719441"/>
              <a:chOff x="819393" y="1884005"/>
              <a:chExt cx="512972" cy="621100"/>
            </a:xfrm>
          </p:grpSpPr>
          <p:grpSp>
            <p:nvGrpSpPr>
              <p:cNvPr id="7" name="组合 6">
                <a:extLst>
                  <a:ext uri="{FF2B5EF4-FFF2-40B4-BE49-F238E27FC236}">
                    <a16:creationId xmlns:a16="http://schemas.microsoft.com/office/drawing/2014/main" id="{13DF01BF-C12F-44E6-ADAC-E67C58C855E7}"/>
                  </a:ext>
                </a:extLst>
              </p:cNvPr>
              <p:cNvGrpSpPr/>
              <p:nvPr/>
            </p:nvGrpSpPr>
            <p:grpSpPr>
              <a:xfrm>
                <a:off x="819393" y="1884005"/>
                <a:ext cx="512972" cy="621100"/>
                <a:chOff x="746744" y="1884005"/>
                <a:chExt cx="774526" cy="902053"/>
              </a:xfrm>
            </p:grpSpPr>
            <p:cxnSp>
              <p:nvCxnSpPr>
                <p:cNvPr id="9" name="直接连接符 8">
                  <a:extLst>
                    <a:ext uri="{FF2B5EF4-FFF2-40B4-BE49-F238E27FC236}">
                      <a16:creationId xmlns:a16="http://schemas.microsoft.com/office/drawing/2014/main" id="{A2D3E0AF-28DD-428C-8369-64A0C4C51D7C}"/>
                    </a:ext>
                  </a:extLst>
                </p:cNvPr>
                <p:cNvCxnSpPr/>
                <p:nvPr/>
              </p:nvCxnSpPr>
              <p:spPr>
                <a:xfrm flipH="1" flipV="1">
                  <a:off x="746747" y="1884005"/>
                  <a:ext cx="774523" cy="1271"/>
                </a:xfrm>
                <a:prstGeom prst="line">
                  <a:avLst/>
                </a:prstGeom>
                <a:noFill/>
                <a:ln w="12700" cap="flat" cmpd="sng" algn="ctr">
                  <a:solidFill>
                    <a:sysClr val="windowText" lastClr="000000"/>
                  </a:solidFill>
                  <a:prstDash val="solid"/>
                </a:ln>
                <a:effectLst/>
              </p:spPr>
            </p:cxnSp>
            <p:cxnSp>
              <p:nvCxnSpPr>
                <p:cNvPr id="10" name="直接连接符 9">
                  <a:extLst>
                    <a:ext uri="{FF2B5EF4-FFF2-40B4-BE49-F238E27FC236}">
                      <a16:creationId xmlns:a16="http://schemas.microsoft.com/office/drawing/2014/main" id="{80B3A7A2-6F1F-40E0-8DD4-834AC111AEE3}"/>
                    </a:ext>
                  </a:extLst>
                </p:cNvPr>
                <p:cNvCxnSpPr/>
                <p:nvPr/>
              </p:nvCxnSpPr>
              <p:spPr>
                <a:xfrm flipH="1" flipV="1">
                  <a:off x="746744" y="2784787"/>
                  <a:ext cx="774523" cy="1271"/>
                </a:xfrm>
                <a:prstGeom prst="line">
                  <a:avLst/>
                </a:prstGeom>
                <a:noFill/>
                <a:ln w="12700" cap="flat" cmpd="sng" algn="ctr">
                  <a:solidFill>
                    <a:sysClr val="windowText" lastClr="000000"/>
                  </a:solidFill>
                  <a:prstDash val="solid"/>
                </a:ln>
                <a:effectLst/>
              </p:spPr>
            </p:cxnSp>
            <p:cxnSp>
              <p:nvCxnSpPr>
                <p:cNvPr id="11" name="直接连接符 10">
                  <a:extLst>
                    <a:ext uri="{FF2B5EF4-FFF2-40B4-BE49-F238E27FC236}">
                      <a16:creationId xmlns:a16="http://schemas.microsoft.com/office/drawing/2014/main" id="{C38BF1D2-FCB6-4837-9E83-5B6691DA3C3C}"/>
                    </a:ext>
                  </a:extLst>
                </p:cNvPr>
                <p:cNvCxnSpPr/>
                <p:nvPr/>
              </p:nvCxnSpPr>
              <p:spPr>
                <a:xfrm flipV="1">
                  <a:off x="1129416" y="1885277"/>
                  <a:ext cx="1" cy="900781"/>
                </a:xfrm>
                <a:prstGeom prst="line">
                  <a:avLst/>
                </a:prstGeom>
                <a:noFill/>
                <a:ln w="12700" cap="flat" cmpd="sng" algn="ctr">
                  <a:solidFill>
                    <a:sysClr val="windowText" lastClr="000000"/>
                  </a:solidFill>
                  <a:prstDash val="solid"/>
                  <a:headEnd type="triangle" w="med" len="med"/>
                  <a:tailEnd type="triangle" w="med" len="med"/>
                </a:ln>
                <a:effectLst/>
              </p:spPr>
            </p:cxnSp>
          </p:grpSp>
          <p:graphicFrame>
            <p:nvGraphicFramePr>
              <p:cNvPr id="8" name="对象 7">
                <a:extLst>
                  <a:ext uri="{FF2B5EF4-FFF2-40B4-BE49-F238E27FC236}">
                    <a16:creationId xmlns:a16="http://schemas.microsoft.com/office/drawing/2014/main" id="{C9A31FDA-43A1-4FAF-A24E-E0A118592305}"/>
                  </a:ext>
                </a:extLst>
              </p:cNvPr>
              <p:cNvGraphicFramePr>
                <a:graphicFrameLocks noChangeAspect="1"/>
              </p:cNvGraphicFramePr>
              <p:nvPr>
                <p:extLst>
                  <p:ext uri="{D42A27DB-BD31-4B8C-83A1-F6EECF244321}">
                    <p14:modId xmlns:p14="http://schemas.microsoft.com/office/powerpoint/2010/main" val="2723841348"/>
                  </p:ext>
                </p:extLst>
              </p:nvPr>
            </p:nvGraphicFramePr>
            <p:xfrm>
              <a:off x="900318" y="2089972"/>
              <a:ext cx="255786" cy="158508"/>
            </p:xfrm>
            <a:graphic>
              <a:graphicData uri="http://schemas.openxmlformats.org/presentationml/2006/ole">
                <mc:AlternateContent xmlns:mc="http://schemas.openxmlformats.org/markup-compatibility/2006">
                  <mc:Choice xmlns:v="urn:schemas-microsoft-com:vml" Requires="v">
                    <p:oleObj name="Equation" r:id="rId2" imgW="139680" imgH="177480" progId="Equation.DSMT4">
                      <p:embed/>
                    </p:oleObj>
                  </mc:Choice>
                  <mc:Fallback>
                    <p:oleObj name="Equation" r:id="rId2" imgW="139680" imgH="177480" progId="Equation.DSMT4">
                      <p:embed/>
                      <p:pic>
                        <p:nvPicPr>
                          <p:cNvPr id="49" name="对象 48"/>
                          <p:cNvPicPr/>
                          <p:nvPr/>
                        </p:nvPicPr>
                        <p:blipFill>
                          <a:blip r:embed="rId3"/>
                          <a:stretch>
                            <a:fillRect/>
                          </a:stretch>
                        </p:blipFill>
                        <p:spPr>
                          <a:xfrm>
                            <a:off x="900318" y="2089972"/>
                            <a:ext cx="255786" cy="158508"/>
                          </a:xfrm>
                          <a:prstGeom prst="rect">
                            <a:avLst/>
                          </a:prstGeom>
                          <a:solidFill>
                            <a:srgbClr val="FFFFFF"/>
                          </a:solidFill>
                        </p:spPr>
                      </p:pic>
                    </p:oleObj>
                  </mc:Fallback>
                </mc:AlternateContent>
              </a:graphicData>
            </a:graphic>
          </p:graphicFrame>
        </p:grpSp>
      </p:grpSp>
      <p:sp>
        <p:nvSpPr>
          <p:cNvPr id="50" name="Rectangle 7">
            <a:extLst>
              <a:ext uri="{FF2B5EF4-FFF2-40B4-BE49-F238E27FC236}">
                <a16:creationId xmlns:a16="http://schemas.microsoft.com/office/drawing/2014/main" id="{F475B681-1D21-4875-BEB4-FA07396A3D31}"/>
              </a:ext>
            </a:extLst>
          </p:cNvPr>
          <p:cNvSpPr>
            <a:spLocks noChangeArrowheads="1"/>
          </p:cNvSpPr>
          <p:nvPr/>
        </p:nvSpPr>
        <p:spPr bwMode="auto">
          <a:xfrm>
            <a:off x="486499" y="3109498"/>
            <a:ext cx="630237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因此，整个光源在</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y</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点引起的干涉图样总强度为： </a:t>
            </a:r>
          </a:p>
        </p:txBody>
      </p:sp>
      <p:graphicFrame>
        <p:nvGraphicFramePr>
          <p:cNvPr id="51" name="对象 50">
            <a:extLst>
              <a:ext uri="{FF2B5EF4-FFF2-40B4-BE49-F238E27FC236}">
                <a16:creationId xmlns:a16="http://schemas.microsoft.com/office/drawing/2014/main" id="{EDDACD6D-2576-458D-8AEE-D4194892CF1A}"/>
              </a:ext>
            </a:extLst>
          </p:cNvPr>
          <p:cNvGraphicFramePr>
            <a:graphicFrameLocks noChangeAspect="1"/>
          </p:cNvGraphicFramePr>
          <p:nvPr>
            <p:extLst>
              <p:ext uri="{D42A27DB-BD31-4B8C-83A1-F6EECF244321}">
                <p14:modId xmlns:p14="http://schemas.microsoft.com/office/powerpoint/2010/main" val="3336562439"/>
              </p:ext>
            </p:extLst>
          </p:nvPr>
        </p:nvGraphicFramePr>
        <p:xfrm>
          <a:off x="462662" y="3561959"/>
          <a:ext cx="8532000" cy="950279"/>
        </p:xfrm>
        <a:graphic>
          <a:graphicData uri="http://schemas.openxmlformats.org/presentationml/2006/ole">
            <mc:AlternateContent xmlns:mc="http://schemas.openxmlformats.org/markup-compatibility/2006">
              <mc:Choice xmlns:v="urn:schemas-microsoft-com:vml" Requires="v">
                <p:oleObj name="Equation" r:id="rId4" imgW="4317840" imgH="482400" progId="Equation.DSMT4">
                  <p:embed/>
                </p:oleObj>
              </mc:Choice>
              <mc:Fallback>
                <p:oleObj name="Equation" r:id="rId4" imgW="4317840" imgH="482400" progId="Equation.DSMT4">
                  <p:embed/>
                  <p:pic>
                    <p:nvPicPr>
                      <p:cNvPr id="20" name="对象 19"/>
                      <p:cNvPicPr/>
                      <p:nvPr/>
                    </p:nvPicPr>
                    <p:blipFill>
                      <a:blip r:embed="rId5"/>
                      <a:stretch>
                        <a:fillRect/>
                      </a:stretch>
                    </p:blipFill>
                    <p:spPr>
                      <a:xfrm>
                        <a:off x="462662" y="3561959"/>
                        <a:ext cx="8532000" cy="950279"/>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7FB5E3C4-411D-41D8-AB99-7838B40E3AFE}"/>
              </a:ext>
            </a:extLst>
          </p:cNvPr>
          <p:cNvGraphicFramePr>
            <a:graphicFrameLocks noChangeAspect="1"/>
          </p:cNvGraphicFramePr>
          <p:nvPr>
            <p:extLst>
              <p:ext uri="{D42A27DB-BD31-4B8C-83A1-F6EECF244321}">
                <p14:modId xmlns:p14="http://schemas.microsoft.com/office/powerpoint/2010/main" val="8127842"/>
              </p:ext>
            </p:extLst>
          </p:nvPr>
        </p:nvGraphicFramePr>
        <p:xfrm>
          <a:off x="1439804" y="4660229"/>
          <a:ext cx="1083581" cy="781185"/>
        </p:xfrm>
        <a:graphic>
          <a:graphicData uri="http://schemas.openxmlformats.org/presentationml/2006/ole">
            <mc:AlternateContent xmlns:mc="http://schemas.openxmlformats.org/markup-compatibility/2006">
              <mc:Choice xmlns:v="urn:schemas-microsoft-com:vml" Requires="v">
                <p:oleObj name="Equation" r:id="rId6" imgW="545760" imgH="393480" progId="Equation.DSMT4">
                  <p:embed/>
                </p:oleObj>
              </mc:Choice>
              <mc:Fallback>
                <p:oleObj name="Equation" r:id="rId6" imgW="545760" imgH="393480" progId="Equation.DSMT4">
                  <p:embed/>
                  <p:pic>
                    <p:nvPicPr>
                      <p:cNvPr id="21" name="对象 20"/>
                      <p:cNvPicPr/>
                      <p:nvPr/>
                    </p:nvPicPr>
                    <p:blipFill>
                      <a:blip r:embed="rId7"/>
                      <a:stretch>
                        <a:fillRect/>
                      </a:stretch>
                    </p:blipFill>
                    <p:spPr>
                      <a:xfrm>
                        <a:off x="1439804" y="4660229"/>
                        <a:ext cx="1083581" cy="781185"/>
                      </a:xfrm>
                      <a:prstGeom prst="rect">
                        <a:avLst/>
                      </a:prstGeom>
                    </p:spPr>
                  </p:pic>
                </p:oleObj>
              </mc:Fallback>
            </mc:AlternateContent>
          </a:graphicData>
        </a:graphic>
      </p:graphicFrame>
      <p:sp>
        <p:nvSpPr>
          <p:cNvPr id="53" name="Rectangle 7">
            <a:extLst>
              <a:ext uri="{FF2B5EF4-FFF2-40B4-BE49-F238E27FC236}">
                <a16:creationId xmlns:a16="http://schemas.microsoft.com/office/drawing/2014/main" id="{363115A6-8D66-40FD-B3E8-1A8318B83BCA}"/>
              </a:ext>
            </a:extLst>
          </p:cNvPr>
          <p:cNvSpPr>
            <a:spLocks noChangeArrowheads="1"/>
          </p:cNvSpPr>
          <p:nvPr/>
        </p:nvSpPr>
        <p:spPr bwMode="auto">
          <a:xfrm>
            <a:off x="531000" y="4856352"/>
            <a:ext cx="592360"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其中</a:t>
            </a:r>
          </a:p>
        </p:txBody>
      </p:sp>
      <p:sp>
        <p:nvSpPr>
          <p:cNvPr id="54" name="Rectangle 7">
            <a:extLst>
              <a:ext uri="{FF2B5EF4-FFF2-40B4-BE49-F238E27FC236}">
                <a16:creationId xmlns:a16="http://schemas.microsoft.com/office/drawing/2014/main" id="{9A35CCFA-8984-432F-9D2F-290F1DB4A98A}"/>
              </a:ext>
            </a:extLst>
          </p:cNvPr>
          <p:cNvSpPr>
            <a:spLocks noChangeArrowheads="1"/>
          </p:cNvSpPr>
          <p:nvPr/>
        </p:nvSpPr>
        <p:spPr bwMode="auto">
          <a:xfrm>
            <a:off x="3201911" y="4949098"/>
            <a:ext cx="1092840"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由此得到</a:t>
            </a:r>
          </a:p>
        </p:txBody>
      </p:sp>
      <p:graphicFrame>
        <p:nvGraphicFramePr>
          <p:cNvPr id="55" name="对象 54">
            <a:extLst>
              <a:ext uri="{FF2B5EF4-FFF2-40B4-BE49-F238E27FC236}">
                <a16:creationId xmlns:a16="http://schemas.microsoft.com/office/drawing/2014/main" id="{9B9423D7-224C-455F-ADFD-B7FDA21BC93A}"/>
              </a:ext>
            </a:extLst>
          </p:cNvPr>
          <p:cNvGraphicFramePr>
            <a:graphicFrameLocks noChangeAspect="1"/>
          </p:cNvGraphicFramePr>
          <p:nvPr>
            <p:extLst>
              <p:ext uri="{D42A27DB-BD31-4B8C-83A1-F6EECF244321}">
                <p14:modId xmlns:p14="http://schemas.microsoft.com/office/powerpoint/2010/main" val="998253785"/>
              </p:ext>
            </p:extLst>
          </p:nvPr>
        </p:nvGraphicFramePr>
        <p:xfrm>
          <a:off x="4554895" y="4702137"/>
          <a:ext cx="2592000" cy="880298"/>
        </p:xfrm>
        <a:graphic>
          <a:graphicData uri="http://schemas.openxmlformats.org/presentationml/2006/ole">
            <mc:AlternateContent xmlns:mc="http://schemas.openxmlformats.org/markup-compatibility/2006">
              <mc:Choice xmlns:v="urn:schemas-microsoft-com:vml" Requires="v">
                <p:oleObj name="Equation" r:id="rId8" imgW="1346040" imgH="457200" progId="Equation.DSMT4">
                  <p:embed/>
                </p:oleObj>
              </mc:Choice>
              <mc:Fallback>
                <p:oleObj name="Equation" r:id="rId8" imgW="1346040" imgH="457200" progId="Equation.DSMT4">
                  <p:embed/>
                  <p:pic>
                    <p:nvPicPr>
                      <p:cNvPr id="22" name="对象 21"/>
                      <p:cNvPicPr/>
                      <p:nvPr/>
                    </p:nvPicPr>
                    <p:blipFill>
                      <a:blip r:embed="rId9"/>
                      <a:stretch>
                        <a:fillRect/>
                      </a:stretch>
                    </p:blipFill>
                    <p:spPr>
                      <a:xfrm>
                        <a:off x="4554895" y="4702137"/>
                        <a:ext cx="2592000" cy="880298"/>
                      </a:xfrm>
                      <a:prstGeom prst="rect">
                        <a:avLst/>
                      </a:prstGeom>
                    </p:spPr>
                  </p:pic>
                </p:oleObj>
              </mc:Fallback>
            </mc:AlternateContent>
          </a:graphicData>
        </a:graphic>
      </p:graphicFrame>
      <p:graphicFrame>
        <p:nvGraphicFramePr>
          <p:cNvPr id="56" name="对象 55">
            <a:extLst>
              <a:ext uri="{FF2B5EF4-FFF2-40B4-BE49-F238E27FC236}">
                <a16:creationId xmlns:a16="http://schemas.microsoft.com/office/drawing/2014/main" id="{046B0486-73FD-405E-A6AE-24AD17D37F00}"/>
              </a:ext>
            </a:extLst>
          </p:cNvPr>
          <p:cNvGraphicFramePr>
            <a:graphicFrameLocks noChangeAspect="1"/>
          </p:cNvGraphicFramePr>
          <p:nvPr>
            <p:extLst>
              <p:ext uri="{D42A27DB-BD31-4B8C-83A1-F6EECF244321}">
                <p14:modId xmlns:p14="http://schemas.microsoft.com/office/powerpoint/2010/main" val="1746815530"/>
              </p:ext>
            </p:extLst>
          </p:nvPr>
        </p:nvGraphicFramePr>
        <p:xfrm>
          <a:off x="857582" y="5682149"/>
          <a:ext cx="2592000" cy="888687"/>
        </p:xfrm>
        <a:graphic>
          <a:graphicData uri="http://schemas.openxmlformats.org/presentationml/2006/ole">
            <mc:AlternateContent xmlns:mc="http://schemas.openxmlformats.org/markup-compatibility/2006">
              <mc:Choice xmlns:v="urn:schemas-microsoft-com:vml" Requires="v">
                <p:oleObj name="Equation" r:id="rId10" imgW="1333440" imgH="457200" progId="Equation.DSMT4">
                  <p:embed/>
                </p:oleObj>
              </mc:Choice>
              <mc:Fallback>
                <p:oleObj name="Equation" r:id="rId10" imgW="1333440" imgH="457200" progId="Equation.DSMT4">
                  <p:embed/>
                  <p:pic>
                    <p:nvPicPr>
                      <p:cNvPr id="23" name="对象 22"/>
                      <p:cNvPicPr/>
                      <p:nvPr/>
                    </p:nvPicPr>
                    <p:blipFill>
                      <a:blip r:embed="rId11"/>
                      <a:stretch>
                        <a:fillRect/>
                      </a:stretch>
                    </p:blipFill>
                    <p:spPr>
                      <a:xfrm>
                        <a:off x="857582" y="5682149"/>
                        <a:ext cx="2592000" cy="888687"/>
                      </a:xfrm>
                      <a:prstGeom prst="rect">
                        <a:avLst/>
                      </a:prstGeom>
                    </p:spPr>
                  </p:pic>
                </p:oleObj>
              </mc:Fallback>
            </mc:AlternateContent>
          </a:graphicData>
        </a:graphic>
      </p:graphicFrame>
      <p:sp>
        <p:nvSpPr>
          <p:cNvPr id="57" name="Rectangle 7">
            <a:extLst>
              <a:ext uri="{FF2B5EF4-FFF2-40B4-BE49-F238E27FC236}">
                <a16:creationId xmlns:a16="http://schemas.microsoft.com/office/drawing/2014/main" id="{E2552C86-01E5-48F0-96A1-47317A00B7D9}"/>
              </a:ext>
            </a:extLst>
          </p:cNvPr>
          <p:cNvSpPr>
            <a:spLocks noChangeArrowheads="1"/>
          </p:cNvSpPr>
          <p:nvPr/>
        </p:nvSpPr>
        <p:spPr bwMode="auto">
          <a:xfrm>
            <a:off x="4084827" y="6019295"/>
            <a:ext cx="1092840"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衬比度为</a:t>
            </a:r>
          </a:p>
        </p:txBody>
      </p:sp>
      <p:graphicFrame>
        <p:nvGraphicFramePr>
          <p:cNvPr id="58" name="对象 57">
            <a:extLst>
              <a:ext uri="{FF2B5EF4-FFF2-40B4-BE49-F238E27FC236}">
                <a16:creationId xmlns:a16="http://schemas.microsoft.com/office/drawing/2014/main" id="{FF2C0BC3-F51D-4EBB-9E8E-1182C009F6BB}"/>
              </a:ext>
            </a:extLst>
          </p:cNvPr>
          <p:cNvGraphicFramePr>
            <a:graphicFrameLocks noChangeAspect="1"/>
          </p:cNvGraphicFramePr>
          <p:nvPr>
            <p:extLst>
              <p:ext uri="{D42A27DB-BD31-4B8C-83A1-F6EECF244321}">
                <p14:modId xmlns:p14="http://schemas.microsoft.com/office/powerpoint/2010/main" val="1711212005"/>
              </p:ext>
            </p:extLst>
          </p:nvPr>
        </p:nvGraphicFramePr>
        <p:xfrm>
          <a:off x="5426658" y="5706836"/>
          <a:ext cx="1270590" cy="864000"/>
        </p:xfrm>
        <a:graphic>
          <a:graphicData uri="http://schemas.openxmlformats.org/presentationml/2006/ole">
            <mc:AlternateContent xmlns:mc="http://schemas.openxmlformats.org/markup-compatibility/2006">
              <mc:Choice xmlns:v="urn:schemas-microsoft-com:vml" Requires="v">
                <p:oleObj name="Equation" r:id="rId12" imgW="634680" imgH="431640" progId="Equation.DSMT4">
                  <p:embed/>
                </p:oleObj>
              </mc:Choice>
              <mc:Fallback>
                <p:oleObj name="Equation" r:id="rId12" imgW="634680" imgH="431640" progId="Equation.DSMT4">
                  <p:embed/>
                  <p:pic>
                    <p:nvPicPr>
                      <p:cNvPr id="25" name="对象 24"/>
                      <p:cNvPicPr/>
                      <p:nvPr/>
                    </p:nvPicPr>
                    <p:blipFill>
                      <a:blip r:embed="rId13"/>
                      <a:stretch>
                        <a:fillRect/>
                      </a:stretch>
                    </p:blipFill>
                    <p:spPr>
                      <a:xfrm>
                        <a:off x="5426658" y="5706836"/>
                        <a:ext cx="1270590" cy="864000"/>
                      </a:xfrm>
                      <a:prstGeom prst="rect">
                        <a:avLst/>
                      </a:prstGeom>
                    </p:spPr>
                  </p:pic>
                </p:oleObj>
              </mc:Fallback>
            </mc:AlternateContent>
          </a:graphicData>
        </a:graphic>
      </p:graphicFrame>
    </p:spTree>
    <p:extLst>
      <p:ext uri="{BB962C8B-B14F-4D97-AF65-F5344CB8AC3E}">
        <p14:creationId xmlns:p14="http://schemas.microsoft.com/office/powerpoint/2010/main" val="2219066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666">
            <a:extLst>
              <a:ext uri="{FF2B5EF4-FFF2-40B4-BE49-F238E27FC236}">
                <a16:creationId xmlns:a16="http://schemas.microsoft.com/office/drawing/2014/main" id="{7F768670-06D1-4918-B44E-9ED6BE313A3D}"/>
              </a:ext>
            </a:extLst>
          </p:cNvPr>
          <p:cNvGrpSpPr>
            <a:grpSpLocks/>
          </p:cNvGrpSpPr>
          <p:nvPr/>
        </p:nvGrpSpPr>
        <p:grpSpPr bwMode="auto">
          <a:xfrm>
            <a:off x="224261" y="201547"/>
            <a:ext cx="8510665" cy="3463795"/>
            <a:chOff x="254" y="734"/>
            <a:chExt cx="5160" cy="1984"/>
          </a:xfrm>
        </p:grpSpPr>
        <p:grpSp>
          <p:nvGrpSpPr>
            <p:cNvPr id="5" name="Group 2454">
              <a:extLst>
                <a:ext uri="{FF2B5EF4-FFF2-40B4-BE49-F238E27FC236}">
                  <a16:creationId xmlns:a16="http://schemas.microsoft.com/office/drawing/2014/main" id="{D33C06C0-A266-4950-A438-A66B1F91F5D5}"/>
                </a:ext>
              </a:extLst>
            </p:cNvPr>
            <p:cNvGrpSpPr>
              <a:grpSpLocks/>
            </p:cNvGrpSpPr>
            <p:nvPr/>
          </p:nvGrpSpPr>
          <p:grpSpPr bwMode="auto">
            <a:xfrm>
              <a:off x="254" y="734"/>
              <a:ext cx="2717" cy="1977"/>
              <a:chOff x="254" y="734"/>
              <a:chExt cx="2717" cy="1977"/>
            </a:xfrm>
          </p:grpSpPr>
          <p:sp>
            <p:nvSpPr>
              <p:cNvPr id="320" name="Text Box 15">
                <a:extLst>
                  <a:ext uri="{FF2B5EF4-FFF2-40B4-BE49-F238E27FC236}">
                    <a16:creationId xmlns:a16="http://schemas.microsoft.com/office/drawing/2014/main" id="{8F6EE410-E067-4A5C-9464-9F7271203408}"/>
                  </a:ext>
                </a:extLst>
              </p:cNvPr>
              <p:cNvSpPr txBox="1">
                <a:spLocks noChangeAspect="1" noChangeArrowheads="1"/>
              </p:cNvSpPr>
              <p:nvPr/>
            </p:nvSpPr>
            <p:spPr bwMode="auto">
              <a:xfrm>
                <a:off x="373" y="2558"/>
                <a:ext cx="2446"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a:solidFill>
                      <a:prstClr val="black"/>
                    </a:solidFill>
                    <a:latin typeface="微软雅黑" panose="020B0503020204020204" pitchFamily="34" charset="-122"/>
                    <a:ea typeface="微软雅黑" panose="020B0503020204020204" pitchFamily="34" charset="-122"/>
                  </a:rPr>
                  <a:t>(a) </a:t>
                </a:r>
                <a:r>
                  <a:rPr lang="zh-CN" altLang="en-US" sz="1400">
                    <a:solidFill>
                      <a:prstClr val="black"/>
                    </a:solidFill>
                    <a:latin typeface="微软雅黑" panose="020B0503020204020204" pitchFamily="34" charset="-122"/>
                    <a:ea typeface="微软雅黑" panose="020B0503020204020204" pitchFamily="34" charset="-122"/>
                  </a:rPr>
                  <a:t>干涉图样的归一化强度分布</a:t>
                </a:r>
              </a:p>
            </p:txBody>
          </p:sp>
          <p:grpSp>
            <p:nvGrpSpPr>
              <p:cNvPr id="321" name="Group 16">
                <a:extLst>
                  <a:ext uri="{FF2B5EF4-FFF2-40B4-BE49-F238E27FC236}">
                    <a16:creationId xmlns:a16="http://schemas.microsoft.com/office/drawing/2014/main" id="{672DC893-943A-4FAE-8061-5612303322A5}"/>
                  </a:ext>
                </a:extLst>
              </p:cNvPr>
              <p:cNvGrpSpPr>
                <a:grpSpLocks noChangeAspect="1"/>
              </p:cNvGrpSpPr>
              <p:nvPr/>
            </p:nvGrpSpPr>
            <p:grpSpPr bwMode="auto">
              <a:xfrm>
                <a:off x="254" y="734"/>
                <a:ext cx="2717" cy="1917"/>
                <a:chOff x="416" y="1088"/>
                <a:chExt cx="2606" cy="1840"/>
              </a:xfrm>
            </p:grpSpPr>
            <p:pic>
              <p:nvPicPr>
                <p:cNvPr id="322" name="Picture 17">
                  <a:extLst>
                    <a:ext uri="{FF2B5EF4-FFF2-40B4-BE49-F238E27FC236}">
                      <a16:creationId xmlns:a16="http://schemas.microsoft.com/office/drawing/2014/main" id="{FF5414BD-F08E-4ED2-BB3A-31B55C9EB6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6" y="1124"/>
                  <a:ext cx="2292" cy="1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3" name="Group 18">
                  <a:extLst>
                    <a:ext uri="{FF2B5EF4-FFF2-40B4-BE49-F238E27FC236}">
                      <a16:creationId xmlns:a16="http://schemas.microsoft.com/office/drawing/2014/main" id="{F1D4E9A0-2186-404D-BD6D-E0FE6ED1E953}"/>
                    </a:ext>
                  </a:extLst>
                </p:cNvPr>
                <p:cNvGrpSpPr>
                  <a:grpSpLocks noChangeAspect="1"/>
                </p:cNvGrpSpPr>
                <p:nvPr/>
              </p:nvGrpSpPr>
              <p:grpSpPr bwMode="auto">
                <a:xfrm>
                  <a:off x="817" y="1088"/>
                  <a:ext cx="2205" cy="1794"/>
                  <a:chOff x="817" y="1088"/>
                  <a:chExt cx="2205" cy="1794"/>
                </a:xfrm>
              </p:grpSpPr>
              <p:sp>
                <p:nvSpPr>
                  <p:cNvPr id="324" name="Line 19">
                    <a:extLst>
                      <a:ext uri="{FF2B5EF4-FFF2-40B4-BE49-F238E27FC236}">
                        <a16:creationId xmlns:a16="http://schemas.microsoft.com/office/drawing/2014/main" id="{A7B9C5FA-900D-4A26-9304-380BBA942A5E}"/>
                      </a:ext>
                    </a:extLst>
                  </p:cNvPr>
                  <p:cNvSpPr>
                    <a:spLocks noChangeAspect="1" noChangeShapeType="1"/>
                  </p:cNvSpPr>
                  <p:nvPr/>
                </p:nvSpPr>
                <p:spPr bwMode="auto">
                  <a:xfrm>
                    <a:off x="2577" y="2555"/>
                    <a:ext cx="333" cy="0"/>
                  </a:xfrm>
                  <a:prstGeom prst="line">
                    <a:avLst/>
                  </a:prstGeom>
                  <a:noFill/>
                  <a:ln w="9525">
                    <a:solidFill>
                      <a:srgbClr val="000000"/>
                    </a:solidFill>
                    <a:round/>
                    <a:headEnd/>
                    <a:tailEnd type="arrow" w="sm" len="sm"/>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25" name="Text Box 20">
                    <a:extLst>
                      <a:ext uri="{FF2B5EF4-FFF2-40B4-BE49-F238E27FC236}">
                        <a16:creationId xmlns:a16="http://schemas.microsoft.com/office/drawing/2014/main" id="{4956379B-4EB5-445C-9F95-9157F7C5A800}"/>
                      </a:ext>
                    </a:extLst>
                  </p:cNvPr>
                  <p:cNvSpPr txBox="1">
                    <a:spLocks noChangeAspect="1" noChangeArrowheads="1"/>
                  </p:cNvSpPr>
                  <p:nvPr/>
                </p:nvSpPr>
                <p:spPr bwMode="auto">
                  <a:xfrm>
                    <a:off x="2633" y="2335"/>
                    <a:ext cx="2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endParaRPr lang="zh-CN" altLang="zh-CN" sz="1400" b="1">
                      <a:solidFill>
                        <a:srgbClr val="000099"/>
                      </a:solidFill>
                      <a:latin typeface="Times New Roman" pitchFamily="18" charset="0"/>
                      <a:ea typeface="宋体" panose="02010600030101010101" pitchFamily="2" charset="-122"/>
                    </a:endParaRPr>
                  </a:p>
                </p:txBody>
              </p:sp>
              <p:sp>
                <p:nvSpPr>
                  <p:cNvPr id="326" name="Text Box 21">
                    <a:extLst>
                      <a:ext uri="{FF2B5EF4-FFF2-40B4-BE49-F238E27FC236}">
                        <a16:creationId xmlns:a16="http://schemas.microsoft.com/office/drawing/2014/main" id="{4A99704C-5416-44E0-B23B-EB6FE8411D29}"/>
                      </a:ext>
                    </a:extLst>
                  </p:cNvPr>
                  <p:cNvSpPr txBox="1">
                    <a:spLocks noChangeAspect="1" noChangeArrowheads="1"/>
                  </p:cNvSpPr>
                  <p:nvPr/>
                </p:nvSpPr>
                <p:spPr bwMode="auto">
                  <a:xfrm>
                    <a:off x="817" y="1088"/>
                    <a:ext cx="243"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400" dirty="0">
                        <a:solidFill>
                          <a:prstClr val="black"/>
                        </a:solidFill>
                        <a:latin typeface="Times New Roman" pitchFamily="18" charset="0"/>
                        <a:ea typeface="宋体" panose="02010600030101010101" pitchFamily="2" charset="-122"/>
                        <a:cs typeface="Times New Roman" panose="02020603050405020304" pitchFamily="18" charset="0"/>
                      </a:rPr>
                      <a:t>/4</a:t>
                    </a:r>
                    <a:r>
                      <a:rPr lang="en-US" altLang="zh-CN" sz="1400" i="1" dirty="0">
                        <a:solidFill>
                          <a:prstClr val="black"/>
                        </a:solidFill>
                        <a:latin typeface="Times New Roman" pitchFamily="18" charset="0"/>
                        <a:ea typeface="宋体" panose="02010600030101010101" pitchFamily="2" charset="-122"/>
                        <a:cs typeface="Times New Roman" panose="02020603050405020304" pitchFamily="18" charset="0"/>
                      </a:rPr>
                      <a:t>I</a:t>
                    </a:r>
                    <a:r>
                      <a:rPr lang="en-US" altLang="zh-CN" sz="1400" baseline="-25000" dirty="0">
                        <a:solidFill>
                          <a:prstClr val="black"/>
                        </a:solidFill>
                        <a:latin typeface="Times New Roman" pitchFamily="18" charset="0"/>
                        <a:ea typeface="宋体" panose="02010600030101010101" pitchFamily="2" charset="-122"/>
                        <a:cs typeface="Times New Roman" panose="02020603050405020304" pitchFamily="18" charset="0"/>
                      </a:rPr>
                      <a:t>0</a:t>
                    </a:r>
                  </a:p>
                </p:txBody>
              </p:sp>
              <p:sp>
                <p:nvSpPr>
                  <p:cNvPr id="327" name="Text Box 22">
                    <a:extLst>
                      <a:ext uri="{FF2B5EF4-FFF2-40B4-BE49-F238E27FC236}">
                        <a16:creationId xmlns:a16="http://schemas.microsoft.com/office/drawing/2014/main" id="{3BEFB328-0CB6-40EE-B3A2-8BD82E377B3C}"/>
                      </a:ext>
                    </a:extLst>
                  </p:cNvPr>
                  <p:cNvSpPr txBox="1">
                    <a:spLocks noChangeAspect="1" noChangeArrowheads="1"/>
                  </p:cNvSpPr>
                  <p:nvPr/>
                </p:nvSpPr>
                <p:spPr bwMode="auto">
                  <a:xfrm>
                    <a:off x="2566" y="2577"/>
                    <a:ext cx="45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d</a:t>
                    </a:r>
                    <a:r>
                      <a:rPr lang="en-US" altLang="zh-CN" sz="1400" dirty="0">
                        <a:solidFill>
                          <a:prstClr val="black"/>
                        </a:solidFill>
                        <a:latin typeface="Times New Roman" pitchFamily="18" charset="0"/>
                        <a:ea typeface="宋体" panose="02010600030101010101" pitchFamily="2" charset="-122"/>
                        <a:cs typeface="Times New Roman" panose="02020603050405020304" pitchFamily="18" charset="0"/>
                      </a:rPr>
                      <a:t>/2</a:t>
                    </a:r>
                    <a:r>
                      <a:rPr lang="el-GR" altLang="zh-CN" sz="1400" dirty="0">
                        <a:solidFill>
                          <a:prstClr val="black"/>
                        </a:solidFill>
                        <a:latin typeface="Times New Roman" pitchFamily="18" charset="0"/>
                        <a:ea typeface="宋体" panose="02010600030101010101" pitchFamily="2" charset="-122"/>
                        <a:cs typeface="Times New Roman" panose="02020603050405020304" pitchFamily="18" charset="0"/>
                      </a:rPr>
                      <a:t>π</a:t>
                    </a:r>
                    <a:endParaRPr lang="en-US" altLang="zh-CN" sz="1400" dirty="0">
                      <a:solidFill>
                        <a:prstClr val="black"/>
                      </a:solidFill>
                      <a:latin typeface="Times New Roman" pitchFamily="18" charset="0"/>
                      <a:ea typeface="宋体" panose="02010600030101010101" pitchFamily="2" charset="-122"/>
                      <a:cs typeface="Times New Roman" panose="02020603050405020304" pitchFamily="18" charset="0"/>
                    </a:endParaRPr>
                  </a:p>
                </p:txBody>
              </p:sp>
              <p:sp>
                <p:nvSpPr>
                  <p:cNvPr id="328" name="Text Box 23">
                    <a:extLst>
                      <a:ext uri="{FF2B5EF4-FFF2-40B4-BE49-F238E27FC236}">
                        <a16:creationId xmlns:a16="http://schemas.microsoft.com/office/drawing/2014/main" id="{3B384DEB-D8BC-4599-B1BC-598BB8CEAB33}"/>
                      </a:ext>
                    </a:extLst>
                  </p:cNvPr>
                  <p:cNvSpPr txBox="1">
                    <a:spLocks noChangeAspect="1" noChangeArrowheads="1"/>
                  </p:cNvSpPr>
                  <p:nvPr/>
                </p:nvSpPr>
                <p:spPr bwMode="auto">
                  <a:xfrm>
                    <a:off x="2555" y="1201"/>
                    <a:ext cx="40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γ</a:t>
                    </a:r>
                    <a:r>
                      <a:rPr lang="en-US"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solidFill>
                          <a:prstClr val="black"/>
                        </a:solidFill>
                        <a:latin typeface="Times New Roman" pitchFamily="18" charset="0"/>
                        <a:ea typeface="宋体" panose="02010600030101010101" pitchFamily="2" charset="-122"/>
                        <a:cs typeface="Times New Roman" panose="02020603050405020304" pitchFamily="18" charset="0"/>
                      </a:rPr>
                      <a:t>1.0</a:t>
                    </a:r>
                    <a:endParaRPr lang="en-US" altLang="zh-CN" sz="1400" b="1" baseline="-25000" dirty="0">
                      <a:solidFill>
                        <a:prstClr val="black"/>
                      </a:solidFill>
                      <a:latin typeface="Times New Roman" pitchFamily="18" charset="0"/>
                      <a:ea typeface="宋体" panose="02010600030101010101" pitchFamily="2" charset="-122"/>
                      <a:cs typeface="Times New Roman" panose="02020603050405020304" pitchFamily="18" charset="0"/>
                    </a:endParaRPr>
                  </a:p>
                </p:txBody>
              </p:sp>
              <p:sp>
                <p:nvSpPr>
                  <p:cNvPr id="329" name="Text Box 24">
                    <a:extLst>
                      <a:ext uri="{FF2B5EF4-FFF2-40B4-BE49-F238E27FC236}">
                        <a16:creationId xmlns:a16="http://schemas.microsoft.com/office/drawing/2014/main" id="{ADAF1677-B717-4E09-8E61-1C5FDEAFAA13}"/>
                      </a:ext>
                    </a:extLst>
                  </p:cNvPr>
                  <p:cNvSpPr txBox="1">
                    <a:spLocks noChangeAspect="1" noChangeArrowheads="1"/>
                  </p:cNvSpPr>
                  <p:nvPr/>
                </p:nvSpPr>
                <p:spPr bwMode="auto">
                  <a:xfrm>
                    <a:off x="2557" y="1572"/>
                    <a:ext cx="40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γ </a:t>
                    </a:r>
                    <a:r>
                      <a:rPr lang="en-US"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solidFill>
                          <a:prstClr val="black"/>
                        </a:solidFill>
                        <a:latin typeface="Times New Roman" pitchFamily="18" charset="0"/>
                        <a:ea typeface="宋体" panose="02010600030101010101" pitchFamily="2" charset="-122"/>
                        <a:cs typeface="Times New Roman" panose="02020603050405020304" pitchFamily="18" charset="0"/>
                      </a:rPr>
                      <a:t>0.5</a:t>
                    </a:r>
                    <a:endParaRPr lang="en-US" altLang="zh-CN" sz="1400" b="1" baseline="-25000" dirty="0">
                      <a:solidFill>
                        <a:prstClr val="black"/>
                      </a:solidFill>
                      <a:latin typeface="Times New Roman" pitchFamily="18" charset="0"/>
                      <a:ea typeface="宋体" panose="02010600030101010101" pitchFamily="2" charset="-122"/>
                      <a:cs typeface="Times New Roman" panose="02020603050405020304" pitchFamily="18" charset="0"/>
                    </a:endParaRPr>
                  </a:p>
                </p:txBody>
              </p:sp>
              <p:sp>
                <p:nvSpPr>
                  <p:cNvPr id="330" name="Text Box 25">
                    <a:extLst>
                      <a:ext uri="{FF2B5EF4-FFF2-40B4-BE49-F238E27FC236}">
                        <a16:creationId xmlns:a16="http://schemas.microsoft.com/office/drawing/2014/main" id="{50A826B1-E0CB-4CD1-B410-48F184B746B6}"/>
                      </a:ext>
                    </a:extLst>
                  </p:cNvPr>
                  <p:cNvSpPr txBox="1">
                    <a:spLocks noChangeAspect="1" noChangeArrowheads="1"/>
                  </p:cNvSpPr>
                  <p:nvPr/>
                </p:nvSpPr>
                <p:spPr bwMode="auto">
                  <a:xfrm>
                    <a:off x="2557" y="1386"/>
                    <a:ext cx="40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γ </a:t>
                    </a:r>
                    <a:r>
                      <a:rPr lang="en-US"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solidFill>
                          <a:prstClr val="black"/>
                        </a:solidFill>
                        <a:latin typeface="Times New Roman" pitchFamily="18" charset="0"/>
                        <a:ea typeface="宋体" panose="02010600030101010101" pitchFamily="2" charset="-122"/>
                        <a:cs typeface="Times New Roman" panose="02020603050405020304" pitchFamily="18" charset="0"/>
                      </a:rPr>
                      <a:t>0.8</a:t>
                    </a:r>
                    <a:endParaRPr lang="en-US" altLang="zh-CN" sz="1400" b="1" baseline="-25000" dirty="0">
                      <a:solidFill>
                        <a:prstClr val="black"/>
                      </a:solidFill>
                      <a:latin typeface="Times New Roman" pitchFamily="18" charset="0"/>
                      <a:ea typeface="宋体" panose="02010600030101010101" pitchFamily="2" charset="-122"/>
                      <a:cs typeface="Times New Roman" panose="02020603050405020304" pitchFamily="18" charset="0"/>
                    </a:endParaRPr>
                  </a:p>
                </p:txBody>
              </p:sp>
              <p:sp>
                <p:nvSpPr>
                  <p:cNvPr id="331" name="Text Box 26">
                    <a:extLst>
                      <a:ext uri="{FF2B5EF4-FFF2-40B4-BE49-F238E27FC236}">
                        <a16:creationId xmlns:a16="http://schemas.microsoft.com/office/drawing/2014/main" id="{3005F838-D92E-4C1E-B152-4C6BB38EF389}"/>
                      </a:ext>
                    </a:extLst>
                  </p:cNvPr>
                  <p:cNvSpPr txBox="1">
                    <a:spLocks noChangeAspect="1" noChangeArrowheads="1"/>
                  </p:cNvSpPr>
                  <p:nvPr/>
                </p:nvSpPr>
                <p:spPr bwMode="auto">
                  <a:xfrm>
                    <a:off x="2557" y="1758"/>
                    <a:ext cx="408"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γ </a:t>
                    </a:r>
                    <a:r>
                      <a:rPr lang="en-US"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dirty="0">
                        <a:solidFill>
                          <a:prstClr val="black"/>
                        </a:solidFill>
                        <a:latin typeface="Times New Roman" pitchFamily="18" charset="0"/>
                        <a:ea typeface="宋体" panose="02010600030101010101" pitchFamily="2" charset="-122"/>
                        <a:cs typeface="Times New Roman" panose="02020603050405020304" pitchFamily="18" charset="0"/>
                      </a:rPr>
                      <a:t>0.2</a:t>
                    </a:r>
                    <a:endParaRPr lang="en-US" altLang="zh-CN" sz="1400" b="1" baseline="-25000" dirty="0">
                      <a:solidFill>
                        <a:prstClr val="black"/>
                      </a:solidFill>
                      <a:latin typeface="Times New Roman" pitchFamily="18" charset="0"/>
                      <a:ea typeface="宋体" panose="02010600030101010101" pitchFamily="2" charset="-122"/>
                      <a:cs typeface="Times New Roman" panose="02020603050405020304" pitchFamily="18" charset="0"/>
                    </a:endParaRPr>
                  </a:p>
                </p:txBody>
              </p:sp>
            </p:grpSp>
          </p:grpSp>
        </p:grpSp>
        <p:grpSp>
          <p:nvGrpSpPr>
            <p:cNvPr id="6" name="Group 2455">
              <a:extLst>
                <a:ext uri="{FF2B5EF4-FFF2-40B4-BE49-F238E27FC236}">
                  <a16:creationId xmlns:a16="http://schemas.microsoft.com/office/drawing/2014/main" id="{4CD10984-3103-4B78-A7B9-03B78A88BCD8}"/>
                </a:ext>
              </a:extLst>
            </p:cNvPr>
            <p:cNvGrpSpPr>
              <a:grpSpLocks/>
            </p:cNvGrpSpPr>
            <p:nvPr/>
          </p:nvGrpSpPr>
          <p:grpSpPr bwMode="auto">
            <a:xfrm>
              <a:off x="2849" y="760"/>
              <a:ext cx="2565" cy="1958"/>
              <a:chOff x="2849" y="760"/>
              <a:chExt cx="2565" cy="1958"/>
            </a:xfrm>
          </p:grpSpPr>
          <p:sp>
            <p:nvSpPr>
              <p:cNvPr id="7" name="Text Box 28">
                <a:extLst>
                  <a:ext uri="{FF2B5EF4-FFF2-40B4-BE49-F238E27FC236}">
                    <a16:creationId xmlns:a16="http://schemas.microsoft.com/office/drawing/2014/main" id="{4C101A53-F920-426C-810D-082681FCD1E9}"/>
                  </a:ext>
                </a:extLst>
              </p:cNvPr>
              <p:cNvSpPr txBox="1">
                <a:spLocks noChangeAspect="1" noChangeArrowheads="1"/>
              </p:cNvSpPr>
              <p:nvPr/>
            </p:nvSpPr>
            <p:spPr bwMode="auto">
              <a:xfrm>
                <a:off x="3052" y="2550"/>
                <a:ext cx="223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dirty="0">
                    <a:solidFill>
                      <a:prstClr val="black"/>
                    </a:solidFill>
                    <a:latin typeface="微软雅黑" panose="020B0503020204020204" pitchFamily="34" charset="-122"/>
                    <a:ea typeface="微软雅黑" panose="020B0503020204020204" pitchFamily="34" charset="-122"/>
                  </a:rPr>
                  <a:t>(b) </a:t>
                </a:r>
                <a:r>
                  <a:rPr lang="zh-CN" altLang="en-US" sz="1400" dirty="0">
                    <a:solidFill>
                      <a:prstClr val="black"/>
                    </a:solidFill>
                    <a:latin typeface="微软雅黑" panose="020B0503020204020204" pitchFamily="34" charset="-122"/>
                    <a:ea typeface="微软雅黑" panose="020B0503020204020204" pitchFamily="34" charset="-122"/>
                  </a:rPr>
                  <a:t>反衬度随光源宽度的变化</a:t>
                </a:r>
              </a:p>
            </p:txBody>
          </p:sp>
          <p:grpSp>
            <p:nvGrpSpPr>
              <p:cNvPr id="8" name="Group 2452">
                <a:extLst>
                  <a:ext uri="{FF2B5EF4-FFF2-40B4-BE49-F238E27FC236}">
                    <a16:creationId xmlns:a16="http://schemas.microsoft.com/office/drawing/2014/main" id="{29A64EA5-D505-4C9B-966B-ADA983D7FAE7}"/>
                  </a:ext>
                </a:extLst>
              </p:cNvPr>
              <p:cNvGrpSpPr>
                <a:grpSpLocks/>
              </p:cNvGrpSpPr>
              <p:nvPr/>
            </p:nvGrpSpPr>
            <p:grpSpPr bwMode="auto">
              <a:xfrm>
                <a:off x="3273" y="760"/>
                <a:ext cx="2141" cy="1691"/>
                <a:chOff x="3279" y="754"/>
                <a:chExt cx="2141" cy="1691"/>
              </a:xfrm>
            </p:grpSpPr>
            <p:sp>
              <p:nvSpPr>
                <p:cNvPr id="316" name="Line 31">
                  <a:extLst>
                    <a:ext uri="{FF2B5EF4-FFF2-40B4-BE49-F238E27FC236}">
                      <a16:creationId xmlns:a16="http://schemas.microsoft.com/office/drawing/2014/main" id="{D68B921A-1ABC-499B-83F8-DA3A2344FCCE}"/>
                    </a:ext>
                  </a:extLst>
                </p:cNvPr>
                <p:cNvSpPr>
                  <a:spLocks noChangeAspect="1" noChangeShapeType="1"/>
                </p:cNvSpPr>
                <p:nvPr/>
              </p:nvSpPr>
              <p:spPr bwMode="auto">
                <a:xfrm>
                  <a:off x="5101" y="2275"/>
                  <a:ext cx="249" cy="0"/>
                </a:xfrm>
                <a:prstGeom prst="line">
                  <a:avLst/>
                </a:prstGeom>
                <a:noFill/>
                <a:ln w="9525">
                  <a:solidFill>
                    <a:srgbClr val="000000"/>
                  </a:solidFill>
                  <a:round/>
                  <a:headEnd/>
                  <a:tailEnd type="arrow" w="sm" len="sm"/>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7" name="Text Box 32">
                  <a:extLst>
                    <a:ext uri="{FF2B5EF4-FFF2-40B4-BE49-F238E27FC236}">
                      <a16:creationId xmlns:a16="http://schemas.microsoft.com/office/drawing/2014/main" id="{016B2BB5-7829-4670-A986-5424BF53F3F1}"/>
                    </a:ext>
                  </a:extLst>
                </p:cNvPr>
                <p:cNvSpPr txBox="1">
                  <a:spLocks noChangeAspect="1" noChangeArrowheads="1"/>
                </p:cNvSpPr>
                <p:nvPr/>
              </p:nvSpPr>
              <p:spPr bwMode="auto">
                <a:xfrm>
                  <a:off x="5155" y="2296"/>
                  <a:ext cx="265"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defTabSz="914400" eaLnBrk="0" hangingPunct="0"/>
                  <a:r>
                    <a:rPr lang="en-US" altLang="zh-CN" sz="1400" i="1" dirty="0">
                      <a:solidFill>
                        <a:prstClr val="black"/>
                      </a:solidFill>
                      <a:latin typeface="Times New Roman" pitchFamily="18" charset="0"/>
                      <a:ea typeface="宋体" panose="02010600030101010101" pitchFamily="2" charset="-122"/>
                      <a:cs typeface="Times New Roman" panose="02020603050405020304" pitchFamily="18" charset="0"/>
                    </a:rPr>
                    <a:t>u/</a:t>
                  </a:r>
                  <a:r>
                    <a:rPr lang="en-US" altLang="zh-CN" sz="1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π</a:t>
                  </a:r>
                </a:p>
              </p:txBody>
            </p:sp>
            <p:sp>
              <p:nvSpPr>
                <p:cNvPr id="318" name="Text Box 33">
                  <a:extLst>
                    <a:ext uri="{FF2B5EF4-FFF2-40B4-BE49-F238E27FC236}">
                      <a16:creationId xmlns:a16="http://schemas.microsoft.com/office/drawing/2014/main" id="{31230925-DF0D-4E85-8416-EE0BC46F93DE}"/>
                    </a:ext>
                  </a:extLst>
                </p:cNvPr>
                <p:cNvSpPr txBox="1">
                  <a:spLocks noChangeAspect="1" noChangeArrowheads="1"/>
                </p:cNvSpPr>
                <p:nvPr/>
              </p:nvSpPr>
              <p:spPr bwMode="auto">
                <a:xfrm>
                  <a:off x="3279" y="754"/>
                  <a:ext cx="14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l-GR"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γ</a:t>
                  </a:r>
                  <a:endParaRPr lang="en-US" altLang="zh-CN" sz="1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9" name="Text Box 34">
                  <a:extLst>
                    <a:ext uri="{FF2B5EF4-FFF2-40B4-BE49-F238E27FC236}">
                      <a16:creationId xmlns:a16="http://schemas.microsoft.com/office/drawing/2014/main" id="{CC71D038-3F07-405F-8F28-5B0AEBC07D91}"/>
                    </a:ext>
                  </a:extLst>
                </p:cNvPr>
                <p:cNvSpPr txBox="1">
                  <a:spLocks noChangeAspect="1" noChangeArrowheads="1"/>
                </p:cNvSpPr>
                <p:nvPr/>
              </p:nvSpPr>
              <p:spPr bwMode="auto">
                <a:xfrm>
                  <a:off x="5159" y="2077"/>
                  <a:ext cx="19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endParaRPr lang="zh-CN" altLang="zh-CN" sz="1400" b="1">
                    <a:solidFill>
                      <a:srgbClr val="000099"/>
                    </a:solidFill>
                    <a:latin typeface="Times New Roman" pitchFamily="18" charset="0"/>
                    <a:ea typeface="宋体" panose="02010600030101010101" pitchFamily="2" charset="-122"/>
                  </a:endParaRPr>
                </a:p>
              </p:txBody>
            </p:sp>
          </p:grpSp>
          <p:grpSp>
            <p:nvGrpSpPr>
              <p:cNvPr id="9" name="Group 40">
                <a:extLst>
                  <a:ext uri="{FF2B5EF4-FFF2-40B4-BE49-F238E27FC236}">
                    <a16:creationId xmlns:a16="http://schemas.microsoft.com/office/drawing/2014/main" id="{A3F3858E-46D2-4060-B8EE-0C18EEA8603F}"/>
                  </a:ext>
                </a:extLst>
              </p:cNvPr>
              <p:cNvGrpSpPr>
                <a:grpSpLocks noChangeAspect="1"/>
              </p:cNvGrpSpPr>
              <p:nvPr/>
            </p:nvGrpSpPr>
            <p:grpSpPr bwMode="auto">
              <a:xfrm>
                <a:off x="2849" y="789"/>
                <a:ext cx="2391" cy="1879"/>
                <a:chOff x="2849" y="789"/>
                <a:chExt cx="2391" cy="1879"/>
              </a:xfrm>
            </p:grpSpPr>
            <p:sp>
              <p:nvSpPr>
                <p:cNvPr id="10" name="AutoShape 39">
                  <a:extLst>
                    <a:ext uri="{FF2B5EF4-FFF2-40B4-BE49-F238E27FC236}">
                      <a16:creationId xmlns:a16="http://schemas.microsoft.com/office/drawing/2014/main" id="{BCAF6CE8-3644-42F4-B0F4-9B72BCBE8645}"/>
                    </a:ext>
                  </a:extLst>
                </p:cNvPr>
                <p:cNvSpPr>
                  <a:spLocks noChangeAspect="1" noChangeArrowheads="1" noTextEdit="1"/>
                </p:cNvSpPr>
                <p:nvPr/>
              </p:nvSpPr>
              <p:spPr bwMode="auto">
                <a:xfrm>
                  <a:off x="2849" y="789"/>
                  <a:ext cx="2391" cy="1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defTabSz="914400" eaLnBrk="0" hangingPunct="0"/>
                  <a:endParaRPr lang="zh-CN" altLang="en-US" sz="1400" b="1">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1" name="Group 241">
                  <a:extLst>
                    <a:ext uri="{FF2B5EF4-FFF2-40B4-BE49-F238E27FC236}">
                      <a16:creationId xmlns:a16="http://schemas.microsoft.com/office/drawing/2014/main" id="{66A73D2A-070C-4AF3-88D4-0F46AE90B611}"/>
                    </a:ext>
                  </a:extLst>
                </p:cNvPr>
                <p:cNvGrpSpPr>
                  <a:grpSpLocks/>
                </p:cNvGrpSpPr>
                <p:nvPr/>
              </p:nvGrpSpPr>
              <p:grpSpPr bwMode="auto">
                <a:xfrm>
                  <a:off x="3090" y="893"/>
                  <a:ext cx="2110" cy="1615"/>
                  <a:chOff x="3090" y="893"/>
                  <a:chExt cx="2110" cy="1615"/>
                </a:xfrm>
              </p:grpSpPr>
              <p:sp>
                <p:nvSpPr>
                  <p:cNvPr id="116" name="Line 41">
                    <a:extLst>
                      <a:ext uri="{FF2B5EF4-FFF2-40B4-BE49-F238E27FC236}">
                        <a16:creationId xmlns:a16="http://schemas.microsoft.com/office/drawing/2014/main" id="{6C0A15F0-7EDD-43C0-9B85-36EA4DEAF31B}"/>
                      </a:ext>
                    </a:extLst>
                  </p:cNvPr>
                  <p:cNvSpPr>
                    <a:spLocks noChangeShapeType="1"/>
                  </p:cNvSpPr>
                  <p:nvPr/>
                </p:nvSpPr>
                <p:spPr bwMode="auto">
                  <a:xfrm>
                    <a:off x="3290" y="961"/>
                    <a:ext cx="1" cy="131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7" name="Line 42">
                    <a:extLst>
                      <a:ext uri="{FF2B5EF4-FFF2-40B4-BE49-F238E27FC236}">
                        <a16:creationId xmlns:a16="http://schemas.microsoft.com/office/drawing/2014/main" id="{C1474D0F-8CEA-4374-B33E-5E5E4F329E07}"/>
                      </a:ext>
                    </a:extLst>
                  </p:cNvPr>
                  <p:cNvSpPr>
                    <a:spLocks noChangeShapeType="1"/>
                  </p:cNvSpPr>
                  <p:nvPr/>
                </p:nvSpPr>
                <p:spPr bwMode="auto">
                  <a:xfrm>
                    <a:off x="3290" y="2279"/>
                    <a:ext cx="181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8" name="Line 43">
                    <a:extLst>
                      <a:ext uri="{FF2B5EF4-FFF2-40B4-BE49-F238E27FC236}">
                        <a16:creationId xmlns:a16="http://schemas.microsoft.com/office/drawing/2014/main" id="{146EAB34-F8DB-4DEF-91A8-1F4560E7A5C6}"/>
                      </a:ext>
                    </a:extLst>
                  </p:cNvPr>
                  <p:cNvSpPr>
                    <a:spLocks noChangeShapeType="1"/>
                  </p:cNvSpPr>
                  <p:nvPr/>
                </p:nvSpPr>
                <p:spPr bwMode="auto">
                  <a:xfrm flipV="1">
                    <a:off x="5106" y="961"/>
                    <a:ext cx="1" cy="131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9" name="Line 44">
                    <a:extLst>
                      <a:ext uri="{FF2B5EF4-FFF2-40B4-BE49-F238E27FC236}">
                        <a16:creationId xmlns:a16="http://schemas.microsoft.com/office/drawing/2014/main" id="{BFE23700-1C86-4249-8E8D-D438EDE6D0E8}"/>
                      </a:ext>
                    </a:extLst>
                  </p:cNvPr>
                  <p:cNvSpPr>
                    <a:spLocks noChangeShapeType="1"/>
                  </p:cNvSpPr>
                  <p:nvPr/>
                </p:nvSpPr>
                <p:spPr bwMode="auto">
                  <a:xfrm flipH="1">
                    <a:off x="3290" y="961"/>
                    <a:ext cx="181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0" name="Line 45">
                    <a:extLst>
                      <a:ext uri="{FF2B5EF4-FFF2-40B4-BE49-F238E27FC236}">
                        <a16:creationId xmlns:a16="http://schemas.microsoft.com/office/drawing/2014/main" id="{CA867F27-4AE6-4C33-81C1-B990F0A9601D}"/>
                      </a:ext>
                    </a:extLst>
                  </p:cNvPr>
                  <p:cNvSpPr>
                    <a:spLocks noChangeShapeType="1"/>
                  </p:cNvSpPr>
                  <p:nvPr/>
                </p:nvSpPr>
                <p:spPr bwMode="auto">
                  <a:xfrm>
                    <a:off x="3292" y="2279"/>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1" name="Line 46">
                    <a:extLst>
                      <a:ext uri="{FF2B5EF4-FFF2-40B4-BE49-F238E27FC236}">
                        <a16:creationId xmlns:a16="http://schemas.microsoft.com/office/drawing/2014/main" id="{E3E8BE1F-3804-49BC-B624-C84B2ACB4083}"/>
                      </a:ext>
                    </a:extLst>
                  </p:cNvPr>
                  <p:cNvSpPr>
                    <a:spLocks noChangeShapeType="1"/>
                  </p:cNvSpPr>
                  <p:nvPr/>
                </p:nvSpPr>
                <p:spPr bwMode="auto">
                  <a:xfrm flipH="1">
                    <a:off x="5097" y="2279"/>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2" name="Rectangle 47">
                    <a:extLst>
                      <a:ext uri="{FF2B5EF4-FFF2-40B4-BE49-F238E27FC236}">
                        <a16:creationId xmlns:a16="http://schemas.microsoft.com/office/drawing/2014/main" id="{D6A53F11-6B3F-44A3-97F8-84325055B599}"/>
                      </a:ext>
                    </a:extLst>
                  </p:cNvPr>
                  <p:cNvSpPr>
                    <a:spLocks noChangeArrowheads="1"/>
                  </p:cNvSpPr>
                  <p:nvPr/>
                </p:nvSpPr>
                <p:spPr bwMode="auto">
                  <a:xfrm>
                    <a:off x="3179" y="2211"/>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23" name="Line 48">
                    <a:extLst>
                      <a:ext uri="{FF2B5EF4-FFF2-40B4-BE49-F238E27FC236}">
                        <a16:creationId xmlns:a16="http://schemas.microsoft.com/office/drawing/2014/main" id="{1861160E-E4C5-4411-AD55-A0B475F7B44E}"/>
                      </a:ext>
                    </a:extLst>
                  </p:cNvPr>
                  <p:cNvSpPr>
                    <a:spLocks noChangeShapeType="1"/>
                  </p:cNvSpPr>
                  <p:nvPr/>
                </p:nvSpPr>
                <p:spPr bwMode="auto">
                  <a:xfrm>
                    <a:off x="3292" y="2147"/>
                    <a:ext cx="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4" name="Line 49">
                    <a:extLst>
                      <a:ext uri="{FF2B5EF4-FFF2-40B4-BE49-F238E27FC236}">
                        <a16:creationId xmlns:a16="http://schemas.microsoft.com/office/drawing/2014/main" id="{66B25162-737A-40BC-884B-656F0A81BDF8}"/>
                      </a:ext>
                    </a:extLst>
                  </p:cNvPr>
                  <p:cNvSpPr>
                    <a:spLocks noChangeShapeType="1"/>
                  </p:cNvSpPr>
                  <p:nvPr/>
                </p:nvSpPr>
                <p:spPr bwMode="auto">
                  <a:xfrm flipH="1">
                    <a:off x="5101" y="2147"/>
                    <a:ext cx="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5" name="Line 50">
                    <a:extLst>
                      <a:ext uri="{FF2B5EF4-FFF2-40B4-BE49-F238E27FC236}">
                        <a16:creationId xmlns:a16="http://schemas.microsoft.com/office/drawing/2014/main" id="{B2AD7882-B622-464A-B23A-A334F28423C4}"/>
                      </a:ext>
                    </a:extLst>
                  </p:cNvPr>
                  <p:cNvSpPr>
                    <a:spLocks noChangeShapeType="1"/>
                  </p:cNvSpPr>
                  <p:nvPr/>
                </p:nvSpPr>
                <p:spPr bwMode="auto">
                  <a:xfrm>
                    <a:off x="3292" y="2015"/>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6" name="Line 51">
                    <a:extLst>
                      <a:ext uri="{FF2B5EF4-FFF2-40B4-BE49-F238E27FC236}">
                        <a16:creationId xmlns:a16="http://schemas.microsoft.com/office/drawing/2014/main" id="{5EE0581E-B506-461B-849E-E1E25AD50A8D}"/>
                      </a:ext>
                    </a:extLst>
                  </p:cNvPr>
                  <p:cNvSpPr>
                    <a:spLocks noChangeShapeType="1"/>
                  </p:cNvSpPr>
                  <p:nvPr/>
                </p:nvSpPr>
                <p:spPr bwMode="auto">
                  <a:xfrm flipH="1">
                    <a:off x="5097" y="2015"/>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27" name="Rectangle 52">
                    <a:extLst>
                      <a:ext uri="{FF2B5EF4-FFF2-40B4-BE49-F238E27FC236}">
                        <a16:creationId xmlns:a16="http://schemas.microsoft.com/office/drawing/2014/main" id="{249D762C-49E5-4382-8BF2-627C196012D8}"/>
                      </a:ext>
                    </a:extLst>
                  </p:cNvPr>
                  <p:cNvSpPr>
                    <a:spLocks noChangeArrowheads="1"/>
                  </p:cNvSpPr>
                  <p:nvPr/>
                </p:nvSpPr>
                <p:spPr bwMode="auto">
                  <a:xfrm>
                    <a:off x="3090" y="1948"/>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28" name="Rectangle 53">
                    <a:extLst>
                      <a:ext uri="{FF2B5EF4-FFF2-40B4-BE49-F238E27FC236}">
                        <a16:creationId xmlns:a16="http://schemas.microsoft.com/office/drawing/2014/main" id="{DBEBDA96-120E-4CC3-AF83-6646F7DBC28B}"/>
                      </a:ext>
                    </a:extLst>
                  </p:cNvPr>
                  <p:cNvSpPr>
                    <a:spLocks noChangeArrowheads="1"/>
                  </p:cNvSpPr>
                  <p:nvPr/>
                </p:nvSpPr>
                <p:spPr bwMode="auto">
                  <a:xfrm>
                    <a:off x="3149" y="1948"/>
                    <a:ext cx="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a:t>
                    </a:r>
                    <a:endParaRPr lang="en-US" altLang="zh-CN">
                      <a:solidFill>
                        <a:prstClr val="black"/>
                      </a:solidFill>
                      <a:ea typeface="宋体" panose="02010600030101010101" pitchFamily="2" charset="-122"/>
                    </a:endParaRPr>
                  </a:p>
                </p:txBody>
              </p:sp>
              <p:sp>
                <p:nvSpPr>
                  <p:cNvPr id="129" name="Rectangle 54">
                    <a:extLst>
                      <a:ext uri="{FF2B5EF4-FFF2-40B4-BE49-F238E27FC236}">
                        <a16:creationId xmlns:a16="http://schemas.microsoft.com/office/drawing/2014/main" id="{A17C624B-F1FF-4EDB-84E6-9E4C72D21527}"/>
                      </a:ext>
                    </a:extLst>
                  </p:cNvPr>
                  <p:cNvSpPr>
                    <a:spLocks noChangeArrowheads="1"/>
                  </p:cNvSpPr>
                  <p:nvPr/>
                </p:nvSpPr>
                <p:spPr bwMode="auto">
                  <a:xfrm>
                    <a:off x="3179" y="1948"/>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2</a:t>
                    </a:r>
                    <a:endParaRPr lang="en-US" altLang="zh-CN">
                      <a:solidFill>
                        <a:prstClr val="black"/>
                      </a:solidFill>
                      <a:ea typeface="宋体" panose="02010600030101010101" pitchFamily="2" charset="-122"/>
                    </a:endParaRPr>
                  </a:p>
                </p:txBody>
              </p:sp>
              <p:sp>
                <p:nvSpPr>
                  <p:cNvPr id="130" name="Line 55">
                    <a:extLst>
                      <a:ext uri="{FF2B5EF4-FFF2-40B4-BE49-F238E27FC236}">
                        <a16:creationId xmlns:a16="http://schemas.microsoft.com/office/drawing/2014/main" id="{4949747F-919A-4389-8D77-EE58A434161A}"/>
                      </a:ext>
                    </a:extLst>
                  </p:cNvPr>
                  <p:cNvSpPr>
                    <a:spLocks noChangeShapeType="1"/>
                  </p:cNvSpPr>
                  <p:nvPr/>
                </p:nvSpPr>
                <p:spPr bwMode="auto">
                  <a:xfrm>
                    <a:off x="3292" y="1883"/>
                    <a:ext cx="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1" name="Line 56">
                    <a:extLst>
                      <a:ext uri="{FF2B5EF4-FFF2-40B4-BE49-F238E27FC236}">
                        <a16:creationId xmlns:a16="http://schemas.microsoft.com/office/drawing/2014/main" id="{6D39B603-3AFA-4396-BE02-0D57FAED523B}"/>
                      </a:ext>
                    </a:extLst>
                  </p:cNvPr>
                  <p:cNvSpPr>
                    <a:spLocks noChangeShapeType="1"/>
                  </p:cNvSpPr>
                  <p:nvPr/>
                </p:nvSpPr>
                <p:spPr bwMode="auto">
                  <a:xfrm flipH="1">
                    <a:off x="5101" y="1883"/>
                    <a:ext cx="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2" name="Line 57">
                    <a:extLst>
                      <a:ext uri="{FF2B5EF4-FFF2-40B4-BE49-F238E27FC236}">
                        <a16:creationId xmlns:a16="http://schemas.microsoft.com/office/drawing/2014/main" id="{8C3414DB-F908-43C1-AD79-3FA8C92362E7}"/>
                      </a:ext>
                    </a:extLst>
                  </p:cNvPr>
                  <p:cNvSpPr>
                    <a:spLocks noChangeShapeType="1"/>
                  </p:cNvSpPr>
                  <p:nvPr/>
                </p:nvSpPr>
                <p:spPr bwMode="auto">
                  <a:xfrm>
                    <a:off x="3292" y="1752"/>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3" name="Line 58">
                    <a:extLst>
                      <a:ext uri="{FF2B5EF4-FFF2-40B4-BE49-F238E27FC236}">
                        <a16:creationId xmlns:a16="http://schemas.microsoft.com/office/drawing/2014/main" id="{95492C9C-A64F-450A-B872-904D5768C62B}"/>
                      </a:ext>
                    </a:extLst>
                  </p:cNvPr>
                  <p:cNvSpPr>
                    <a:spLocks noChangeShapeType="1"/>
                  </p:cNvSpPr>
                  <p:nvPr/>
                </p:nvSpPr>
                <p:spPr bwMode="auto">
                  <a:xfrm flipH="1">
                    <a:off x="5097" y="1752"/>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4" name="Rectangle 59">
                    <a:extLst>
                      <a:ext uri="{FF2B5EF4-FFF2-40B4-BE49-F238E27FC236}">
                        <a16:creationId xmlns:a16="http://schemas.microsoft.com/office/drawing/2014/main" id="{72A90C00-81FA-4EE9-9196-64625CE97B9B}"/>
                      </a:ext>
                    </a:extLst>
                  </p:cNvPr>
                  <p:cNvSpPr>
                    <a:spLocks noChangeArrowheads="1"/>
                  </p:cNvSpPr>
                  <p:nvPr/>
                </p:nvSpPr>
                <p:spPr bwMode="auto">
                  <a:xfrm>
                    <a:off x="3090" y="1684"/>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35" name="Rectangle 60">
                    <a:extLst>
                      <a:ext uri="{FF2B5EF4-FFF2-40B4-BE49-F238E27FC236}">
                        <a16:creationId xmlns:a16="http://schemas.microsoft.com/office/drawing/2014/main" id="{EED23340-F788-4360-BCCB-D312A6A7DCE3}"/>
                      </a:ext>
                    </a:extLst>
                  </p:cNvPr>
                  <p:cNvSpPr>
                    <a:spLocks noChangeArrowheads="1"/>
                  </p:cNvSpPr>
                  <p:nvPr/>
                </p:nvSpPr>
                <p:spPr bwMode="auto">
                  <a:xfrm>
                    <a:off x="3149" y="1684"/>
                    <a:ext cx="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a:t>
                    </a:r>
                    <a:endParaRPr lang="en-US" altLang="zh-CN">
                      <a:solidFill>
                        <a:prstClr val="black"/>
                      </a:solidFill>
                      <a:ea typeface="宋体" panose="02010600030101010101" pitchFamily="2" charset="-122"/>
                    </a:endParaRPr>
                  </a:p>
                </p:txBody>
              </p:sp>
              <p:sp>
                <p:nvSpPr>
                  <p:cNvPr id="136" name="Rectangle 61">
                    <a:extLst>
                      <a:ext uri="{FF2B5EF4-FFF2-40B4-BE49-F238E27FC236}">
                        <a16:creationId xmlns:a16="http://schemas.microsoft.com/office/drawing/2014/main" id="{B9167601-A212-460E-B819-CD946BBD393B}"/>
                      </a:ext>
                    </a:extLst>
                  </p:cNvPr>
                  <p:cNvSpPr>
                    <a:spLocks noChangeArrowheads="1"/>
                  </p:cNvSpPr>
                  <p:nvPr/>
                </p:nvSpPr>
                <p:spPr bwMode="auto">
                  <a:xfrm>
                    <a:off x="3179" y="1684"/>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4</a:t>
                    </a:r>
                    <a:endParaRPr lang="en-US" altLang="zh-CN">
                      <a:solidFill>
                        <a:prstClr val="black"/>
                      </a:solidFill>
                      <a:ea typeface="宋体" panose="02010600030101010101" pitchFamily="2" charset="-122"/>
                    </a:endParaRPr>
                  </a:p>
                </p:txBody>
              </p:sp>
              <p:sp>
                <p:nvSpPr>
                  <p:cNvPr id="137" name="Line 62">
                    <a:extLst>
                      <a:ext uri="{FF2B5EF4-FFF2-40B4-BE49-F238E27FC236}">
                        <a16:creationId xmlns:a16="http://schemas.microsoft.com/office/drawing/2014/main" id="{9B8EA426-8D71-44FF-833E-11EB9949F31D}"/>
                      </a:ext>
                    </a:extLst>
                  </p:cNvPr>
                  <p:cNvSpPr>
                    <a:spLocks noChangeShapeType="1"/>
                  </p:cNvSpPr>
                  <p:nvPr/>
                </p:nvSpPr>
                <p:spPr bwMode="auto">
                  <a:xfrm>
                    <a:off x="3292" y="1620"/>
                    <a:ext cx="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8" name="Line 63">
                    <a:extLst>
                      <a:ext uri="{FF2B5EF4-FFF2-40B4-BE49-F238E27FC236}">
                        <a16:creationId xmlns:a16="http://schemas.microsoft.com/office/drawing/2014/main" id="{246A9945-D5CB-4E69-BB60-096CECF3572F}"/>
                      </a:ext>
                    </a:extLst>
                  </p:cNvPr>
                  <p:cNvSpPr>
                    <a:spLocks noChangeShapeType="1"/>
                  </p:cNvSpPr>
                  <p:nvPr/>
                </p:nvSpPr>
                <p:spPr bwMode="auto">
                  <a:xfrm flipH="1">
                    <a:off x="5101" y="1620"/>
                    <a:ext cx="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9" name="Line 64">
                    <a:extLst>
                      <a:ext uri="{FF2B5EF4-FFF2-40B4-BE49-F238E27FC236}">
                        <a16:creationId xmlns:a16="http://schemas.microsoft.com/office/drawing/2014/main" id="{0B6A833E-D1E5-43FD-9871-AF5283AD95EC}"/>
                      </a:ext>
                    </a:extLst>
                  </p:cNvPr>
                  <p:cNvSpPr>
                    <a:spLocks noChangeShapeType="1"/>
                  </p:cNvSpPr>
                  <p:nvPr/>
                </p:nvSpPr>
                <p:spPr bwMode="auto">
                  <a:xfrm>
                    <a:off x="3292" y="1488"/>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0" name="Line 65">
                    <a:extLst>
                      <a:ext uri="{FF2B5EF4-FFF2-40B4-BE49-F238E27FC236}">
                        <a16:creationId xmlns:a16="http://schemas.microsoft.com/office/drawing/2014/main" id="{812EA960-5F22-4EBD-B585-D200CB30996E}"/>
                      </a:ext>
                    </a:extLst>
                  </p:cNvPr>
                  <p:cNvSpPr>
                    <a:spLocks noChangeShapeType="1"/>
                  </p:cNvSpPr>
                  <p:nvPr/>
                </p:nvSpPr>
                <p:spPr bwMode="auto">
                  <a:xfrm flipH="1">
                    <a:off x="5097" y="1488"/>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1" name="Rectangle 66">
                    <a:extLst>
                      <a:ext uri="{FF2B5EF4-FFF2-40B4-BE49-F238E27FC236}">
                        <a16:creationId xmlns:a16="http://schemas.microsoft.com/office/drawing/2014/main" id="{930BE369-826F-4059-8719-412D0687C77B}"/>
                      </a:ext>
                    </a:extLst>
                  </p:cNvPr>
                  <p:cNvSpPr>
                    <a:spLocks noChangeArrowheads="1"/>
                  </p:cNvSpPr>
                  <p:nvPr/>
                </p:nvSpPr>
                <p:spPr bwMode="auto">
                  <a:xfrm>
                    <a:off x="3090" y="1421"/>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42" name="Rectangle 67">
                    <a:extLst>
                      <a:ext uri="{FF2B5EF4-FFF2-40B4-BE49-F238E27FC236}">
                        <a16:creationId xmlns:a16="http://schemas.microsoft.com/office/drawing/2014/main" id="{B01859FE-D083-45E7-B083-03CA1F353665}"/>
                      </a:ext>
                    </a:extLst>
                  </p:cNvPr>
                  <p:cNvSpPr>
                    <a:spLocks noChangeArrowheads="1"/>
                  </p:cNvSpPr>
                  <p:nvPr/>
                </p:nvSpPr>
                <p:spPr bwMode="auto">
                  <a:xfrm>
                    <a:off x="3149" y="1421"/>
                    <a:ext cx="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a:t>
                    </a:r>
                    <a:endParaRPr lang="en-US" altLang="zh-CN">
                      <a:solidFill>
                        <a:prstClr val="black"/>
                      </a:solidFill>
                      <a:ea typeface="宋体" panose="02010600030101010101" pitchFamily="2" charset="-122"/>
                    </a:endParaRPr>
                  </a:p>
                </p:txBody>
              </p:sp>
              <p:sp>
                <p:nvSpPr>
                  <p:cNvPr id="143" name="Rectangle 68">
                    <a:extLst>
                      <a:ext uri="{FF2B5EF4-FFF2-40B4-BE49-F238E27FC236}">
                        <a16:creationId xmlns:a16="http://schemas.microsoft.com/office/drawing/2014/main" id="{7CA4667E-5758-43F3-BB1F-485A072CAD93}"/>
                      </a:ext>
                    </a:extLst>
                  </p:cNvPr>
                  <p:cNvSpPr>
                    <a:spLocks noChangeArrowheads="1"/>
                  </p:cNvSpPr>
                  <p:nvPr/>
                </p:nvSpPr>
                <p:spPr bwMode="auto">
                  <a:xfrm>
                    <a:off x="3179" y="1421"/>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6</a:t>
                    </a:r>
                    <a:endParaRPr lang="en-US" altLang="zh-CN">
                      <a:solidFill>
                        <a:prstClr val="black"/>
                      </a:solidFill>
                      <a:ea typeface="宋体" panose="02010600030101010101" pitchFamily="2" charset="-122"/>
                    </a:endParaRPr>
                  </a:p>
                </p:txBody>
              </p:sp>
              <p:sp>
                <p:nvSpPr>
                  <p:cNvPr id="144" name="Line 69">
                    <a:extLst>
                      <a:ext uri="{FF2B5EF4-FFF2-40B4-BE49-F238E27FC236}">
                        <a16:creationId xmlns:a16="http://schemas.microsoft.com/office/drawing/2014/main" id="{974FFE59-E52E-46E7-9A6C-FF212ECEC71F}"/>
                      </a:ext>
                    </a:extLst>
                  </p:cNvPr>
                  <p:cNvSpPr>
                    <a:spLocks noChangeShapeType="1"/>
                  </p:cNvSpPr>
                  <p:nvPr/>
                </p:nvSpPr>
                <p:spPr bwMode="auto">
                  <a:xfrm>
                    <a:off x="3292" y="1356"/>
                    <a:ext cx="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5" name="Line 70">
                    <a:extLst>
                      <a:ext uri="{FF2B5EF4-FFF2-40B4-BE49-F238E27FC236}">
                        <a16:creationId xmlns:a16="http://schemas.microsoft.com/office/drawing/2014/main" id="{C2F55CC3-3E9E-43BA-B0C4-2A293C96FEC5}"/>
                      </a:ext>
                    </a:extLst>
                  </p:cNvPr>
                  <p:cNvSpPr>
                    <a:spLocks noChangeShapeType="1"/>
                  </p:cNvSpPr>
                  <p:nvPr/>
                </p:nvSpPr>
                <p:spPr bwMode="auto">
                  <a:xfrm flipH="1">
                    <a:off x="5101" y="1356"/>
                    <a:ext cx="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6" name="Line 71">
                    <a:extLst>
                      <a:ext uri="{FF2B5EF4-FFF2-40B4-BE49-F238E27FC236}">
                        <a16:creationId xmlns:a16="http://schemas.microsoft.com/office/drawing/2014/main" id="{115D7415-B10B-4785-A8FB-FD0F4E3C964D}"/>
                      </a:ext>
                    </a:extLst>
                  </p:cNvPr>
                  <p:cNvSpPr>
                    <a:spLocks noChangeShapeType="1"/>
                  </p:cNvSpPr>
                  <p:nvPr/>
                </p:nvSpPr>
                <p:spPr bwMode="auto">
                  <a:xfrm>
                    <a:off x="3292" y="1224"/>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7" name="Line 72">
                    <a:extLst>
                      <a:ext uri="{FF2B5EF4-FFF2-40B4-BE49-F238E27FC236}">
                        <a16:creationId xmlns:a16="http://schemas.microsoft.com/office/drawing/2014/main" id="{708E36BB-5E75-45FD-AE73-9222C6430FF2}"/>
                      </a:ext>
                    </a:extLst>
                  </p:cNvPr>
                  <p:cNvSpPr>
                    <a:spLocks noChangeShapeType="1"/>
                  </p:cNvSpPr>
                  <p:nvPr/>
                </p:nvSpPr>
                <p:spPr bwMode="auto">
                  <a:xfrm flipH="1">
                    <a:off x="5097" y="1224"/>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8" name="Rectangle 73">
                    <a:extLst>
                      <a:ext uri="{FF2B5EF4-FFF2-40B4-BE49-F238E27FC236}">
                        <a16:creationId xmlns:a16="http://schemas.microsoft.com/office/drawing/2014/main" id="{FEA0539B-3CC1-40DC-914E-9C3B77797FFD}"/>
                      </a:ext>
                    </a:extLst>
                  </p:cNvPr>
                  <p:cNvSpPr>
                    <a:spLocks noChangeArrowheads="1"/>
                  </p:cNvSpPr>
                  <p:nvPr/>
                </p:nvSpPr>
                <p:spPr bwMode="auto">
                  <a:xfrm>
                    <a:off x="3090" y="1157"/>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49" name="Rectangle 74">
                    <a:extLst>
                      <a:ext uri="{FF2B5EF4-FFF2-40B4-BE49-F238E27FC236}">
                        <a16:creationId xmlns:a16="http://schemas.microsoft.com/office/drawing/2014/main" id="{8DA3C717-A29E-4835-B56E-B75BD91C38F5}"/>
                      </a:ext>
                    </a:extLst>
                  </p:cNvPr>
                  <p:cNvSpPr>
                    <a:spLocks noChangeArrowheads="1"/>
                  </p:cNvSpPr>
                  <p:nvPr/>
                </p:nvSpPr>
                <p:spPr bwMode="auto">
                  <a:xfrm>
                    <a:off x="3149" y="1157"/>
                    <a:ext cx="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a:t>
                    </a:r>
                    <a:endParaRPr lang="en-US" altLang="zh-CN">
                      <a:solidFill>
                        <a:prstClr val="black"/>
                      </a:solidFill>
                      <a:ea typeface="宋体" panose="02010600030101010101" pitchFamily="2" charset="-122"/>
                    </a:endParaRPr>
                  </a:p>
                </p:txBody>
              </p:sp>
              <p:sp>
                <p:nvSpPr>
                  <p:cNvPr id="150" name="Rectangle 75">
                    <a:extLst>
                      <a:ext uri="{FF2B5EF4-FFF2-40B4-BE49-F238E27FC236}">
                        <a16:creationId xmlns:a16="http://schemas.microsoft.com/office/drawing/2014/main" id="{ADA627D5-A938-41D7-8544-3BD2D72DBEDD}"/>
                      </a:ext>
                    </a:extLst>
                  </p:cNvPr>
                  <p:cNvSpPr>
                    <a:spLocks noChangeArrowheads="1"/>
                  </p:cNvSpPr>
                  <p:nvPr/>
                </p:nvSpPr>
                <p:spPr bwMode="auto">
                  <a:xfrm>
                    <a:off x="3179" y="1157"/>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8</a:t>
                    </a:r>
                    <a:endParaRPr lang="en-US" altLang="zh-CN">
                      <a:solidFill>
                        <a:prstClr val="black"/>
                      </a:solidFill>
                      <a:ea typeface="宋体" panose="02010600030101010101" pitchFamily="2" charset="-122"/>
                    </a:endParaRPr>
                  </a:p>
                </p:txBody>
              </p:sp>
              <p:sp>
                <p:nvSpPr>
                  <p:cNvPr id="151" name="Line 76">
                    <a:extLst>
                      <a:ext uri="{FF2B5EF4-FFF2-40B4-BE49-F238E27FC236}">
                        <a16:creationId xmlns:a16="http://schemas.microsoft.com/office/drawing/2014/main" id="{143ECE53-9F08-458E-A3A0-4C7E088BDEE3}"/>
                      </a:ext>
                    </a:extLst>
                  </p:cNvPr>
                  <p:cNvSpPr>
                    <a:spLocks noChangeShapeType="1"/>
                  </p:cNvSpPr>
                  <p:nvPr/>
                </p:nvSpPr>
                <p:spPr bwMode="auto">
                  <a:xfrm>
                    <a:off x="3292" y="1092"/>
                    <a:ext cx="2"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2" name="Line 77">
                    <a:extLst>
                      <a:ext uri="{FF2B5EF4-FFF2-40B4-BE49-F238E27FC236}">
                        <a16:creationId xmlns:a16="http://schemas.microsoft.com/office/drawing/2014/main" id="{29622B14-AEE9-426C-8BBD-54615B4EAFCD}"/>
                      </a:ext>
                    </a:extLst>
                  </p:cNvPr>
                  <p:cNvSpPr>
                    <a:spLocks noChangeShapeType="1"/>
                  </p:cNvSpPr>
                  <p:nvPr/>
                </p:nvSpPr>
                <p:spPr bwMode="auto">
                  <a:xfrm flipH="1">
                    <a:off x="5101" y="1092"/>
                    <a:ext cx="3"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3" name="Line 78">
                    <a:extLst>
                      <a:ext uri="{FF2B5EF4-FFF2-40B4-BE49-F238E27FC236}">
                        <a16:creationId xmlns:a16="http://schemas.microsoft.com/office/drawing/2014/main" id="{6996D7BD-810E-442B-BB3A-8B6A267A24D4}"/>
                      </a:ext>
                    </a:extLst>
                  </p:cNvPr>
                  <p:cNvSpPr>
                    <a:spLocks noChangeShapeType="1"/>
                  </p:cNvSpPr>
                  <p:nvPr/>
                </p:nvSpPr>
                <p:spPr bwMode="auto">
                  <a:xfrm>
                    <a:off x="3292" y="961"/>
                    <a:ext cx="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4" name="Line 79">
                    <a:extLst>
                      <a:ext uri="{FF2B5EF4-FFF2-40B4-BE49-F238E27FC236}">
                        <a16:creationId xmlns:a16="http://schemas.microsoft.com/office/drawing/2014/main" id="{A49947CB-FBA6-40FE-844F-BC42AA3F95CC}"/>
                      </a:ext>
                    </a:extLst>
                  </p:cNvPr>
                  <p:cNvSpPr>
                    <a:spLocks noChangeShapeType="1"/>
                  </p:cNvSpPr>
                  <p:nvPr/>
                </p:nvSpPr>
                <p:spPr bwMode="auto">
                  <a:xfrm flipH="1">
                    <a:off x="5097" y="961"/>
                    <a:ext cx="7"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5" name="Rectangle 80">
                    <a:extLst>
                      <a:ext uri="{FF2B5EF4-FFF2-40B4-BE49-F238E27FC236}">
                        <a16:creationId xmlns:a16="http://schemas.microsoft.com/office/drawing/2014/main" id="{18DFAFDD-4D21-4169-ADCB-1DC034F05A2A}"/>
                      </a:ext>
                    </a:extLst>
                  </p:cNvPr>
                  <p:cNvSpPr>
                    <a:spLocks noChangeArrowheads="1"/>
                  </p:cNvSpPr>
                  <p:nvPr/>
                </p:nvSpPr>
                <p:spPr bwMode="auto">
                  <a:xfrm>
                    <a:off x="3090" y="893"/>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1</a:t>
                    </a:r>
                    <a:endParaRPr lang="en-US" altLang="zh-CN">
                      <a:solidFill>
                        <a:prstClr val="black"/>
                      </a:solidFill>
                      <a:ea typeface="宋体" panose="02010600030101010101" pitchFamily="2" charset="-122"/>
                    </a:endParaRPr>
                  </a:p>
                </p:txBody>
              </p:sp>
              <p:sp>
                <p:nvSpPr>
                  <p:cNvPr id="156" name="Rectangle 81">
                    <a:extLst>
                      <a:ext uri="{FF2B5EF4-FFF2-40B4-BE49-F238E27FC236}">
                        <a16:creationId xmlns:a16="http://schemas.microsoft.com/office/drawing/2014/main" id="{38524C78-137B-4088-B846-DA1CCC3DC02D}"/>
                      </a:ext>
                    </a:extLst>
                  </p:cNvPr>
                  <p:cNvSpPr>
                    <a:spLocks noChangeArrowheads="1"/>
                  </p:cNvSpPr>
                  <p:nvPr/>
                </p:nvSpPr>
                <p:spPr bwMode="auto">
                  <a:xfrm>
                    <a:off x="3149" y="893"/>
                    <a:ext cx="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a:t>
                    </a:r>
                    <a:endParaRPr lang="en-US" altLang="zh-CN">
                      <a:solidFill>
                        <a:prstClr val="black"/>
                      </a:solidFill>
                      <a:ea typeface="宋体" panose="02010600030101010101" pitchFamily="2" charset="-122"/>
                    </a:endParaRPr>
                  </a:p>
                </p:txBody>
              </p:sp>
              <p:sp>
                <p:nvSpPr>
                  <p:cNvPr id="157" name="Rectangle 82">
                    <a:extLst>
                      <a:ext uri="{FF2B5EF4-FFF2-40B4-BE49-F238E27FC236}">
                        <a16:creationId xmlns:a16="http://schemas.microsoft.com/office/drawing/2014/main" id="{E03F19BF-40A2-4B33-8E83-A7654F342B42}"/>
                      </a:ext>
                    </a:extLst>
                  </p:cNvPr>
                  <p:cNvSpPr>
                    <a:spLocks noChangeArrowheads="1"/>
                  </p:cNvSpPr>
                  <p:nvPr/>
                </p:nvSpPr>
                <p:spPr bwMode="auto">
                  <a:xfrm>
                    <a:off x="3179" y="893"/>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58" name="Line 83">
                    <a:extLst>
                      <a:ext uri="{FF2B5EF4-FFF2-40B4-BE49-F238E27FC236}">
                        <a16:creationId xmlns:a16="http://schemas.microsoft.com/office/drawing/2014/main" id="{64BEAFBA-39F0-4292-BC56-1DB18BC84CF5}"/>
                      </a:ext>
                    </a:extLst>
                  </p:cNvPr>
                  <p:cNvSpPr>
                    <a:spLocks noChangeShapeType="1"/>
                  </p:cNvSpPr>
                  <p:nvPr/>
                </p:nvSpPr>
                <p:spPr bwMode="auto">
                  <a:xfrm>
                    <a:off x="3290" y="961"/>
                    <a:ext cx="1" cy="131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9" name="Line 84">
                    <a:extLst>
                      <a:ext uri="{FF2B5EF4-FFF2-40B4-BE49-F238E27FC236}">
                        <a16:creationId xmlns:a16="http://schemas.microsoft.com/office/drawing/2014/main" id="{9F343CCF-3A29-46DA-A855-8924F877F081}"/>
                      </a:ext>
                    </a:extLst>
                  </p:cNvPr>
                  <p:cNvSpPr>
                    <a:spLocks noChangeShapeType="1"/>
                  </p:cNvSpPr>
                  <p:nvPr/>
                </p:nvSpPr>
                <p:spPr bwMode="auto">
                  <a:xfrm flipV="1">
                    <a:off x="3290"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0" name="Line 85">
                    <a:extLst>
                      <a:ext uri="{FF2B5EF4-FFF2-40B4-BE49-F238E27FC236}">
                        <a16:creationId xmlns:a16="http://schemas.microsoft.com/office/drawing/2014/main" id="{2BB029EA-E0F8-4A65-83C1-B72DDA71CB81}"/>
                      </a:ext>
                    </a:extLst>
                  </p:cNvPr>
                  <p:cNvSpPr>
                    <a:spLocks noChangeShapeType="1"/>
                  </p:cNvSpPr>
                  <p:nvPr/>
                </p:nvSpPr>
                <p:spPr bwMode="auto">
                  <a:xfrm>
                    <a:off x="3290"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1" name="Rectangle 86">
                    <a:extLst>
                      <a:ext uri="{FF2B5EF4-FFF2-40B4-BE49-F238E27FC236}">
                        <a16:creationId xmlns:a16="http://schemas.microsoft.com/office/drawing/2014/main" id="{BB3C7F37-1B08-478F-AA54-5D00F6882E7D}"/>
                      </a:ext>
                    </a:extLst>
                  </p:cNvPr>
                  <p:cNvSpPr>
                    <a:spLocks noChangeArrowheads="1"/>
                  </p:cNvSpPr>
                  <p:nvPr/>
                </p:nvSpPr>
                <p:spPr bwMode="auto">
                  <a:xfrm>
                    <a:off x="3260"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0</a:t>
                    </a:r>
                    <a:endParaRPr lang="en-US" altLang="zh-CN">
                      <a:solidFill>
                        <a:prstClr val="black"/>
                      </a:solidFill>
                      <a:ea typeface="宋体" panose="02010600030101010101" pitchFamily="2" charset="-122"/>
                    </a:endParaRPr>
                  </a:p>
                </p:txBody>
              </p:sp>
              <p:sp>
                <p:nvSpPr>
                  <p:cNvPr id="162" name="Line 87">
                    <a:extLst>
                      <a:ext uri="{FF2B5EF4-FFF2-40B4-BE49-F238E27FC236}">
                        <a16:creationId xmlns:a16="http://schemas.microsoft.com/office/drawing/2014/main" id="{69D1B708-7E06-4CA6-811D-F86B2B90B9E0}"/>
                      </a:ext>
                    </a:extLst>
                  </p:cNvPr>
                  <p:cNvSpPr>
                    <a:spLocks noChangeShapeType="1"/>
                  </p:cNvSpPr>
                  <p:nvPr/>
                </p:nvSpPr>
                <p:spPr bwMode="auto">
                  <a:xfrm flipV="1">
                    <a:off x="3363"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3" name="Line 88">
                    <a:extLst>
                      <a:ext uri="{FF2B5EF4-FFF2-40B4-BE49-F238E27FC236}">
                        <a16:creationId xmlns:a16="http://schemas.microsoft.com/office/drawing/2014/main" id="{CEEC88F7-8A3C-42E5-8072-9F412D68598F}"/>
                      </a:ext>
                    </a:extLst>
                  </p:cNvPr>
                  <p:cNvSpPr>
                    <a:spLocks noChangeShapeType="1"/>
                  </p:cNvSpPr>
                  <p:nvPr/>
                </p:nvSpPr>
                <p:spPr bwMode="auto">
                  <a:xfrm>
                    <a:off x="3363"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4" name="Line 89">
                    <a:extLst>
                      <a:ext uri="{FF2B5EF4-FFF2-40B4-BE49-F238E27FC236}">
                        <a16:creationId xmlns:a16="http://schemas.microsoft.com/office/drawing/2014/main" id="{B5BAD55E-4BB3-4342-AB62-56773B4769F4}"/>
                      </a:ext>
                    </a:extLst>
                  </p:cNvPr>
                  <p:cNvSpPr>
                    <a:spLocks noChangeShapeType="1"/>
                  </p:cNvSpPr>
                  <p:nvPr/>
                </p:nvSpPr>
                <p:spPr bwMode="auto">
                  <a:xfrm flipV="1">
                    <a:off x="3435"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5" name="Line 90">
                    <a:extLst>
                      <a:ext uri="{FF2B5EF4-FFF2-40B4-BE49-F238E27FC236}">
                        <a16:creationId xmlns:a16="http://schemas.microsoft.com/office/drawing/2014/main" id="{D2C6F251-7AC6-4644-8FD8-E156A5E250A7}"/>
                      </a:ext>
                    </a:extLst>
                  </p:cNvPr>
                  <p:cNvSpPr>
                    <a:spLocks noChangeShapeType="1"/>
                  </p:cNvSpPr>
                  <p:nvPr/>
                </p:nvSpPr>
                <p:spPr bwMode="auto">
                  <a:xfrm>
                    <a:off x="3435"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6" name="Line 91">
                    <a:extLst>
                      <a:ext uri="{FF2B5EF4-FFF2-40B4-BE49-F238E27FC236}">
                        <a16:creationId xmlns:a16="http://schemas.microsoft.com/office/drawing/2014/main" id="{06EEB105-EBB1-413D-9611-BB1D9C93404D}"/>
                      </a:ext>
                    </a:extLst>
                  </p:cNvPr>
                  <p:cNvSpPr>
                    <a:spLocks noChangeShapeType="1"/>
                  </p:cNvSpPr>
                  <p:nvPr/>
                </p:nvSpPr>
                <p:spPr bwMode="auto">
                  <a:xfrm flipV="1">
                    <a:off x="3508"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7" name="Line 92">
                    <a:extLst>
                      <a:ext uri="{FF2B5EF4-FFF2-40B4-BE49-F238E27FC236}">
                        <a16:creationId xmlns:a16="http://schemas.microsoft.com/office/drawing/2014/main" id="{263BCEF6-8B7D-44E5-947B-886590BBC370}"/>
                      </a:ext>
                    </a:extLst>
                  </p:cNvPr>
                  <p:cNvSpPr>
                    <a:spLocks noChangeShapeType="1"/>
                  </p:cNvSpPr>
                  <p:nvPr/>
                </p:nvSpPr>
                <p:spPr bwMode="auto">
                  <a:xfrm>
                    <a:off x="3508"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8" name="Line 93">
                    <a:extLst>
                      <a:ext uri="{FF2B5EF4-FFF2-40B4-BE49-F238E27FC236}">
                        <a16:creationId xmlns:a16="http://schemas.microsoft.com/office/drawing/2014/main" id="{1E99F65E-71E3-4159-81D4-9CC772C13CD3}"/>
                      </a:ext>
                    </a:extLst>
                  </p:cNvPr>
                  <p:cNvSpPr>
                    <a:spLocks noChangeShapeType="1"/>
                  </p:cNvSpPr>
                  <p:nvPr/>
                </p:nvSpPr>
                <p:spPr bwMode="auto">
                  <a:xfrm flipV="1">
                    <a:off x="3580"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9" name="Line 94">
                    <a:extLst>
                      <a:ext uri="{FF2B5EF4-FFF2-40B4-BE49-F238E27FC236}">
                        <a16:creationId xmlns:a16="http://schemas.microsoft.com/office/drawing/2014/main" id="{D441E0B3-3532-45C4-9919-1D6B8746B337}"/>
                      </a:ext>
                    </a:extLst>
                  </p:cNvPr>
                  <p:cNvSpPr>
                    <a:spLocks noChangeShapeType="1"/>
                  </p:cNvSpPr>
                  <p:nvPr/>
                </p:nvSpPr>
                <p:spPr bwMode="auto">
                  <a:xfrm>
                    <a:off x="3580"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0" name="Line 95">
                    <a:extLst>
                      <a:ext uri="{FF2B5EF4-FFF2-40B4-BE49-F238E27FC236}">
                        <a16:creationId xmlns:a16="http://schemas.microsoft.com/office/drawing/2014/main" id="{E956025E-B983-4B0E-A30E-53F5E1631651}"/>
                      </a:ext>
                    </a:extLst>
                  </p:cNvPr>
                  <p:cNvSpPr>
                    <a:spLocks noChangeShapeType="1"/>
                  </p:cNvSpPr>
                  <p:nvPr/>
                </p:nvSpPr>
                <p:spPr bwMode="auto">
                  <a:xfrm flipV="1">
                    <a:off x="3653"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1" name="Line 96">
                    <a:extLst>
                      <a:ext uri="{FF2B5EF4-FFF2-40B4-BE49-F238E27FC236}">
                        <a16:creationId xmlns:a16="http://schemas.microsoft.com/office/drawing/2014/main" id="{CEA7A914-02B0-447B-931D-786312780A15}"/>
                      </a:ext>
                    </a:extLst>
                  </p:cNvPr>
                  <p:cNvSpPr>
                    <a:spLocks noChangeShapeType="1"/>
                  </p:cNvSpPr>
                  <p:nvPr/>
                </p:nvSpPr>
                <p:spPr bwMode="auto">
                  <a:xfrm>
                    <a:off x="3653"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2" name="Rectangle 97">
                    <a:extLst>
                      <a:ext uri="{FF2B5EF4-FFF2-40B4-BE49-F238E27FC236}">
                        <a16:creationId xmlns:a16="http://schemas.microsoft.com/office/drawing/2014/main" id="{E59B21F0-6EC9-47BB-AF2B-D2E423AD4DFD}"/>
                      </a:ext>
                    </a:extLst>
                  </p:cNvPr>
                  <p:cNvSpPr>
                    <a:spLocks noChangeArrowheads="1"/>
                  </p:cNvSpPr>
                  <p:nvPr/>
                </p:nvSpPr>
                <p:spPr bwMode="auto">
                  <a:xfrm>
                    <a:off x="3624"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1</a:t>
                    </a:r>
                    <a:endParaRPr lang="en-US" altLang="zh-CN">
                      <a:solidFill>
                        <a:prstClr val="black"/>
                      </a:solidFill>
                      <a:ea typeface="宋体" panose="02010600030101010101" pitchFamily="2" charset="-122"/>
                    </a:endParaRPr>
                  </a:p>
                </p:txBody>
              </p:sp>
              <p:sp>
                <p:nvSpPr>
                  <p:cNvPr id="173" name="Line 98">
                    <a:extLst>
                      <a:ext uri="{FF2B5EF4-FFF2-40B4-BE49-F238E27FC236}">
                        <a16:creationId xmlns:a16="http://schemas.microsoft.com/office/drawing/2014/main" id="{A4DF0199-DA83-4E62-835B-8B5E8DD6DC18}"/>
                      </a:ext>
                    </a:extLst>
                  </p:cNvPr>
                  <p:cNvSpPr>
                    <a:spLocks noChangeShapeType="1"/>
                  </p:cNvSpPr>
                  <p:nvPr/>
                </p:nvSpPr>
                <p:spPr bwMode="auto">
                  <a:xfrm flipV="1">
                    <a:off x="3726"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4" name="Line 99">
                    <a:extLst>
                      <a:ext uri="{FF2B5EF4-FFF2-40B4-BE49-F238E27FC236}">
                        <a16:creationId xmlns:a16="http://schemas.microsoft.com/office/drawing/2014/main" id="{1FFC1E4D-F4EA-430C-B55C-08C59EB3E932}"/>
                      </a:ext>
                    </a:extLst>
                  </p:cNvPr>
                  <p:cNvSpPr>
                    <a:spLocks noChangeShapeType="1"/>
                  </p:cNvSpPr>
                  <p:nvPr/>
                </p:nvSpPr>
                <p:spPr bwMode="auto">
                  <a:xfrm>
                    <a:off x="3726"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5" name="Line 100">
                    <a:extLst>
                      <a:ext uri="{FF2B5EF4-FFF2-40B4-BE49-F238E27FC236}">
                        <a16:creationId xmlns:a16="http://schemas.microsoft.com/office/drawing/2014/main" id="{A7A4CB52-0FC6-4105-AA8A-D6EBB07C2386}"/>
                      </a:ext>
                    </a:extLst>
                  </p:cNvPr>
                  <p:cNvSpPr>
                    <a:spLocks noChangeShapeType="1"/>
                  </p:cNvSpPr>
                  <p:nvPr/>
                </p:nvSpPr>
                <p:spPr bwMode="auto">
                  <a:xfrm flipV="1">
                    <a:off x="3798"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6" name="Line 101">
                    <a:extLst>
                      <a:ext uri="{FF2B5EF4-FFF2-40B4-BE49-F238E27FC236}">
                        <a16:creationId xmlns:a16="http://schemas.microsoft.com/office/drawing/2014/main" id="{81259754-65B9-477B-9A2E-2354C082DF26}"/>
                      </a:ext>
                    </a:extLst>
                  </p:cNvPr>
                  <p:cNvSpPr>
                    <a:spLocks noChangeShapeType="1"/>
                  </p:cNvSpPr>
                  <p:nvPr/>
                </p:nvSpPr>
                <p:spPr bwMode="auto">
                  <a:xfrm>
                    <a:off x="3798"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7" name="Line 102">
                    <a:extLst>
                      <a:ext uri="{FF2B5EF4-FFF2-40B4-BE49-F238E27FC236}">
                        <a16:creationId xmlns:a16="http://schemas.microsoft.com/office/drawing/2014/main" id="{CEF10E51-1ED6-4AB8-96ED-6C812C27D29A}"/>
                      </a:ext>
                    </a:extLst>
                  </p:cNvPr>
                  <p:cNvSpPr>
                    <a:spLocks noChangeShapeType="1"/>
                  </p:cNvSpPr>
                  <p:nvPr/>
                </p:nvSpPr>
                <p:spPr bwMode="auto">
                  <a:xfrm flipV="1">
                    <a:off x="3871"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8" name="Line 103">
                    <a:extLst>
                      <a:ext uri="{FF2B5EF4-FFF2-40B4-BE49-F238E27FC236}">
                        <a16:creationId xmlns:a16="http://schemas.microsoft.com/office/drawing/2014/main" id="{95258154-3417-4A2A-B06A-669B51ADB6F7}"/>
                      </a:ext>
                    </a:extLst>
                  </p:cNvPr>
                  <p:cNvSpPr>
                    <a:spLocks noChangeShapeType="1"/>
                  </p:cNvSpPr>
                  <p:nvPr/>
                </p:nvSpPr>
                <p:spPr bwMode="auto">
                  <a:xfrm>
                    <a:off x="3871"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9" name="Line 104">
                    <a:extLst>
                      <a:ext uri="{FF2B5EF4-FFF2-40B4-BE49-F238E27FC236}">
                        <a16:creationId xmlns:a16="http://schemas.microsoft.com/office/drawing/2014/main" id="{9F2D5554-46BC-448A-BF6D-412E3B258FFA}"/>
                      </a:ext>
                    </a:extLst>
                  </p:cNvPr>
                  <p:cNvSpPr>
                    <a:spLocks noChangeShapeType="1"/>
                  </p:cNvSpPr>
                  <p:nvPr/>
                </p:nvSpPr>
                <p:spPr bwMode="auto">
                  <a:xfrm flipV="1">
                    <a:off x="3943"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0" name="Line 105">
                    <a:extLst>
                      <a:ext uri="{FF2B5EF4-FFF2-40B4-BE49-F238E27FC236}">
                        <a16:creationId xmlns:a16="http://schemas.microsoft.com/office/drawing/2014/main" id="{6EFABA61-3089-42E7-92BF-01B5457A1F15}"/>
                      </a:ext>
                    </a:extLst>
                  </p:cNvPr>
                  <p:cNvSpPr>
                    <a:spLocks noChangeShapeType="1"/>
                  </p:cNvSpPr>
                  <p:nvPr/>
                </p:nvSpPr>
                <p:spPr bwMode="auto">
                  <a:xfrm>
                    <a:off x="3943"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1" name="Line 106">
                    <a:extLst>
                      <a:ext uri="{FF2B5EF4-FFF2-40B4-BE49-F238E27FC236}">
                        <a16:creationId xmlns:a16="http://schemas.microsoft.com/office/drawing/2014/main" id="{A5579995-9680-4840-B74E-A6B4CDC90D6E}"/>
                      </a:ext>
                    </a:extLst>
                  </p:cNvPr>
                  <p:cNvSpPr>
                    <a:spLocks noChangeShapeType="1"/>
                  </p:cNvSpPr>
                  <p:nvPr/>
                </p:nvSpPr>
                <p:spPr bwMode="auto">
                  <a:xfrm flipV="1">
                    <a:off x="4016"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2" name="Line 107">
                    <a:extLst>
                      <a:ext uri="{FF2B5EF4-FFF2-40B4-BE49-F238E27FC236}">
                        <a16:creationId xmlns:a16="http://schemas.microsoft.com/office/drawing/2014/main" id="{D1AA2103-B864-49A5-845F-4ADA32A6F523}"/>
                      </a:ext>
                    </a:extLst>
                  </p:cNvPr>
                  <p:cNvSpPr>
                    <a:spLocks noChangeShapeType="1"/>
                  </p:cNvSpPr>
                  <p:nvPr/>
                </p:nvSpPr>
                <p:spPr bwMode="auto">
                  <a:xfrm>
                    <a:off x="4016"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3" name="Rectangle 108">
                    <a:extLst>
                      <a:ext uri="{FF2B5EF4-FFF2-40B4-BE49-F238E27FC236}">
                        <a16:creationId xmlns:a16="http://schemas.microsoft.com/office/drawing/2014/main" id="{E5B5AE8E-2B62-480A-8840-DF1BB307B0AD}"/>
                      </a:ext>
                    </a:extLst>
                  </p:cNvPr>
                  <p:cNvSpPr>
                    <a:spLocks noChangeArrowheads="1"/>
                  </p:cNvSpPr>
                  <p:nvPr/>
                </p:nvSpPr>
                <p:spPr bwMode="auto">
                  <a:xfrm>
                    <a:off x="3987"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2</a:t>
                    </a:r>
                    <a:endParaRPr lang="en-US" altLang="zh-CN">
                      <a:solidFill>
                        <a:prstClr val="black"/>
                      </a:solidFill>
                      <a:ea typeface="宋体" panose="02010600030101010101" pitchFamily="2" charset="-122"/>
                    </a:endParaRPr>
                  </a:p>
                </p:txBody>
              </p:sp>
              <p:sp>
                <p:nvSpPr>
                  <p:cNvPr id="184" name="Line 109">
                    <a:extLst>
                      <a:ext uri="{FF2B5EF4-FFF2-40B4-BE49-F238E27FC236}">
                        <a16:creationId xmlns:a16="http://schemas.microsoft.com/office/drawing/2014/main" id="{9D4B936F-E2E7-4A2A-9B09-311E22CF2317}"/>
                      </a:ext>
                    </a:extLst>
                  </p:cNvPr>
                  <p:cNvSpPr>
                    <a:spLocks noChangeShapeType="1"/>
                  </p:cNvSpPr>
                  <p:nvPr/>
                </p:nvSpPr>
                <p:spPr bwMode="auto">
                  <a:xfrm flipV="1">
                    <a:off x="4090"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5" name="Line 110">
                    <a:extLst>
                      <a:ext uri="{FF2B5EF4-FFF2-40B4-BE49-F238E27FC236}">
                        <a16:creationId xmlns:a16="http://schemas.microsoft.com/office/drawing/2014/main" id="{E6913787-CCBE-47C2-B034-CF9A7707F750}"/>
                      </a:ext>
                    </a:extLst>
                  </p:cNvPr>
                  <p:cNvSpPr>
                    <a:spLocks noChangeShapeType="1"/>
                  </p:cNvSpPr>
                  <p:nvPr/>
                </p:nvSpPr>
                <p:spPr bwMode="auto">
                  <a:xfrm>
                    <a:off x="4090"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6" name="Line 111">
                    <a:extLst>
                      <a:ext uri="{FF2B5EF4-FFF2-40B4-BE49-F238E27FC236}">
                        <a16:creationId xmlns:a16="http://schemas.microsoft.com/office/drawing/2014/main" id="{74AAF1E8-77BF-4660-92B0-16365ECCCD15}"/>
                      </a:ext>
                    </a:extLst>
                  </p:cNvPr>
                  <p:cNvSpPr>
                    <a:spLocks noChangeShapeType="1"/>
                  </p:cNvSpPr>
                  <p:nvPr/>
                </p:nvSpPr>
                <p:spPr bwMode="auto">
                  <a:xfrm flipV="1">
                    <a:off x="4161"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7" name="Line 112">
                    <a:extLst>
                      <a:ext uri="{FF2B5EF4-FFF2-40B4-BE49-F238E27FC236}">
                        <a16:creationId xmlns:a16="http://schemas.microsoft.com/office/drawing/2014/main" id="{82693AB9-EED3-434A-A63D-2A712B3E4011}"/>
                      </a:ext>
                    </a:extLst>
                  </p:cNvPr>
                  <p:cNvSpPr>
                    <a:spLocks noChangeShapeType="1"/>
                  </p:cNvSpPr>
                  <p:nvPr/>
                </p:nvSpPr>
                <p:spPr bwMode="auto">
                  <a:xfrm>
                    <a:off x="4161"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8" name="Line 113">
                    <a:extLst>
                      <a:ext uri="{FF2B5EF4-FFF2-40B4-BE49-F238E27FC236}">
                        <a16:creationId xmlns:a16="http://schemas.microsoft.com/office/drawing/2014/main" id="{3F3501F7-DE50-40DF-BCEB-175F81760712}"/>
                      </a:ext>
                    </a:extLst>
                  </p:cNvPr>
                  <p:cNvSpPr>
                    <a:spLocks noChangeShapeType="1"/>
                  </p:cNvSpPr>
                  <p:nvPr/>
                </p:nvSpPr>
                <p:spPr bwMode="auto">
                  <a:xfrm flipV="1">
                    <a:off x="4234"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9" name="Line 114">
                    <a:extLst>
                      <a:ext uri="{FF2B5EF4-FFF2-40B4-BE49-F238E27FC236}">
                        <a16:creationId xmlns:a16="http://schemas.microsoft.com/office/drawing/2014/main" id="{956801B7-1A87-4553-A04D-B1DCC6BB1B2E}"/>
                      </a:ext>
                    </a:extLst>
                  </p:cNvPr>
                  <p:cNvSpPr>
                    <a:spLocks noChangeShapeType="1"/>
                  </p:cNvSpPr>
                  <p:nvPr/>
                </p:nvSpPr>
                <p:spPr bwMode="auto">
                  <a:xfrm>
                    <a:off x="4234"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0" name="Line 115">
                    <a:extLst>
                      <a:ext uri="{FF2B5EF4-FFF2-40B4-BE49-F238E27FC236}">
                        <a16:creationId xmlns:a16="http://schemas.microsoft.com/office/drawing/2014/main" id="{48804004-8595-4560-B788-9140C22CB0C6}"/>
                      </a:ext>
                    </a:extLst>
                  </p:cNvPr>
                  <p:cNvSpPr>
                    <a:spLocks noChangeShapeType="1"/>
                  </p:cNvSpPr>
                  <p:nvPr/>
                </p:nvSpPr>
                <p:spPr bwMode="auto">
                  <a:xfrm flipV="1">
                    <a:off x="4306"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1" name="Line 116">
                    <a:extLst>
                      <a:ext uri="{FF2B5EF4-FFF2-40B4-BE49-F238E27FC236}">
                        <a16:creationId xmlns:a16="http://schemas.microsoft.com/office/drawing/2014/main" id="{A6FC8E75-75F3-4FB4-9218-0857033BF58E}"/>
                      </a:ext>
                    </a:extLst>
                  </p:cNvPr>
                  <p:cNvSpPr>
                    <a:spLocks noChangeShapeType="1"/>
                  </p:cNvSpPr>
                  <p:nvPr/>
                </p:nvSpPr>
                <p:spPr bwMode="auto">
                  <a:xfrm>
                    <a:off x="4306"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2" name="Line 117">
                    <a:extLst>
                      <a:ext uri="{FF2B5EF4-FFF2-40B4-BE49-F238E27FC236}">
                        <a16:creationId xmlns:a16="http://schemas.microsoft.com/office/drawing/2014/main" id="{479E05F2-49AE-410D-86FC-6F8B70F69029}"/>
                      </a:ext>
                    </a:extLst>
                  </p:cNvPr>
                  <p:cNvSpPr>
                    <a:spLocks noChangeShapeType="1"/>
                  </p:cNvSpPr>
                  <p:nvPr/>
                </p:nvSpPr>
                <p:spPr bwMode="auto">
                  <a:xfrm flipV="1">
                    <a:off x="4379"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3" name="Line 118">
                    <a:extLst>
                      <a:ext uri="{FF2B5EF4-FFF2-40B4-BE49-F238E27FC236}">
                        <a16:creationId xmlns:a16="http://schemas.microsoft.com/office/drawing/2014/main" id="{EC3887DF-B272-48D4-B24F-16524C9E3CD3}"/>
                      </a:ext>
                    </a:extLst>
                  </p:cNvPr>
                  <p:cNvSpPr>
                    <a:spLocks noChangeShapeType="1"/>
                  </p:cNvSpPr>
                  <p:nvPr/>
                </p:nvSpPr>
                <p:spPr bwMode="auto">
                  <a:xfrm>
                    <a:off x="4379"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4" name="Rectangle 119">
                    <a:extLst>
                      <a:ext uri="{FF2B5EF4-FFF2-40B4-BE49-F238E27FC236}">
                        <a16:creationId xmlns:a16="http://schemas.microsoft.com/office/drawing/2014/main" id="{BB3EE877-CAC1-464E-9407-045942713556}"/>
                      </a:ext>
                    </a:extLst>
                  </p:cNvPr>
                  <p:cNvSpPr>
                    <a:spLocks noChangeArrowheads="1"/>
                  </p:cNvSpPr>
                  <p:nvPr/>
                </p:nvSpPr>
                <p:spPr bwMode="auto">
                  <a:xfrm>
                    <a:off x="4350"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3</a:t>
                    </a:r>
                    <a:endParaRPr lang="en-US" altLang="zh-CN">
                      <a:solidFill>
                        <a:prstClr val="black"/>
                      </a:solidFill>
                      <a:ea typeface="宋体" panose="02010600030101010101" pitchFamily="2" charset="-122"/>
                    </a:endParaRPr>
                  </a:p>
                </p:txBody>
              </p:sp>
              <p:sp>
                <p:nvSpPr>
                  <p:cNvPr id="195" name="Line 120">
                    <a:extLst>
                      <a:ext uri="{FF2B5EF4-FFF2-40B4-BE49-F238E27FC236}">
                        <a16:creationId xmlns:a16="http://schemas.microsoft.com/office/drawing/2014/main" id="{7387345D-E05C-4379-866E-6C9F773D7152}"/>
                      </a:ext>
                    </a:extLst>
                  </p:cNvPr>
                  <p:cNvSpPr>
                    <a:spLocks noChangeShapeType="1"/>
                  </p:cNvSpPr>
                  <p:nvPr/>
                </p:nvSpPr>
                <p:spPr bwMode="auto">
                  <a:xfrm flipV="1">
                    <a:off x="4453"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6" name="Line 121">
                    <a:extLst>
                      <a:ext uri="{FF2B5EF4-FFF2-40B4-BE49-F238E27FC236}">
                        <a16:creationId xmlns:a16="http://schemas.microsoft.com/office/drawing/2014/main" id="{F206E935-50B2-4EFF-A99C-9918A0F2CFBE}"/>
                      </a:ext>
                    </a:extLst>
                  </p:cNvPr>
                  <p:cNvSpPr>
                    <a:spLocks noChangeShapeType="1"/>
                  </p:cNvSpPr>
                  <p:nvPr/>
                </p:nvSpPr>
                <p:spPr bwMode="auto">
                  <a:xfrm>
                    <a:off x="4453"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7" name="Line 122">
                    <a:extLst>
                      <a:ext uri="{FF2B5EF4-FFF2-40B4-BE49-F238E27FC236}">
                        <a16:creationId xmlns:a16="http://schemas.microsoft.com/office/drawing/2014/main" id="{F8A664AD-59D3-4741-A281-03AC3E8EFC54}"/>
                      </a:ext>
                    </a:extLst>
                  </p:cNvPr>
                  <p:cNvSpPr>
                    <a:spLocks noChangeShapeType="1"/>
                  </p:cNvSpPr>
                  <p:nvPr/>
                </p:nvSpPr>
                <p:spPr bwMode="auto">
                  <a:xfrm flipV="1">
                    <a:off x="4524"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8" name="Line 123">
                    <a:extLst>
                      <a:ext uri="{FF2B5EF4-FFF2-40B4-BE49-F238E27FC236}">
                        <a16:creationId xmlns:a16="http://schemas.microsoft.com/office/drawing/2014/main" id="{47929078-3D53-4294-9BD0-3C47DAC852FC}"/>
                      </a:ext>
                    </a:extLst>
                  </p:cNvPr>
                  <p:cNvSpPr>
                    <a:spLocks noChangeShapeType="1"/>
                  </p:cNvSpPr>
                  <p:nvPr/>
                </p:nvSpPr>
                <p:spPr bwMode="auto">
                  <a:xfrm>
                    <a:off x="4524"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9" name="Line 124">
                    <a:extLst>
                      <a:ext uri="{FF2B5EF4-FFF2-40B4-BE49-F238E27FC236}">
                        <a16:creationId xmlns:a16="http://schemas.microsoft.com/office/drawing/2014/main" id="{1099AC83-8910-43EB-B2F7-B3B96F841690}"/>
                      </a:ext>
                    </a:extLst>
                  </p:cNvPr>
                  <p:cNvSpPr>
                    <a:spLocks noChangeShapeType="1"/>
                  </p:cNvSpPr>
                  <p:nvPr/>
                </p:nvSpPr>
                <p:spPr bwMode="auto">
                  <a:xfrm flipV="1">
                    <a:off x="4598"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0" name="Line 125">
                    <a:extLst>
                      <a:ext uri="{FF2B5EF4-FFF2-40B4-BE49-F238E27FC236}">
                        <a16:creationId xmlns:a16="http://schemas.microsoft.com/office/drawing/2014/main" id="{D5FFEBC3-76C5-4624-B811-B3D4A6FFEAF4}"/>
                      </a:ext>
                    </a:extLst>
                  </p:cNvPr>
                  <p:cNvSpPr>
                    <a:spLocks noChangeShapeType="1"/>
                  </p:cNvSpPr>
                  <p:nvPr/>
                </p:nvSpPr>
                <p:spPr bwMode="auto">
                  <a:xfrm>
                    <a:off x="4598"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1" name="Line 126">
                    <a:extLst>
                      <a:ext uri="{FF2B5EF4-FFF2-40B4-BE49-F238E27FC236}">
                        <a16:creationId xmlns:a16="http://schemas.microsoft.com/office/drawing/2014/main" id="{6F56FD7C-03B1-464D-9966-11EEC8CBBCA9}"/>
                      </a:ext>
                    </a:extLst>
                  </p:cNvPr>
                  <p:cNvSpPr>
                    <a:spLocks noChangeShapeType="1"/>
                  </p:cNvSpPr>
                  <p:nvPr/>
                </p:nvSpPr>
                <p:spPr bwMode="auto">
                  <a:xfrm flipV="1">
                    <a:off x="4669"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2" name="Line 127">
                    <a:extLst>
                      <a:ext uri="{FF2B5EF4-FFF2-40B4-BE49-F238E27FC236}">
                        <a16:creationId xmlns:a16="http://schemas.microsoft.com/office/drawing/2014/main" id="{8AFCE297-31D4-4183-918F-79B82B35F415}"/>
                      </a:ext>
                    </a:extLst>
                  </p:cNvPr>
                  <p:cNvSpPr>
                    <a:spLocks noChangeShapeType="1"/>
                  </p:cNvSpPr>
                  <p:nvPr/>
                </p:nvSpPr>
                <p:spPr bwMode="auto">
                  <a:xfrm>
                    <a:off x="4669"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3" name="Line 128">
                    <a:extLst>
                      <a:ext uri="{FF2B5EF4-FFF2-40B4-BE49-F238E27FC236}">
                        <a16:creationId xmlns:a16="http://schemas.microsoft.com/office/drawing/2014/main" id="{A9B6A64D-2585-429F-8B32-260397FCBDE4}"/>
                      </a:ext>
                    </a:extLst>
                  </p:cNvPr>
                  <p:cNvSpPr>
                    <a:spLocks noChangeShapeType="1"/>
                  </p:cNvSpPr>
                  <p:nvPr/>
                </p:nvSpPr>
                <p:spPr bwMode="auto">
                  <a:xfrm flipV="1">
                    <a:off x="4742"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4" name="Line 129">
                    <a:extLst>
                      <a:ext uri="{FF2B5EF4-FFF2-40B4-BE49-F238E27FC236}">
                        <a16:creationId xmlns:a16="http://schemas.microsoft.com/office/drawing/2014/main" id="{15FE54CD-86CB-4E2C-9026-90954E3235BE}"/>
                      </a:ext>
                    </a:extLst>
                  </p:cNvPr>
                  <p:cNvSpPr>
                    <a:spLocks noChangeShapeType="1"/>
                  </p:cNvSpPr>
                  <p:nvPr/>
                </p:nvSpPr>
                <p:spPr bwMode="auto">
                  <a:xfrm>
                    <a:off x="4742"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5" name="Rectangle 130">
                    <a:extLst>
                      <a:ext uri="{FF2B5EF4-FFF2-40B4-BE49-F238E27FC236}">
                        <a16:creationId xmlns:a16="http://schemas.microsoft.com/office/drawing/2014/main" id="{2F8E8266-FE98-4AC7-8BC3-B27817C97EBC}"/>
                      </a:ext>
                    </a:extLst>
                  </p:cNvPr>
                  <p:cNvSpPr>
                    <a:spLocks noChangeArrowheads="1"/>
                  </p:cNvSpPr>
                  <p:nvPr/>
                </p:nvSpPr>
                <p:spPr bwMode="auto">
                  <a:xfrm>
                    <a:off x="4713"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4</a:t>
                    </a:r>
                    <a:endParaRPr lang="en-US" altLang="zh-CN">
                      <a:solidFill>
                        <a:prstClr val="black"/>
                      </a:solidFill>
                      <a:ea typeface="宋体" panose="02010600030101010101" pitchFamily="2" charset="-122"/>
                    </a:endParaRPr>
                  </a:p>
                </p:txBody>
              </p:sp>
              <p:sp>
                <p:nvSpPr>
                  <p:cNvPr id="206" name="Line 131">
                    <a:extLst>
                      <a:ext uri="{FF2B5EF4-FFF2-40B4-BE49-F238E27FC236}">
                        <a16:creationId xmlns:a16="http://schemas.microsoft.com/office/drawing/2014/main" id="{B3954A49-7D0A-44A5-8F22-C111018B62A1}"/>
                      </a:ext>
                    </a:extLst>
                  </p:cNvPr>
                  <p:cNvSpPr>
                    <a:spLocks noChangeShapeType="1"/>
                  </p:cNvSpPr>
                  <p:nvPr/>
                </p:nvSpPr>
                <p:spPr bwMode="auto">
                  <a:xfrm flipV="1">
                    <a:off x="4816"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7" name="Line 132">
                    <a:extLst>
                      <a:ext uri="{FF2B5EF4-FFF2-40B4-BE49-F238E27FC236}">
                        <a16:creationId xmlns:a16="http://schemas.microsoft.com/office/drawing/2014/main" id="{5C987108-9DFF-4562-9D51-9078A0E05145}"/>
                      </a:ext>
                    </a:extLst>
                  </p:cNvPr>
                  <p:cNvSpPr>
                    <a:spLocks noChangeShapeType="1"/>
                  </p:cNvSpPr>
                  <p:nvPr/>
                </p:nvSpPr>
                <p:spPr bwMode="auto">
                  <a:xfrm>
                    <a:off x="4816"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8" name="Line 133">
                    <a:extLst>
                      <a:ext uri="{FF2B5EF4-FFF2-40B4-BE49-F238E27FC236}">
                        <a16:creationId xmlns:a16="http://schemas.microsoft.com/office/drawing/2014/main" id="{896F02B7-D02E-4E26-B1C2-A5E1BC370573}"/>
                      </a:ext>
                    </a:extLst>
                  </p:cNvPr>
                  <p:cNvSpPr>
                    <a:spLocks noChangeShapeType="1"/>
                  </p:cNvSpPr>
                  <p:nvPr/>
                </p:nvSpPr>
                <p:spPr bwMode="auto">
                  <a:xfrm flipV="1">
                    <a:off x="4887"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9" name="Line 134">
                    <a:extLst>
                      <a:ext uri="{FF2B5EF4-FFF2-40B4-BE49-F238E27FC236}">
                        <a16:creationId xmlns:a16="http://schemas.microsoft.com/office/drawing/2014/main" id="{07C47588-9554-4C1D-9CA3-C6F06A2ED188}"/>
                      </a:ext>
                    </a:extLst>
                  </p:cNvPr>
                  <p:cNvSpPr>
                    <a:spLocks noChangeShapeType="1"/>
                  </p:cNvSpPr>
                  <p:nvPr/>
                </p:nvSpPr>
                <p:spPr bwMode="auto">
                  <a:xfrm>
                    <a:off x="4887"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0" name="Line 135">
                    <a:extLst>
                      <a:ext uri="{FF2B5EF4-FFF2-40B4-BE49-F238E27FC236}">
                        <a16:creationId xmlns:a16="http://schemas.microsoft.com/office/drawing/2014/main" id="{7DE5FB59-DD72-432C-AAC7-4FF0CC3F4008}"/>
                      </a:ext>
                    </a:extLst>
                  </p:cNvPr>
                  <p:cNvSpPr>
                    <a:spLocks noChangeShapeType="1"/>
                  </p:cNvSpPr>
                  <p:nvPr/>
                </p:nvSpPr>
                <p:spPr bwMode="auto">
                  <a:xfrm flipV="1">
                    <a:off x="4961"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1" name="Line 136">
                    <a:extLst>
                      <a:ext uri="{FF2B5EF4-FFF2-40B4-BE49-F238E27FC236}">
                        <a16:creationId xmlns:a16="http://schemas.microsoft.com/office/drawing/2014/main" id="{D0520070-256B-4A82-9E77-1C2C457D6AB7}"/>
                      </a:ext>
                    </a:extLst>
                  </p:cNvPr>
                  <p:cNvSpPr>
                    <a:spLocks noChangeShapeType="1"/>
                  </p:cNvSpPr>
                  <p:nvPr/>
                </p:nvSpPr>
                <p:spPr bwMode="auto">
                  <a:xfrm>
                    <a:off x="4961"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2" name="Line 137">
                    <a:extLst>
                      <a:ext uri="{FF2B5EF4-FFF2-40B4-BE49-F238E27FC236}">
                        <a16:creationId xmlns:a16="http://schemas.microsoft.com/office/drawing/2014/main" id="{5A1C5B7D-D6FB-4653-92D1-B73A92C6D45B}"/>
                      </a:ext>
                    </a:extLst>
                  </p:cNvPr>
                  <p:cNvSpPr>
                    <a:spLocks noChangeShapeType="1"/>
                  </p:cNvSpPr>
                  <p:nvPr/>
                </p:nvSpPr>
                <p:spPr bwMode="auto">
                  <a:xfrm flipV="1">
                    <a:off x="5032" y="2275"/>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3" name="Line 138">
                    <a:extLst>
                      <a:ext uri="{FF2B5EF4-FFF2-40B4-BE49-F238E27FC236}">
                        <a16:creationId xmlns:a16="http://schemas.microsoft.com/office/drawing/2014/main" id="{BF84209C-1246-4F13-B843-8622A6802E18}"/>
                      </a:ext>
                    </a:extLst>
                  </p:cNvPr>
                  <p:cNvSpPr>
                    <a:spLocks noChangeShapeType="1"/>
                  </p:cNvSpPr>
                  <p:nvPr/>
                </p:nvSpPr>
                <p:spPr bwMode="auto">
                  <a:xfrm>
                    <a:off x="5032" y="963"/>
                    <a:ext cx="1" cy="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4" name="Line 139">
                    <a:extLst>
                      <a:ext uri="{FF2B5EF4-FFF2-40B4-BE49-F238E27FC236}">
                        <a16:creationId xmlns:a16="http://schemas.microsoft.com/office/drawing/2014/main" id="{48156BDA-68BC-4A41-AAA1-BD271A61FF46}"/>
                      </a:ext>
                    </a:extLst>
                  </p:cNvPr>
                  <p:cNvSpPr>
                    <a:spLocks noChangeShapeType="1"/>
                  </p:cNvSpPr>
                  <p:nvPr/>
                </p:nvSpPr>
                <p:spPr bwMode="auto">
                  <a:xfrm flipV="1">
                    <a:off x="5106" y="2270"/>
                    <a:ext cx="1" cy="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5" name="Line 140">
                    <a:extLst>
                      <a:ext uri="{FF2B5EF4-FFF2-40B4-BE49-F238E27FC236}">
                        <a16:creationId xmlns:a16="http://schemas.microsoft.com/office/drawing/2014/main" id="{715C233B-1074-49B3-A664-F4444692B5E8}"/>
                      </a:ext>
                    </a:extLst>
                  </p:cNvPr>
                  <p:cNvSpPr>
                    <a:spLocks noChangeShapeType="1"/>
                  </p:cNvSpPr>
                  <p:nvPr/>
                </p:nvSpPr>
                <p:spPr bwMode="auto">
                  <a:xfrm>
                    <a:off x="5106" y="963"/>
                    <a:ext cx="1" cy="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6" name="Rectangle 141">
                    <a:extLst>
                      <a:ext uri="{FF2B5EF4-FFF2-40B4-BE49-F238E27FC236}">
                        <a16:creationId xmlns:a16="http://schemas.microsoft.com/office/drawing/2014/main" id="{C1FD98E1-DD64-4CA9-AE15-6FD3C4212CF9}"/>
                      </a:ext>
                    </a:extLst>
                  </p:cNvPr>
                  <p:cNvSpPr>
                    <a:spLocks noChangeArrowheads="1"/>
                  </p:cNvSpPr>
                  <p:nvPr/>
                </p:nvSpPr>
                <p:spPr bwMode="auto">
                  <a:xfrm>
                    <a:off x="5076" y="2320"/>
                    <a:ext cx="124"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defTabSz="914400"/>
                    <a:r>
                      <a:rPr lang="en-US" altLang="zh-CN" sz="1600">
                        <a:solidFill>
                          <a:srgbClr val="000000"/>
                        </a:solidFill>
                        <a:latin typeface="Times New Roman" pitchFamily="18" charset="0"/>
                        <a:ea typeface="宋体" panose="02010600030101010101" pitchFamily="2" charset="-122"/>
                      </a:rPr>
                      <a:t>5</a:t>
                    </a:r>
                    <a:endParaRPr lang="en-US" altLang="zh-CN">
                      <a:solidFill>
                        <a:prstClr val="black"/>
                      </a:solidFill>
                      <a:ea typeface="宋体" panose="02010600030101010101" pitchFamily="2" charset="-122"/>
                    </a:endParaRPr>
                  </a:p>
                </p:txBody>
              </p:sp>
              <p:sp>
                <p:nvSpPr>
                  <p:cNvPr id="217" name="Line 142">
                    <a:extLst>
                      <a:ext uri="{FF2B5EF4-FFF2-40B4-BE49-F238E27FC236}">
                        <a16:creationId xmlns:a16="http://schemas.microsoft.com/office/drawing/2014/main" id="{002149AF-B167-4066-A154-F34D7DC4D6D1}"/>
                      </a:ext>
                    </a:extLst>
                  </p:cNvPr>
                  <p:cNvSpPr>
                    <a:spLocks noChangeShapeType="1"/>
                  </p:cNvSpPr>
                  <p:nvPr/>
                </p:nvSpPr>
                <p:spPr bwMode="auto">
                  <a:xfrm>
                    <a:off x="3290" y="2279"/>
                    <a:ext cx="181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8" name="Line 143">
                    <a:extLst>
                      <a:ext uri="{FF2B5EF4-FFF2-40B4-BE49-F238E27FC236}">
                        <a16:creationId xmlns:a16="http://schemas.microsoft.com/office/drawing/2014/main" id="{8283D0FD-2313-4A9A-8744-B46A0BBDC274}"/>
                      </a:ext>
                    </a:extLst>
                  </p:cNvPr>
                  <p:cNvSpPr>
                    <a:spLocks noChangeShapeType="1"/>
                  </p:cNvSpPr>
                  <p:nvPr/>
                </p:nvSpPr>
                <p:spPr bwMode="auto">
                  <a:xfrm>
                    <a:off x="3298" y="963"/>
                    <a:ext cx="11"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9" name="Line 144">
                    <a:extLst>
                      <a:ext uri="{FF2B5EF4-FFF2-40B4-BE49-F238E27FC236}">
                        <a16:creationId xmlns:a16="http://schemas.microsoft.com/office/drawing/2014/main" id="{4CDAFBD9-505D-4BC0-95BD-0F9F6D0803AC}"/>
                      </a:ext>
                    </a:extLst>
                  </p:cNvPr>
                  <p:cNvSpPr>
                    <a:spLocks noChangeShapeType="1"/>
                  </p:cNvSpPr>
                  <p:nvPr/>
                </p:nvSpPr>
                <p:spPr bwMode="auto">
                  <a:xfrm>
                    <a:off x="3309" y="967"/>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0" name="Line 145">
                    <a:extLst>
                      <a:ext uri="{FF2B5EF4-FFF2-40B4-BE49-F238E27FC236}">
                        <a16:creationId xmlns:a16="http://schemas.microsoft.com/office/drawing/2014/main" id="{CED18691-07BC-4F9E-A7A1-9AEB39F67C53}"/>
                      </a:ext>
                    </a:extLst>
                  </p:cNvPr>
                  <p:cNvSpPr>
                    <a:spLocks noChangeShapeType="1"/>
                  </p:cNvSpPr>
                  <p:nvPr/>
                </p:nvSpPr>
                <p:spPr bwMode="auto">
                  <a:xfrm>
                    <a:off x="3317" y="973"/>
                    <a:ext cx="9"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1" name="Line 146">
                    <a:extLst>
                      <a:ext uri="{FF2B5EF4-FFF2-40B4-BE49-F238E27FC236}">
                        <a16:creationId xmlns:a16="http://schemas.microsoft.com/office/drawing/2014/main" id="{594CEA09-FB82-4405-81F7-CF8C3A56AAE8}"/>
                      </a:ext>
                    </a:extLst>
                  </p:cNvPr>
                  <p:cNvSpPr>
                    <a:spLocks noChangeShapeType="1"/>
                  </p:cNvSpPr>
                  <p:nvPr/>
                </p:nvSpPr>
                <p:spPr bwMode="auto">
                  <a:xfrm>
                    <a:off x="3326" y="982"/>
                    <a:ext cx="10"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2" name="Line 147">
                    <a:extLst>
                      <a:ext uri="{FF2B5EF4-FFF2-40B4-BE49-F238E27FC236}">
                        <a16:creationId xmlns:a16="http://schemas.microsoft.com/office/drawing/2014/main" id="{6C6BD032-B16B-4B3A-8E0A-BA00BEB91398}"/>
                      </a:ext>
                    </a:extLst>
                  </p:cNvPr>
                  <p:cNvSpPr>
                    <a:spLocks noChangeShapeType="1"/>
                  </p:cNvSpPr>
                  <p:nvPr/>
                </p:nvSpPr>
                <p:spPr bwMode="auto">
                  <a:xfrm>
                    <a:off x="3336" y="994"/>
                    <a:ext cx="8"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3" name="Line 148">
                    <a:extLst>
                      <a:ext uri="{FF2B5EF4-FFF2-40B4-BE49-F238E27FC236}">
                        <a16:creationId xmlns:a16="http://schemas.microsoft.com/office/drawing/2014/main" id="{9907AB21-0D6A-4CBA-9A56-CE191CF687A5}"/>
                      </a:ext>
                    </a:extLst>
                  </p:cNvPr>
                  <p:cNvSpPr>
                    <a:spLocks noChangeShapeType="1"/>
                  </p:cNvSpPr>
                  <p:nvPr/>
                </p:nvSpPr>
                <p:spPr bwMode="auto">
                  <a:xfrm>
                    <a:off x="3344" y="1009"/>
                    <a:ext cx="9" cy="1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4" name="Line 149">
                    <a:extLst>
                      <a:ext uri="{FF2B5EF4-FFF2-40B4-BE49-F238E27FC236}">
                        <a16:creationId xmlns:a16="http://schemas.microsoft.com/office/drawing/2014/main" id="{5FCA32F7-4DF0-4DF9-896E-103DD6D5A6C5}"/>
                      </a:ext>
                    </a:extLst>
                  </p:cNvPr>
                  <p:cNvSpPr>
                    <a:spLocks noChangeShapeType="1"/>
                  </p:cNvSpPr>
                  <p:nvPr/>
                </p:nvSpPr>
                <p:spPr bwMode="auto">
                  <a:xfrm>
                    <a:off x="3353" y="1028"/>
                    <a:ext cx="10" cy="1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5" name="Line 150">
                    <a:extLst>
                      <a:ext uri="{FF2B5EF4-FFF2-40B4-BE49-F238E27FC236}">
                        <a16:creationId xmlns:a16="http://schemas.microsoft.com/office/drawing/2014/main" id="{90C252BE-46CB-40D1-B841-AEC1B465F358}"/>
                      </a:ext>
                    </a:extLst>
                  </p:cNvPr>
                  <p:cNvSpPr>
                    <a:spLocks noChangeShapeType="1"/>
                  </p:cNvSpPr>
                  <p:nvPr/>
                </p:nvSpPr>
                <p:spPr bwMode="auto">
                  <a:xfrm>
                    <a:off x="3363" y="1046"/>
                    <a:ext cx="9" cy="2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6" name="Line 151">
                    <a:extLst>
                      <a:ext uri="{FF2B5EF4-FFF2-40B4-BE49-F238E27FC236}">
                        <a16:creationId xmlns:a16="http://schemas.microsoft.com/office/drawing/2014/main" id="{1AC59AA9-2711-4133-BF80-4243C25C9693}"/>
                      </a:ext>
                    </a:extLst>
                  </p:cNvPr>
                  <p:cNvSpPr>
                    <a:spLocks noChangeShapeType="1"/>
                  </p:cNvSpPr>
                  <p:nvPr/>
                </p:nvSpPr>
                <p:spPr bwMode="auto">
                  <a:xfrm>
                    <a:off x="3372" y="1069"/>
                    <a:ext cx="8" cy="2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7" name="Line 152">
                    <a:extLst>
                      <a:ext uri="{FF2B5EF4-FFF2-40B4-BE49-F238E27FC236}">
                        <a16:creationId xmlns:a16="http://schemas.microsoft.com/office/drawing/2014/main" id="{BE5C84BC-006A-4346-B8C0-248D93BDE023}"/>
                      </a:ext>
                    </a:extLst>
                  </p:cNvPr>
                  <p:cNvSpPr>
                    <a:spLocks noChangeShapeType="1"/>
                  </p:cNvSpPr>
                  <p:nvPr/>
                </p:nvSpPr>
                <p:spPr bwMode="auto">
                  <a:xfrm>
                    <a:off x="3380" y="1092"/>
                    <a:ext cx="11" cy="2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8" name="Line 153">
                    <a:extLst>
                      <a:ext uri="{FF2B5EF4-FFF2-40B4-BE49-F238E27FC236}">
                        <a16:creationId xmlns:a16="http://schemas.microsoft.com/office/drawing/2014/main" id="{8D40FA1F-5470-42C6-A9F7-73D04BCC4ECD}"/>
                      </a:ext>
                    </a:extLst>
                  </p:cNvPr>
                  <p:cNvSpPr>
                    <a:spLocks noChangeShapeType="1"/>
                  </p:cNvSpPr>
                  <p:nvPr/>
                </p:nvSpPr>
                <p:spPr bwMode="auto">
                  <a:xfrm>
                    <a:off x="3391" y="1120"/>
                    <a:ext cx="8" cy="2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9" name="Line 154">
                    <a:extLst>
                      <a:ext uri="{FF2B5EF4-FFF2-40B4-BE49-F238E27FC236}">
                        <a16:creationId xmlns:a16="http://schemas.microsoft.com/office/drawing/2014/main" id="{197E76C9-E08A-4997-A9B0-93C2C669CC1A}"/>
                      </a:ext>
                    </a:extLst>
                  </p:cNvPr>
                  <p:cNvSpPr>
                    <a:spLocks noChangeShapeType="1"/>
                  </p:cNvSpPr>
                  <p:nvPr/>
                </p:nvSpPr>
                <p:spPr bwMode="auto">
                  <a:xfrm>
                    <a:off x="3399" y="1149"/>
                    <a:ext cx="10" cy="3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0" name="Line 155">
                    <a:extLst>
                      <a:ext uri="{FF2B5EF4-FFF2-40B4-BE49-F238E27FC236}">
                        <a16:creationId xmlns:a16="http://schemas.microsoft.com/office/drawing/2014/main" id="{A294F367-3EEE-4726-9C90-40516CA30EE4}"/>
                      </a:ext>
                    </a:extLst>
                  </p:cNvPr>
                  <p:cNvSpPr>
                    <a:spLocks noChangeShapeType="1"/>
                  </p:cNvSpPr>
                  <p:nvPr/>
                </p:nvSpPr>
                <p:spPr bwMode="auto">
                  <a:xfrm>
                    <a:off x="3409" y="1180"/>
                    <a:ext cx="9" cy="3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1" name="Line 156">
                    <a:extLst>
                      <a:ext uri="{FF2B5EF4-FFF2-40B4-BE49-F238E27FC236}">
                        <a16:creationId xmlns:a16="http://schemas.microsoft.com/office/drawing/2014/main" id="{50DFAC0C-293C-40C1-A1FA-0F0D17210C6A}"/>
                      </a:ext>
                    </a:extLst>
                  </p:cNvPr>
                  <p:cNvSpPr>
                    <a:spLocks noChangeShapeType="1"/>
                  </p:cNvSpPr>
                  <p:nvPr/>
                </p:nvSpPr>
                <p:spPr bwMode="auto">
                  <a:xfrm>
                    <a:off x="3418" y="1214"/>
                    <a:ext cx="8" cy="3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2" name="Line 157">
                    <a:extLst>
                      <a:ext uri="{FF2B5EF4-FFF2-40B4-BE49-F238E27FC236}">
                        <a16:creationId xmlns:a16="http://schemas.microsoft.com/office/drawing/2014/main" id="{B9F3A8BB-01C8-4A09-8951-145777C039CC}"/>
                      </a:ext>
                    </a:extLst>
                  </p:cNvPr>
                  <p:cNvSpPr>
                    <a:spLocks noChangeShapeType="1"/>
                  </p:cNvSpPr>
                  <p:nvPr/>
                </p:nvSpPr>
                <p:spPr bwMode="auto">
                  <a:xfrm>
                    <a:off x="3426" y="1247"/>
                    <a:ext cx="11" cy="3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3" name="Line 158">
                    <a:extLst>
                      <a:ext uri="{FF2B5EF4-FFF2-40B4-BE49-F238E27FC236}">
                        <a16:creationId xmlns:a16="http://schemas.microsoft.com/office/drawing/2014/main" id="{BC62DE40-203B-4F66-9D11-B5537CE34575}"/>
                      </a:ext>
                    </a:extLst>
                  </p:cNvPr>
                  <p:cNvSpPr>
                    <a:spLocks noChangeShapeType="1"/>
                  </p:cNvSpPr>
                  <p:nvPr/>
                </p:nvSpPr>
                <p:spPr bwMode="auto">
                  <a:xfrm>
                    <a:off x="3437" y="1285"/>
                    <a:ext cx="8" cy="3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4" name="Line 159">
                    <a:extLst>
                      <a:ext uri="{FF2B5EF4-FFF2-40B4-BE49-F238E27FC236}">
                        <a16:creationId xmlns:a16="http://schemas.microsoft.com/office/drawing/2014/main" id="{FE2ABB79-42BD-445A-9EC0-2BD4B473411E}"/>
                      </a:ext>
                    </a:extLst>
                  </p:cNvPr>
                  <p:cNvSpPr>
                    <a:spLocks noChangeShapeType="1"/>
                  </p:cNvSpPr>
                  <p:nvPr/>
                </p:nvSpPr>
                <p:spPr bwMode="auto">
                  <a:xfrm>
                    <a:off x="3445" y="1323"/>
                    <a:ext cx="9" cy="3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5" name="Line 160">
                    <a:extLst>
                      <a:ext uri="{FF2B5EF4-FFF2-40B4-BE49-F238E27FC236}">
                        <a16:creationId xmlns:a16="http://schemas.microsoft.com/office/drawing/2014/main" id="{C77E6323-7813-4065-8B0E-506D1F0C6D3A}"/>
                      </a:ext>
                    </a:extLst>
                  </p:cNvPr>
                  <p:cNvSpPr>
                    <a:spLocks noChangeShapeType="1"/>
                  </p:cNvSpPr>
                  <p:nvPr/>
                </p:nvSpPr>
                <p:spPr bwMode="auto">
                  <a:xfrm>
                    <a:off x="3454" y="1362"/>
                    <a:ext cx="10" cy="4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6" name="Line 161">
                    <a:extLst>
                      <a:ext uri="{FF2B5EF4-FFF2-40B4-BE49-F238E27FC236}">
                        <a16:creationId xmlns:a16="http://schemas.microsoft.com/office/drawing/2014/main" id="{AB13F05C-FDE5-417E-A91B-56E833CD5B8A}"/>
                      </a:ext>
                    </a:extLst>
                  </p:cNvPr>
                  <p:cNvSpPr>
                    <a:spLocks noChangeShapeType="1"/>
                  </p:cNvSpPr>
                  <p:nvPr/>
                </p:nvSpPr>
                <p:spPr bwMode="auto">
                  <a:xfrm>
                    <a:off x="3464" y="1402"/>
                    <a:ext cx="8" cy="4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7" name="Line 162">
                    <a:extLst>
                      <a:ext uri="{FF2B5EF4-FFF2-40B4-BE49-F238E27FC236}">
                        <a16:creationId xmlns:a16="http://schemas.microsoft.com/office/drawing/2014/main" id="{582D89E7-C9E9-4912-97B6-D9DBBE6116B0}"/>
                      </a:ext>
                    </a:extLst>
                  </p:cNvPr>
                  <p:cNvSpPr>
                    <a:spLocks noChangeShapeType="1"/>
                  </p:cNvSpPr>
                  <p:nvPr/>
                </p:nvSpPr>
                <p:spPr bwMode="auto">
                  <a:xfrm>
                    <a:off x="3472" y="1444"/>
                    <a:ext cx="9" cy="4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8" name="Line 163">
                    <a:extLst>
                      <a:ext uri="{FF2B5EF4-FFF2-40B4-BE49-F238E27FC236}">
                        <a16:creationId xmlns:a16="http://schemas.microsoft.com/office/drawing/2014/main" id="{F8553DD8-9E54-439B-A850-7B25A6593D96}"/>
                      </a:ext>
                    </a:extLst>
                  </p:cNvPr>
                  <p:cNvSpPr>
                    <a:spLocks noChangeShapeType="1"/>
                  </p:cNvSpPr>
                  <p:nvPr/>
                </p:nvSpPr>
                <p:spPr bwMode="auto">
                  <a:xfrm>
                    <a:off x="3481" y="1486"/>
                    <a:ext cx="10"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9" name="Line 164">
                    <a:extLst>
                      <a:ext uri="{FF2B5EF4-FFF2-40B4-BE49-F238E27FC236}">
                        <a16:creationId xmlns:a16="http://schemas.microsoft.com/office/drawing/2014/main" id="{CDB92DDA-33E2-420B-96C7-C37D7DB5C0F8}"/>
                      </a:ext>
                    </a:extLst>
                  </p:cNvPr>
                  <p:cNvSpPr>
                    <a:spLocks noChangeShapeType="1"/>
                  </p:cNvSpPr>
                  <p:nvPr/>
                </p:nvSpPr>
                <p:spPr bwMode="auto">
                  <a:xfrm>
                    <a:off x="3491" y="1530"/>
                    <a:ext cx="9"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0" name="Line 165">
                    <a:extLst>
                      <a:ext uri="{FF2B5EF4-FFF2-40B4-BE49-F238E27FC236}">
                        <a16:creationId xmlns:a16="http://schemas.microsoft.com/office/drawing/2014/main" id="{A9E57544-4740-469F-81FF-13FAD5E86AC3}"/>
                      </a:ext>
                    </a:extLst>
                  </p:cNvPr>
                  <p:cNvSpPr>
                    <a:spLocks noChangeShapeType="1"/>
                  </p:cNvSpPr>
                  <p:nvPr/>
                </p:nvSpPr>
                <p:spPr bwMode="auto">
                  <a:xfrm>
                    <a:off x="3500" y="1574"/>
                    <a:ext cx="8" cy="4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1" name="Line 166">
                    <a:extLst>
                      <a:ext uri="{FF2B5EF4-FFF2-40B4-BE49-F238E27FC236}">
                        <a16:creationId xmlns:a16="http://schemas.microsoft.com/office/drawing/2014/main" id="{C32EDA19-EC81-4FAC-9135-5F2E54BF63DA}"/>
                      </a:ext>
                    </a:extLst>
                  </p:cNvPr>
                  <p:cNvSpPr>
                    <a:spLocks noChangeShapeType="1"/>
                  </p:cNvSpPr>
                  <p:nvPr/>
                </p:nvSpPr>
                <p:spPr bwMode="auto">
                  <a:xfrm>
                    <a:off x="3508" y="1620"/>
                    <a:ext cx="11"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2" name="Line 167">
                    <a:extLst>
                      <a:ext uri="{FF2B5EF4-FFF2-40B4-BE49-F238E27FC236}">
                        <a16:creationId xmlns:a16="http://schemas.microsoft.com/office/drawing/2014/main" id="{4080F760-274B-414D-B18F-33A919044DA7}"/>
                      </a:ext>
                    </a:extLst>
                  </p:cNvPr>
                  <p:cNvSpPr>
                    <a:spLocks noChangeShapeType="1"/>
                  </p:cNvSpPr>
                  <p:nvPr/>
                </p:nvSpPr>
                <p:spPr bwMode="auto">
                  <a:xfrm>
                    <a:off x="3519" y="1664"/>
                    <a:ext cx="8" cy="4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3" name="Line 168">
                    <a:extLst>
                      <a:ext uri="{FF2B5EF4-FFF2-40B4-BE49-F238E27FC236}">
                        <a16:creationId xmlns:a16="http://schemas.microsoft.com/office/drawing/2014/main" id="{7A0A4CCC-E651-462B-999B-D00E7BF7D14F}"/>
                      </a:ext>
                    </a:extLst>
                  </p:cNvPr>
                  <p:cNvSpPr>
                    <a:spLocks noChangeShapeType="1"/>
                  </p:cNvSpPr>
                  <p:nvPr/>
                </p:nvSpPr>
                <p:spPr bwMode="auto">
                  <a:xfrm>
                    <a:off x="3527" y="1710"/>
                    <a:ext cx="8" cy="4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4" name="Line 169">
                    <a:extLst>
                      <a:ext uri="{FF2B5EF4-FFF2-40B4-BE49-F238E27FC236}">
                        <a16:creationId xmlns:a16="http://schemas.microsoft.com/office/drawing/2014/main" id="{F64A18ED-2C9D-4684-A41F-4847736B3F21}"/>
                      </a:ext>
                    </a:extLst>
                  </p:cNvPr>
                  <p:cNvSpPr>
                    <a:spLocks noChangeShapeType="1"/>
                  </p:cNvSpPr>
                  <p:nvPr/>
                </p:nvSpPr>
                <p:spPr bwMode="auto">
                  <a:xfrm>
                    <a:off x="3535" y="1756"/>
                    <a:ext cx="11"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5" name="Line 170">
                    <a:extLst>
                      <a:ext uri="{FF2B5EF4-FFF2-40B4-BE49-F238E27FC236}">
                        <a16:creationId xmlns:a16="http://schemas.microsoft.com/office/drawing/2014/main" id="{634785ED-622C-4EBF-ACD7-E18AA20B1865}"/>
                      </a:ext>
                    </a:extLst>
                  </p:cNvPr>
                  <p:cNvSpPr>
                    <a:spLocks noChangeShapeType="1"/>
                  </p:cNvSpPr>
                  <p:nvPr/>
                </p:nvSpPr>
                <p:spPr bwMode="auto">
                  <a:xfrm>
                    <a:off x="3546" y="1800"/>
                    <a:ext cx="8" cy="4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6" name="Line 171">
                    <a:extLst>
                      <a:ext uri="{FF2B5EF4-FFF2-40B4-BE49-F238E27FC236}">
                        <a16:creationId xmlns:a16="http://schemas.microsoft.com/office/drawing/2014/main" id="{8E1C6100-8CEF-4C59-A35E-43C65BCE59A9}"/>
                      </a:ext>
                    </a:extLst>
                  </p:cNvPr>
                  <p:cNvSpPr>
                    <a:spLocks noChangeShapeType="1"/>
                  </p:cNvSpPr>
                  <p:nvPr/>
                </p:nvSpPr>
                <p:spPr bwMode="auto">
                  <a:xfrm>
                    <a:off x="3554" y="1846"/>
                    <a:ext cx="9"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7" name="Line 172">
                    <a:extLst>
                      <a:ext uri="{FF2B5EF4-FFF2-40B4-BE49-F238E27FC236}">
                        <a16:creationId xmlns:a16="http://schemas.microsoft.com/office/drawing/2014/main" id="{D5456B56-070C-46A4-9B55-8FAA1BEFA529}"/>
                      </a:ext>
                    </a:extLst>
                  </p:cNvPr>
                  <p:cNvSpPr>
                    <a:spLocks noChangeShapeType="1"/>
                  </p:cNvSpPr>
                  <p:nvPr/>
                </p:nvSpPr>
                <p:spPr bwMode="auto">
                  <a:xfrm>
                    <a:off x="3563" y="1890"/>
                    <a:ext cx="10" cy="4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8" name="Line 173">
                    <a:extLst>
                      <a:ext uri="{FF2B5EF4-FFF2-40B4-BE49-F238E27FC236}">
                        <a16:creationId xmlns:a16="http://schemas.microsoft.com/office/drawing/2014/main" id="{13A362AE-6A7E-4B5C-82E0-CCC8632AD82F}"/>
                      </a:ext>
                    </a:extLst>
                  </p:cNvPr>
                  <p:cNvSpPr>
                    <a:spLocks noChangeShapeType="1"/>
                  </p:cNvSpPr>
                  <p:nvPr/>
                </p:nvSpPr>
                <p:spPr bwMode="auto">
                  <a:xfrm>
                    <a:off x="3573" y="1934"/>
                    <a:ext cx="9" cy="4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9" name="Line 174">
                    <a:extLst>
                      <a:ext uri="{FF2B5EF4-FFF2-40B4-BE49-F238E27FC236}">
                        <a16:creationId xmlns:a16="http://schemas.microsoft.com/office/drawing/2014/main" id="{C0784DD7-BDD3-4385-AAFC-85D0D47AE65C}"/>
                      </a:ext>
                    </a:extLst>
                  </p:cNvPr>
                  <p:cNvSpPr>
                    <a:spLocks noChangeShapeType="1"/>
                  </p:cNvSpPr>
                  <p:nvPr/>
                </p:nvSpPr>
                <p:spPr bwMode="auto">
                  <a:xfrm>
                    <a:off x="3582" y="1977"/>
                    <a:ext cx="8" cy="4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0" name="Line 175">
                    <a:extLst>
                      <a:ext uri="{FF2B5EF4-FFF2-40B4-BE49-F238E27FC236}">
                        <a16:creationId xmlns:a16="http://schemas.microsoft.com/office/drawing/2014/main" id="{18D7EAD5-1CCC-4005-9219-5C57DFD751F0}"/>
                      </a:ext>
                    </a:extLst>
                  </p:cNvPr>
                  <p:cNvSpPr>
                    <a:spLocks noChangeShapeType="1"/>
                  </p:cNvSpPr>
                  <p:nvPr/>
                </p:nvSpPr>
                <p:spPr bwMode="auto">
                  <a:xfrm>
                    <a:off x="3590" y="2019"/>
                    <a:ext cx="11" cy="4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1" name="Line 176">
                    <a:extLst>
                      <a:ext uri="{FF2B5EF4-FFF2-40B4-BE49-F238E27FC236}">
                        <a16:creationId xmlns:a16="http://schemas.microsoft.com/office/drawing/2014/main" id="{7B25E953-774C-45C5-A6EF-B731E20F44DC}"/>
                      </a:ext>
                    </a:extLst>
                  </p:cNvPr>
                  <p:cNvSpPr>
                    <a:spLocks noChangeShapeType="1"/>
                  </p:cNvSpPr>
                  <p:nvPr/>
                </p:nvSpPr>
                <p:spPr bwMode="auto">
                  <a:xfrm>
                    <a:off x="3601" y="2061"/>
                    <a:ext cx="8" cy="4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2" name="Line 177">
                    <a:extLst>
                      <a:ext uri="{FF2B5EF4-FFF2-40B4-BE49-F238E27FC236}">
                        <a16:creationId xmlns:a16="http://schemas.microsoft.com/office/drawing/2014/main" id="{4C571E88-AE6D-4EC4-A83D-748B0902EB1F}"/>
                      </a:ext>
                    </a:extLst>
                  </p:cNvPr>
                  <p:cNvSpPr>
                    <a:spLocks noChangeShapeType="1"/>
                  </p:cNvSpPr>
                  <p:nvPr/>
                </p:nvSpPr>
                <p:spPr bwMode="auto">
                  <a:xfrm>
                    <a:off x="3609" y="2103"/>
                    <a:ext cx="8" cy="3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3" name="Line 178">
                    <a:extLst>
                      <a:ext uri="{FF2B5EF4-FFF2-40B4-BE49-F238E27FC236}">
                        <a16:creationId xmlns:a16="http://schemas.microsoft.com/office/drawing/2014/main" id="{39F57C22-B730-429B-A8E4-594FBBEE41C7}"/>
                      </a:ext>
                    </a:extLst>
                  </p:cNvPr>
                  <p:cNvSpPr>
                    <a:spLocks noChangeShapeType="1"/>
                  </p:cNvSpPr>
                  <p:nvPr/>
                </p:nvSpPr>
                <p:spPr bwMode="auto">
                  <a:xfrm>
                    <a:off x="3617" y="2141"/>
                    <a:ext cx="11" cy="3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4" name="Line 179">
                    <a:extLst>
                      <a:ext uri="{FF2B5EF4-FFF2-40B4-BE49-F238E27FC236}">
                        <a16:creationId xmlns:a16="http://schemas.microsoft.com/office/drawing/2014/main" id="{B1B8F0EE-1A1C-496E-9737-D54AFD8E4BA2}"/>
                      </a:ext>
                    </a:extLst>
                  </p:cNvPr>
                  <p:cNvSpPr>
                    <a:spLocks noChangeShapeType="1"/>
                  </p:cNvSpPr>
                  <p:nvPr/>
                </p:nvSpPr>
                <p:spPr bwMode="auto">
                  <a:xfrm>
                    <a:off x="3628" y="2180"/>
                    <a:ext cx="8" cy="3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5" name="Line 180">
                    <a:extLst>
                      <a:ext uri="{FF2B5EF4-FFF2-40B4-BE49-F238E27FC236}">
                        <a16:creationId xmlns:a16="http://schemas.microsoft.com/office/drawing/2014/main" id="{33C2E9EF-B604-4A50-BFB4-3A909EFA69FC}"/>
                      </a:ext>
                    </a:extLst>
                  </p:cNvPr>
                  <p:cNvSpPr>
                    <a:spLocks noChangeShapeType="1"/>
                  </p:cNvSpPr>
                  <p:nvPr/>
                </p:nvSpPr>
                <p:spPr bwMode="auto">
                  <a:xfrm>
                    <a:off x="3636" y="2216"/>
                    <a:ext cx="11" cy="3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6" name="Line 181">
                    <a:extLst>
                      <a:ext uri="{FF2B5EF4-FFF2-40B4-BE49-F238E27FC236}">
                        <a16:creationId xmlns:a16="http://schemas.microsoft.com/office/drawing/2014/main" id="{0E485934-56AD-418F-BCCC-90EA06320781}"/>
                      </a:ext>
                    </a:extLst>
                  </p:cNvPr>
                  <p:cNvSpPr>
                    <a:spLocks noChangeShapeType="1"/>
                  </p:cNvSpPr>
                  <p:nvPr/>
                </p:nvSpPr>
                <p:spPr bwMode="auto">
                  <a:xfrm>
                    <a:off x="3647" y="2252"/>
                    <a:ext cx="8" cy="2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7" name="Line 182">
                    <a:extLst>
                      <a:ext uri="{FF2B5EF4-FFF2-40B4-BE49-F238E27FC236}">
                        <a16:creationId xmlns:a16="http://schemas.microsoft.com/office/drawing/2014/main" id="{2993BDE7-BC9B-4A7A-B027-76DD410244D5}"/>
                      </a:ext>
                    </a:extLst>
                  </p:cNvPr>
                  <p:cNvSpPr>
                    <a:spLocks noChangeShapeType="1"/>
                  </p:cNvSpPr>
                  <p:nvPr/>
                </p:nvSpPr>
                <p:spPr bwMode="auto">
                  <a:xfrm flipV="1">
                    <a:off x="3655" y="2241"/>
                    <a:ext cx="8" cy="3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8" name="Line 183">
                    <a:extLst>
                      <a:ext uri="{FF2B5EF4-FFF2-40B4-BE49-F238E27FC236}">
                        <a16:creationId xmlns:a16="http://schemas.microsoft.com/office/drawing/2014/main" id="{120F1FAE-BD88-46D4-8F9A-68167E63768D}"/>
                      </a:ext>
                    </a:extLst>
                  </p:cNvPr>
                  <p:cNvSpPr>
                    <a:spLocks noChangeShapeType="1"/>
                  </p:cNvSpPr>
                  <p:nvPr/>
                </p:nvSpPr>
                <p:spPr bwMode="auto">
                  <a:xfrm flipV="1">
                    <a:off x="3663" y="2210"/>
                    <a:ext cx="11" cy="3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9" name="Line 184">
                    <a:extLst>
                      <a:ext uri="{FF2B5EF4-FFF2-40B4-BE49-F238E27FC236}">
                        <a16:creationId xmlns:a16="http://schemas.microsoft.com/office/drawing/2014/main" id="{5C655D34-5BAB-4646-A595-7869AAEA4841}"/>
                      </a:ext>
                    </a:extLst>
                  </p:cNvPr>
                  <p:cNvSpPr>
                    <a:spLocks noChangeShapeType="1"/>
                  </p:cNvSpPr>
                  <p:nvPr/>
                </p:nvSpPr>
                <p:spPr bwMode="auto">
                  <a:xfrm flipV="1">
                    <a:off x="3674" y="2183"/>
                    <a:ext cx="8" cy="2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0" name="Line 185">
                    <a:extLst>
                      <a:ext uri="{FF2B5EF4-FFF2-40B4-BE49-F238E27FC236}">
                        <a16:creationId xmlns:a16="http://schemas.microsoft.com/office/drawing/2014/main" id="{07E6F927-0492-4BA1-9EF9-F97C0B16DFC0}"/>
                      </a:ext>
                    </a:extLst>
                  </p:cNvPr>
                  <p:cNvSpPr>
                    <a:spLocks noChangeShapeType="1"/>
                  </p:cNvSpPr>
                  <p:nvPr/>
                </p:nvSpPr>
                <p:spPr bwMode="auto">
                  <a:xfrm flipV="1">
                    <a:off x="3682" y="2155"/>
                    <a:ext cx="9" cy="2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1" name="Line 186">
                    <a:extLst>
                      <a:ext uri="{FF2B5EF4-FFF2-40B4-BE49-F238E27FC236}">
                        <a16:creationId xmlns:a16="http://schemas.microsoft.com/office/drawing/2014/main" id="{722297DB-05A3-4E8B-ACD2-2688AA3CB285}"/>
                      </a:ext>
                    </a:extLst>
                  </p:cNvPr>
                  <p:cNvSpPr>
                    <a:spLocks noChangeShapeType="1"/>
                  </p:cNvSpPr>
                  <p:nvPr/>
                </p:nvSpPr>
                <p:spPr bwMode="auto">
                  <a:xfrm flipV="1">
                    <a:off x="3691" y="2130"/>
                    <a:ext cx="10" cy="2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2" name="Line 187">
                    <a:extLst>
                      <a:ext uri="{FF2B5EF4-FFF2-40B4-BE49-F238E27FC236}">
                        <a16:creationId xmlns:a16="http://schemas.microsoft.com/office/drawing/2014/main" id="{CADC683A-288B-4713-8743-EEE2D5051707}"/>
                      </a:ext>
                    </a:extLst>
                  </p:cNvPr>
                  <p:cNvSpPr>
                    <a:spLocks noChangeShapeType="1"/>
                  </p:cNvSpPr>
                  <p:nvPr/>
                </p:nvSpPr>
                <p:spPr bwMode="auto">
                  <a:xfrm flipV="1">
                    <a:off x="3701" y="2107"/>
                    <a:ext cx="9" cy="2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3" name="Line 188">
                    <a:extLst>
                      <a:ext uri="{FF2B5EF4-FFF2-40B4-BE49-F238E27FC236}">
                        <a16:creationId xmlns:a16="http://schemas.microsoft.com/office/drawing/2014/main" id="{DD8C07B8-C270-473F-A8A2-A87B23C0326D}"/>
                      </a:ext>
                    </a:extLst>
                  </p:cNvPr>
                  <p:cNvSpPr>
                    <a:spLocks noChangeShapeType="1"/>
                  </p:cNvSpPr>
                  <p:nvPr/>
                </p:nvSpPr>
                <p:spPr bwMode="auto">
                  <a:xfrm flipV="1">
                    <a:off x="3710" y="2088"/>
                    <a:ext cx="8" cy="1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4" name="Line 189">
                    <a:extLst>
                      <a:ext uri="{FF2B5EF4-FFF2-40B4-BE49-F238E27FC236}">
                        <a16:creationId xmlns:a16="http://schemas.microsoft.com/office/drawing/2014/main" id="{4012AAD5-54C9-4446-9E34-EEA644A785E0}"/>
                      </a:ext>
                    </a:extLst>
                  </p:cNvPr>
                  <p:cNvSpPr>
                    <a:spLocks noChangeShapeType="1"/>
                  </p:cNvSpPr>
                  <p:nvPr/>
                </p:nvSpPr>
                <p:spPr bwMode="auto">
                  <a:xfrm flipV="1">
                    <a:off x="3718" y="2070"/>
                    <a:ext cx="11" cy="1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5" name="Line 190">
                    <a:extLst>
                      <a:ext uri="{FF2B5EF4-FFF2-40B4-BE49-F238E27FC236}">
                        <a16:creationId xmlns:a16="http://schemas.microsoft.com/office/drawing/2014/main" id="{757FE423-639B-411E-A017-4FD867003681}"/>
                      </a:ext>
                    </a:extLst>
                  </p:cNvPr>
                  <p:cNvSpPr>
                    <a:spLocks noChangeShapeType="1"/>
                  </p:cNvSpPr>
                  <p:nvPr/>
                </p:nvSpPr>
                <p:spPr bwMode="auto">
                  <a:xfrm flipV="1">
                    <a:off x="3729" y="2053"/>
                    <a:ext cx="8"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6" name="Line 191">
                    <a:extLst>
                      <a:ext uri="{FF2B5EF4-FFF2-40B4-BE49-F238E27FC236}">
                        <a16:creationId xmlns:a16="http://schemas.microsoft.com/office/drawing/2014/main" id="{DB497224-5F8F-4C1C-B3DE-D16FC123AB14}"/>
                      </a:ext>
                    </a:extLst>
                  </p:cNvPr>
                  <p:cNvSpPr>
                    <a:spLocks noChangeShapeType="1"/>
                  </p:cNvSpPr>
                  <p:nvPr/>
                </p:nvSpPr>
                <p:spPr bwMode="auto">
                  <a:xfrm flipV="1">
                    <a:off x="3737" y="2038"/>
                    <a:ext cx="8"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7" name="Line 192">
                    <a:extLst>
                      <a:ext uri="{FF2B5EF4-FFF2-40B4-BE49-F238E27FC236}">
                        <a16:creationId xmlns:a16="http://schemas.microsoft.com/office/drawing/2014/main" id="{6223099E-E003-4381-BA37-4F5698DA1B26}"/>
                      </a:ext>
                    </a:extLst>
                  </p:cNvPr>
                  <p:cNvSpPr>
                    <a:spLocks noChangeShapeType="1"/>
                  </p:cNvSpPr>
                  <p:nvPr/>
                </p:nvSpPr>
                <p:spPr bwMode="auto">
                  <a:xfrm flipV="1">
                    <a:off x="3745" y="2026"/>
                    <a:ext cx="11"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8" name="Line 193">
                    <a:extLst>
                      <a:ext uri="{FF2B5EF4-FFF2-40B4-BE49-F238E27FC236}">
                        <a16:creationId xmlns:a16="http://schemas.microsoft.com/office/drawing/2014/main" id="{B348F09F-49AC-4714-B47C-78415507D1B2}"/>
                      </a:ext>
                    </a:extLst>
                  </p:cNvPr>
                  <p:cNvSpPr>
                    <a:spLocks noChangeShapeType="1"/>
                  </p:cNvSpPr>
                  <p:nvPr/>
                </p:nvSpPr>
                <p:spPr bwMode="auto">
                  <a:xfrm flipV="1">
                    <a:off x="3756" y="2015"/>
                    <a:ext cx="8"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9" name="Line 194">
                    <a:extLst>
                      <a:ext uri="{FF2B5EF4-FFF2-40B4-BE49-F238E27FC236}">
                        <a16:creationId xmlns:a16="http://schemas.microsoft.com/office/drawing/2014/main" id="{B74FCFF5-39F1-40C7-8CE5-4C82FCF376E7}"/>
                      </a:ext>
                    </a:extLst>
                  </p:cNvPr>
                  <p:cNvSpPr>
                    <a:spLocks noChangeShapeType="1"/>
                  </p:cNvSpPr>
                  <p:nvPr/>
                </p:nvSpPr>
                <p:spPr bwMode="auto">
                  <a:xfrm flipV="1">
                    <a:off x="3764" y="2007"/>
                    <a:ext cx="9"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0" name="Line 195">
                    <a:extLst>
                      <a:ext uri="{FF2B5EF4-FFF2-40B4-BE49-F238E27FC236}">
                        <a16:creationId xmlns:a16="http://schemas.microsoft.com/office/drawing/2014/main" id="{8A6AB537-5E18-4550-9E2A-9A518334F6DC}"/>
                      </a:ext>
                    </a:extLst>
                  </p:cNvPr>
                  <p:cNvSpPr>
                    <a:spLocks noChangeShapeType="1"/>
                  </p:cNvSpPr>
                  <p:nvPr/>
                </p:nvSpPr>
                <p:spPr bwMode="auto">
                  <a:xfrm flipV="1">
                    <a:off x="3773" y="2001"/>
                    <a:ext cx="10"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1" name="Line 196">
                    <a:extLst>
                      <a:ext uri="{FF2B5EF4-FFF2-40B4-BE49-F238E27FC236}">
                        <a16:creationId xmlns:a16="http://schemas.microsoft.com/office/drawing/2014/main" id="{997E9658-EC1A-4213-962D-649D02B11820}"/>
                      </a:ext>
                    </a:extLst>
                  </p:cNvPr>
                  <p:cNvSpPr>
                    <a:spLocks noChangeShapeType="1"/>
                  </p:cNvSpPr>
                  <p:nvPr/>
                </p:nvSpPr>
                <p:spPr bwMode="auto">
                  <a:xfrm flipV="1">
                    <a:off x="3783" y="1996"/>
                    <a:ext cx="9"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2" name="Line 197">
                    <a:extLst>
                      <a:ext uri="{FF2B5EF4-FFF2-40B4-BE49-F238E27FC236}">
                        <a16:creationId xmlns:a16="http://schemas.microsoft.com/office/drawing/2014/main" id="{DA959812-569B-447D-A48D-9F0A39CEB721}"/>
                      </a:ext>
                    </a:extLst>
                  </p:cNvPr>
                  <p:cNvSpPr>
                    <a:spLocks noChangeShapeType="1"/>
                  </p:cNvSpPr>
                  <p:nvPr/>
                </p:nvSpPr>
                <p:spPr bwMode="auto">
                  <a:xfrm flipV="1">
                    <a:off x="3792" y="1994"/>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3" name="Line 198">
                    <a:extLst>
                      <a:ext uri="{FF2B5EF4-FFF2-40B4-BE49-F238E27FC236}">
                        <a16:creationId xmlns:a16="http://schemas.microsoft.com/office/drawing/2014/main" id="{20B67385-5F13-40EC-A671-8091B6A23BA2}"/>
                      </a:ext>
                    </a:extLst>
                  </p:cNvPr>
                  <p:cNvSpPr>
                    <a:spLocks noChangeShapeType="1"/>
                  </p:cNvSpPr>
                  <p:nvPr/>
                </p:nvSpPr>
                <p:spPr bwMode="auto">
                  <a:xfrm flipV="1">
                    <a:off x="3800" y="1992"/>
                    <a:ext cx="10"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4" name="Line 199">
                    <a:extLst>
                      <a:ext uri="{FF2B5EF4-FFF2-40B4-BE49-F238E27FC236}">
                        <a16:creationId xmlns:a16="http://schemas.microsoft.com/office/drawing/2014/main" id="{A1D973F8-259B-45BB-87FD-FAE533EFFBE3}"/>
                      </a:ext>
                    </a:extLst>
                  </p:cNvPr>
                  <p:cNvSpPr>
                    <a:spLocks noChangeShapeType="1"/>
                  </p:cNvSpPr>
                  <p:nvPr/>
                </p:nvSpPr>
                <p:spPr bwMode="auto">
                  <a:xfrm>
                    <a:off x="3810" y="1992"/>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5" name="Line 200">
                    <a:extLst>
                      <a:ext uri="{FF2B5EF4-FFF2-40B4-BE49-F238E27FC236}">
                        <a16:creationId xmlns:a16="http://schemas.microsoft.com/office/drawing/2014/main" id="{C2DF9CD8-578E-4E60-8794-7F4D238E75CA}"/>
                      </a:ext>
                    </a:extLst>
                  </p:cNvPr>
                  <p:cNvSpPr>
                    <a:spLocks noChangeShapeType="1"/>
                  </p:cNvSpPr>
                  <p:nvPr/>
                </p:nvSpPr>
                <p:spPr bwMode="auto">
                  <a:xfrm>
                    <a:off x="3819" y="1994"/>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6" name="Line 201">
                    <a:extLst>
                      <a:ext uri="{FF2B5EF4-FFF2-40B4-BE49-F238E27FC236}">
                        <a16:creationId xmlns:a16="http://schemas.microsoft.com/office/drawing/2014/main" id="{B4DB2824-876A-4B42-BC04-C51AA1BB087C}"/>
                      </a:ext>
                    </a:extLst>
                  </p:cNvPr>
                  <p:cNvSpPr>
                    <a:spLocks noChangeShapeType="1"/>
                  </p:cNvSpPr>
                  <p:nvPr/>
                </p:nvSpPr>
                <p:spPr bwMode="auto">
                  <a:xfrm>
                    <a:off x="3827" y="1996"/>
                    <a:ext cx="11"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7" name="Line 202">
                    <a:extLst>
                      <a:ext uri="{FF2B5EF4-FFF2-40B4-BE49-F238E27FC236}">
                        <a16:creationId xmlns:a16="http://schemas.microsoft.com/office/drawing/2014/main" id="{28AD64F3-99D2-4954-9436-14191AF26ED6}"/>
                      </a:ext>
                    </a:extLst>
                  </p:cNvPr>
                  <p:cNvSpPr>
                    <a:spLocks noChangeShapeType="1"/>
                  </p:cNvSpPr>
                  <p:nvPr/>
                </p:nvSpPr>
                <p:spPr bwMode="auto">
                  <a:xfrm>
                    <a:off x="3838" y="2001"/>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8" name="Line 203">
                    <a:extLst>
                      <a:ext uri="{FF2B5EF4-FFF2-40B4-BE49-F238E27FC236}">
                        <a16:creationId xmlns:a16="http://schemas.microsoft.com/office/drawing/2014/main" id="{2625CC29-B4EF-4BE2-84FD-95E4318F1994}"/>
                      </a:ext>
                    </a:extLst>
                  </p:cNvPr>
                  <p:cNvSpPr>
                    <a:spLocks noChangeShapeType="1"/>
                  </p:cNvSpPr>
                  <p:nvPr/>
                </p:nvSpPr>
                <p:spPr bwMode="auto">
                  <a:xfrm>
                    <a:off x="3846" y="2007"/>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9" name="Line 204">
                    <a:extLst>
                      <a:ext uri="{FF2B5EF4-FFF2-40B4-BE49-F238E27FC236}">
                        <a16:creationId xmlns:a16="http://schemas.microsoft.com/office/drawing/2014/main" id="{4EC3C4E0-0504-4830-8D53-6BF46E946328}"/>
                      </a:ext>
                    </a:extLst>
                  </p:cNvPr>
                  <p:cNvSpPr>
                    <a:spLocks noChangeShapeType="1"/>
                  </p:cNvSpPr>
                  <p:nvPr/>
                </p:nvSpPr>
                <p:spPr bwMode="auto">
                  <a:xfrm>
                    <a:off x="3855" y="2013"/>
                    <a:ext cx="10"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0" name="Line 205">
                    <a:extLst>
                      <a:ext uri="{FF2B5EF4-FFF2-40B4-BE49-F238E27FC236}">
                        <a16:creationId xmlns:a16="http://schemas.microsoft.com/office/drawing/2014/main" id="{B7D4868B-0A85-4FBC-BA45-456693ADE938}"/>
                      </a:ext>
                    </a:extLst>
                  </p:cNvPr>
                  <p:cNvSpPr>
                    <a:spLocks noChangeShapeType="1"/>
                  </p:cNvSpPr>
                  <p:nvPr/>
                </p:nvSpPr>
                <p:spPr bwMode="auto">
                  <a:xfrm>
                    <a:off x="3865" y="2024"/>
                    <a:ext cx="8"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1" name="Line 206">
                    <a:extLst>
                      <a:ext uri="{FF2B5EF4-FFF2-40B4-BE49-F238E27FC236}">
                        <a16:creationId xmlns:a16="http://schemas.microsoft.com/office/drawing/2014/main" id="{81A3604E-E6F9-43A4-B340-9064CAC27BBD}"/>
                      </a:ext>
                    </a:extLst>
                  </p:cNvPr>
                  <p:cNvSpPr>
                    <a:spLocks noChangeShapeType="1"/>
                  </p:cNvSpPr>
                  <p:nvPr/>
                </p:nvSpPr>
                <p:spPr bwMode="auto">
                  <a:xfrm>
                    <a:off x="3873" y="2032"/>
                    <a:ext cx="11"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2" name="Line 207">
                    <a:extLst>
                      <a:ext uri="{FF2B5EF4-FFF2-40B4-BE49-F238E27FC236}">
                        <a16:creationId xmlns:a16="http://schemas.microsoft.com/office/drawing/2014/main" id="{0DD72828-41C9-4968-804D-DD974965CA6A}"/>
                      </a:ext>
                    </a:extLst>
                  </p:cNvPr>
                  <p:cNvSpPr>
                    <a:spLocks noChangeShapeType="1"/>
                  </p:cNvSpPr>
                  <p:nvPr/>
                </p:nvSpPr>
                <p:spPr bwMode="auto">
                  <a:xfrm>
                    <a:off x="3884" y="2044"/>
                    <a:ext cx="8" cy="1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3" name="Line 208">
                    <a:extLst>
                      <a:ext uri="{FF2B5EF4-FFF2-40B4-BE49-F238E27FC236}">
                        <a16:creationId xmlns:a16="http://schemas.microsoft.com/office/drawing/2014/main" id="{71EEFFC4-5F15-4A4A-98AB-A8787EFDB4BC}"/>
                      </a:ext>
                    </a:extLst>
                  </p:cNvPr>
                  <p:cNvSpPr>
                    <a:spLocks noChangeShapeType="1"/>
                  </p:cNvSpPr>
                  <p:nvPr/>
                </p:nvSpPr>
                <p:spPr bwMode="auto">
                  <a:xfrm>
                    <a:off x="3892" y="2057"/>
                    <a:ext cx="9" cy="1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4" name="Line 209">
                    <a:extLst>
                      <a:ext uri="{FF2B5EF4-FFF2-40B4-BE49-F238E27FC236}">
                        <a16:creationId xmlns:a16="http://schemas.microsoft.com/office/drawing/2014/main" id="{E2D27277-422A-49C7-A5B2-A5353CA7EC52}"/>
                      </a:ext>
                    </a:extLst>
                  </p:cNvPr>
                  <p:cNvSpPr>
                    <a:spLocks noChangeShapeType="1"/>
                  </p:cNvSpPr>
                  <p:nvPr/>
                </p:nvSpPr>
                <p:spPr bwMode="auto">
                  <a:xfrm>
                    <a:off x="3901" y="2070"/>
                    <a:ext cx="10" cy="1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5" name="Line 210">
                    <a:extLst>
                      <a:ext uri="{FF2B5EF4-FFF2-40B4-BE49-F238E27FC236}">
                        <a16:creationId xmlns:a16="http://schemas.microsoft.com/office/drawing/2014/main" id="{BFE83F46-8B7E-4A57-A8AB-EFE8C5BF4284}"/>
                      </a:ext>
                    </a:extLst>
                  </p:cNvPr>
                  <p:cNvSpPr>
                    <a:spLocks noChangeShapeType="1"/>
                  </p:cNvSpPr>
                  <p:nvPr/>
                </p:nvSpPr>
                <p:spPr bwMode="auto">
                  <a:xfrm>
                    <a:off x="3911" y="2084"/>
                    <a:ext cx="9"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6" name="Line 211">
                    <a:extLst>
                      <a:ext uri="{FF2B5EF4-FFF2-40B4-BE49-F238E27FC236}">
                        <a16:creationId xmlns:a16="http://schemas.microsoft.com/office/drawing/2014/main" id="{146735AE-A3D4-453F-8703-77EA173A3A4C}"/>
                      </a:ext>
                    </a:extLst>
                  </p:cNvPr>
                  <p:cNvSpPr>
                    <a:spLocks noChangeShapeType="1"/>
                  </p:cNvSpPr>
                  <p:nvPr/>
                </p:nvSpPr>
                <p:spPr bwMode="auto">
                  <a:xfrm>
                    <a:off x="3920" y="2099"/>
                    <a:ext cx="8"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7" name="Line 212">
                    <a:extLst>
                      <a:ext uri="{FF2B5EF4-FFF2-40B4-BE49-F238E27FC236}">
                        <a16:creationId xmlns:a16="http://schemas.microsoft.com/office/drawing/2014/main" id="{9DF0AC31-372B-45E7-8B18-2CFBAE5E5811}"/>
                      </a:ext>
                    </a:extLst>
                  </p:cNvPr>
                  <p:cNvSpPr>
                    <a:spLocks noChangeShapeType="1"/>
                  </p:cNvSpPr>
                  <p:nvPr/>
                </p:nvSpPr>
                <p:spPr bwMode="auto">
                  <a:xfrm>
                    <a:off x="3928" y="2116"/>
                    <a:ext cx="10" cy="1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8" name="Line 213">
                    <a:extLst>
                      <a:ext uri="{FF2B5EF4-FFF2-40B4-BE49-F238E27FC236}">
                        <a16:creationId xmlns:a16="http://schemas.microsoft.com/office/drawing/2014/main" id="{57C02701-1A07-46BB-9E85-57E90353BB66}"/>
                      </a:ext>
                    </a:extLst>
                  </p:cNvPr>
                  <p:cNvSpPr>
                    <a:spLocks noChangeShapeType="1"/>
                  </p:cNvSpPr>
                  <p:nvPr/>
                </p:nvSpPr>
                <p:spPr bwMode="auto">
                  <a:xfrm>
                    <a:off x="3938" y="2130"/>
                    <a:ext cx="9"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9" name="Line 214">
                    <a:extLst>
                      <a:ext uri="{FF2B5EF4-FFF2-40B4-BE49-F238E27FC236}">
                        <a16:creationId xmlns:a16="http://schemas.microsoft.com/office/drawing/2014/main" id="{D425E643-EEEA-4400-A79F-147D45811A20}"/>
                      </a:ext>
                    </a:extLst>
                  </p:cNvPr>
                  <p:cNvSpPr>
                    <a:spLocks noChangeShapeType="1"/>
                  </p:cNvSpPr>
                  <p:nvPr/>
                </p:nvSpPr>
                <p:spPr bwMode="auto">
                  <a:xfrm>
                    <a:off x="3947" y="2147"/>
                    <a:ext cx="8" cy="1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0" name="Line 215">
                    <a:extLst>
                      <a:ext uri="{FF2B5EF4-FFF2-40B4-BE49-F238E27FC236}">
                        <a16:creationId xmlns:a16="http://schemas.microsoft.com/office/drawing/2014/main" id="{0040AB73-2A3F-4AA6-BEB3-B8C227B9DB2B}"/>
                      </a:ext>
                    </a:extLst>
                  </p:cNvPr>
                  <p:cNvSpPr>
                    <a:spLocks noChangeShapeType="1"/>
                  </p:cNvSpPr>
                  <p:nvPr/>
                </p:nvSpPr>
                <p:spPr bwMode="auto">
                  <a:xfrm>
                    <a:off x="3955" y="2166"/>
                    <a:ext cx="11"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1" name="Line 216">
                    <a:extLst>
                      <a:ext uri="{FF2B5EF4-FFF2-40B4-BE49-F238E27FC236}">
                        <a16:creationId xmlns:a16="http://schemas.microsoft.com/office/drawing/2014/main" id="{45FEFA1E-A7A5-4902-A7F9-E0DEEFEE6DE7}"/>
                      </a:ext>
                    </a:extLst>
                  </p:cNvPr>
                  <p:cNvSpPr>
                    <a:spLocks noChangeShapeType="1"/>
                  </p:cNvSpPr>
                  <p:nvPr/>
                </p:nvSpPr>
                <p:spPr bwMode="auto">
                  <a:xfrm>
                    <a:off x="3966" y="2183"/>
                    <a:ext cx="8" cy="1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2" name="Line 217">
                    <a:extLst>
                      <a:ext uri="{FF2B5EF4-FFF2-40B4-BE49-F238E27FC236}">
                        <a16:creationId xmlns:a16="http://schemas.microsoft.com/office/drawing/2014/main" id="{5AF7C0FB-C904-4032-BF9C-B31C25DE96C9}"/>
                      </a:ext>
                    </a:extLst>
                  </p:cNvPr>
                  <p:cNvSpPr>
                    <a:spLocks noChangeShapeType="1"/>
                  </p:cNvSpPr>
                  <p:nvPr/>
                </p:nvSpPr>
                <p:spPr bwMode="auto">
                  <a:xfrm>
                    <a:off x="3974" y="2199"/>
                    <a:ext cx="9" cy="1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3" name="Line 218">
                    <a:extLst>
                      <a:ext uri="{FF2B5EF4-FFF2-40B4-BE49-F238E27FC236}">
                        <a16:creationId xmlns:a16="http://schemas.microsoft.com/office/drawing/2014/main" id="{80EACEF2-FE55-4DE2-87D2-A4EAB54ADA4A}"/>
                      </a:ext>
                    </a:extLst>
                  </p:cNvPr>
                  <p:cNvSpPr>
                    <a:spLocks noChangeShapeType="1"/>
                  </p:cNvSpPr>
                  <p:nvPr/>
                </p:nvSpPr>
                <p:spPr bwMode="auto">
                  <a:xfrm>
                    <a:off x="3983" y="2218"/>
                    <a:ext cx="10"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4" name="Line 219">
                    <a:extLst>
                      <a:ext uri="{FF2B5EF4-FFF2-40B4-BE49-F238E27FC236}">
                        <a16:creationId xmlns:a16="http://schemas.microsoft.com/office/drawing/2014/main" id="{DCE10591-CA5C-43A7-B8F2-DD83B0096660}"/>
                      </a:ext>
                    </a:extLst>
                  </p:cNvPr>
                  <p:cNvSpPr>
                    <a:spLocks noChangeShapeType="1"/>
                  </p:cNvSpPr>
                  <p:nvPr/>
                </p:nvSpPr>
                <p:spPr bwMode="auto">
                  <a:xfrm>
                    <a:off x="3993" y="2235"/>
                    <a:ext cx="8"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5" name="Line 220">
                    <a:extLst>
                      <a:ext uri="{FF2B5EF4-FFF2-40B4-BE49-F238E27FC236}">
                        <a16:creationId xmlns:a16="http://schemas.microsoft.com/office/drawing/2014/main" id="{E09D66FC-FC32-4ED4-BC67-B01D177CA560}"/>
                      </a:ext>
                    </a:extLst>
                  </p:cNvPr>
                  <p:cNvSpPr>
                    <a:spLocks noChangeShapeType="1"/>
                  </p:cNvSpPr>
                  <p:nvPr/>
                </p:nvSpPr>
                <p:spPr bwMode="auto">
                  <a:xfrm>
                    <a:off x="4001" y="2252"/>
                    <a:ext cx="9" cy="1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6" name="Line 221">
                    <a:extLst>
                      <a:ext uri="{FF2B5EF4-FFF2-40B4-BE49-F238E27FC236}">
                        <a16:creationId xmlns:a16="http://schemas.microsoft.com/office/drawing/2014/main" id="{C0378E21-87D9-4147-ABD7-57E89ACDE0FF}"/>
                      </a:ext>
                    </a:extLst>
                  </p:cNvPr>
                  <p:cNvSpPr>
                    <a:spLocks noChangeShapeType="1"/>
                  </p:cNvSpPr>
                  <p:nvPr/>
                </p:nvSpPr>
                <p:spPr bwMode="auto">
                  <a:xfrm>
                    <a:off x="4010" y="2268"/>
                    <a:ext cx="10"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7" name="Line 222">
                    <a:extLst>
                      <a:ext uri="{FF2B5EF4-FFF2-40B4-BE49-F238E27FC236}">
                        <a16:creationId xmlns:a16="http://schemas.microsoft.com/office/drawing/2014/main" id="{8664D869-9849-41CC-817F-ED4545786A9E}"/>
                      </a:ext>
                    </a:extLst>
                  </p:cNvPr>
                  <p:cNvSpPr>
                    <a:spLocks noChangeShapeType="1"/>
                  </p:cNvSpPr>
                  <p:nvPr/>
                </p:nvSpPr>
                <p:spPr bwMode="auto">
                  <a:xfrm flipV="1">
                    <a:off x="4020" y="2256"/>
                    <a:ext cx="9" cy="1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8" name="Line 223">
                    <a:extLst>
                      <a:ext uri="{FF2B5EF4-FFF2-40B4-BE49-F238E27FC236}">
                        <a16:creationId xmlns:a16="http://schemas.microsoft.com/office/drawing/2014/main" id="{D29D5F9E-0E9B-4AF0-A63C-0606521E56B5}"/>
                      </a:ext>
                    </a:extLst>
                  </p:cNvPr>
                  <p:cNvSpPr>
                    <a:spLocks noChangeShapeType="1"/>
                  </p:cNvSpPr>
                  <p:nvPr/>
                </p:nvSpPr>
                <p:spPr bwMode="auto">
                  <a:xfrm flipV="1">
                    <a:off x="4029" y="2241"/>
                    <a:ext cx="8"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9" name="Line 224">
                    <a:extLst>
                      <a:ext uri="{FF2B5EF4-FFF2-40B4-BE49-F238E27FC236}">
                        <a16:creationId xmlns:a16="http://schemas.microsoft.com/office/drawing/2014/main" id="{E038ACAD-61B8-447C-B24A-C153BCC3763A}"/>
                      </a:ext>
                    </a:extLst>
                  </p:cNvPr>
                  <p:cNvSpPr>
                    <a:spLocks noChangeShapeType="1"/>
                  </p:cNvSpPr>
                  <p:nvPr/>
                </p:nvSpPr>
                <p:spPr bwMode="auto">
                  <a:xfrm flipV="1">
                    <a:off x="4037" y="2226"/>
                    <a:ext cx="11"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0" name="Line 225">
                    <a:extLst>
                      <a:ext uri="{FF2B5EF4-FFF2-40B4-BE49-F238E27FC236}">
                        <a16:creationId xmlns:a16="http://schemas.microsoft.com/office/drawing/2014/main" id="{8D39E3CF-3E5D-4B4A-BE51-85FFEB346EFA}"/>
                      </a:ext>
                    </a:extLst>
                  </p:cNvPr>
                  <p:cNvSpPr>
                    <a:spLocks noChangeShapeType="1"/>
                  </p:cNvSpPr>
                  <p:nvPr/>
                </p:nvSpPr>
                <p:spPr bwMode="auto">
                  <a:xfrm flipV="1">
                    <a:off x="4048" y="2212"/>
                    <a:ext cx="8" cy="1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1" name="Line 226">
                    <a:extLst>
                      <a:ext uri="{FF2B5EF4-FFF2-40B4-BE49-F238E27FC236}">
                        <a16:creationId xmlns:a16="http://schemas.microsoft.com/office/drawing/2014/main" id="{9D12089C-15D4-4F91-981B-6100A66AED94}"/>
                      </a:ext>
                    </a:extLst>
                  </p:cNvPr>
                  <p:cNvSpPr>
                    <a:spLocks noChangeShapeType="1"/>
                  </p:cNvSpPr>
                  <p:nvPr/>
                </p:nvSpPr>
                <p:spPr bwMode="auto">
                  <a:xfrm flipV="1">
                    <a:off x="4056" y="2197"/>
                    <a:ext cx="8" cy="1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2" name="Line 227">
                    <a:extLst>
                      <a:ext uri="{FF2B5EF4-FFF2-40B4-BE49-F238E27FC236}">
                        <a16:creationId xmlns:a16="http://schemas.microsoft.com/office/drawing/2014/main" id="{A0D81A95-0697-4B07-9818-8FE10104CBEB}"/>
                      </a:ext>
                    </a:extLst>
                  </p:cNvPr>
                  <p:cNvSpPr>
                    <a:spLocks noChangeShapeType="1"/>
                  </p:cNvSpPr>
                  <p:nvPr/>
                </p:nvSpPr>
                <p:spPr bwMode="auto">
                  <a:xfrm flipV="1">
                    <a:off x="4064" y="2185"/>
                    <a:ext cx="11"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3" name="Line 228">
                    <a:extLst>
                      <a:ext uri="{FF2B5EF4-FFF2-40B4-BE49-F238E27FC236}">
                        <a16:creationId xmlns:a16="http://schemas.microsoft.com/office/drawing/2014/main" id="{18BAC5E2-28E6-4FBF-9C5A-4AA0E6D241CD}"/>
                      </a:ext>
                    </a:extLst>
                  </p:cNvPr>
                  <p:cNvSpPr>
                    <a:spLocks noChangeShapeType="1"/>
                  </p:cNvSpPr>
                  <p:nvPr/>
                </p:nvSpPr>
                <p:spPr bwMode="auto">
                  <a:xfrm flipV="1">
                    <a:off x="4075" y="2172"/>
                    <a:ext cx="8" cy="1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4" name="Line 229">
                    <a:extLst>
                      <a:ext uri="{FF2B5EF4-FFF2-40B4-BE49-F238E27FC236}">
                        <a16:creationId xmlns:a16="http://schemas.microsoft.com/office/drawing/2014/main" id="{7BBE8794-688B-4C90-BD50-11A0E825110C}"/>
                      </a:ext>
                    </a:extLst>
                  </p:cNvPr>
                  <p:cNvSpPr>
                    <a:spLocks noChangeShapeType="1"/>
                  </p:cNvSpPr>
                  <p:nvPr/>
                </p:nvSpPr>
                <p:spPr bwMode="auto">
                  <a:xfrm flipV="1">
                    <a:off x="4083" y="2162"/>
                    <a:ext cx="11"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5" name="Line 230">
                    <a:extLst>
                      <a:ext uri="{FF2B5EF4-FFF2-40B4-BE49-F238E27FC236}">
                        <a16:creationId xmlns:a16="http://schemas.microsoft.com/office/drawing/2014/main" id="{DD912AC7-E2F1-4132-ACF4-B1737C10CFEF}"/>
                      </a:ext>
                    </a:extLst>
                  </p:cNvPr>
                  <p:cNvSpPr>
                    <a:spLocks noChangeShapeType="1"/>
                  </p:cNvSpPr>
                  <p:nvPr/>
                </p:nvSpPr>
                <p:spPr bwMode="auto">
                  <a:xfrm flipV="1">
                    <a:off x="4094" y="2151"/>
                    <a:ext cx="8"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6" name="Line 231">
                    <a:extLst>
                      <a:ext uri="{FF2B5EF4-FFF2-40B4-BE49-F238E27FC236}">
                        <a16:creationId xmlns:a16="http://schemas.microsoft.com/office/drawing/2014/main" id="{5B75D311-A28D-4318-A487-C10E73879AE1}"/>
                      </a:ext>
                    </a:extLst>
                  </p:cNvPr>
                  <p:cNvSpPr>
                    <a:spLocks noChangeShapeType="1"/>
                  </p:cNvSpPr>
                  <p:nvPr/>
                </p:nvSpPr>
                <p:spPr bwMode="auto">
                  <a:xfrm flipV="1">
                    <a:off x="4102" y="2143"/>
                    <a:ext cx="9"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7" name="Line 232">
                    <a:extLst>
                      <a:ext uri="{FF2B5EF4-FFF2-40B4-BE49-F238E27FC236}">
                        <a16:creationId xmlns:a16="http://schemas.microsoft.com/office/drawing/2014/main" id="{5FF315C8-920B-4D24-8F21-CE26ADC515EF}"/>
                      </a:ext>
                    </a:extLst>
                  </p:cNvPr>
                  <p:cNvSpPr>
                    <a:spLocks noChangeShapeType="1"/>
                  </p:cNvSpPr>
                  <p:nvPr/>
                </p:nvSpPr>
                <p:spPr bwMode="auto">
                  <a:xfrm flipV="1">
                    <a:off x="4111" y="2134"/>
                    <a:ext cx="10"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8" name="Line 233">
                    <a:extLst>
                      <a:ext uri="{FF2B5EF4-FFF2-40B4-BE49-F238E27FC236}">
                        <a16:creationId xmlns:a16="http://schemas.microsoft.com/office/drawing/2014/main" id="{B3025171-EA52-4004-ABEC-767E9C2B86C9}"/>
                      </a:ext>
                    </a:extLst>
                  </p:cNvPr>
                  <p:cNvSpPr>
                    <a:spLocks noChangeShapeType="1"/>
                  </p:cNvSpPr>
                  <p:nvPr/>
                </p:nvSpPr>
                <p:spPr bwMode="auto">
                  <a:xfrm flipV="1">
                    <a:off x="4121" y="2128"/>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9" name="Line 234">
                    <a:extLst>
                      <a:ext uri="{FF2B5EF4-FFF2-40B4-BE49-F238E27FC236}">
                        <a16:creationId xmlns:a16="http://schemas.microsoft.com/office/drawing/2014/main" id="{F639690A-1B70-4A3E-957D-1EF4D5F368FC}"/>
                      </a:ext>
                    </a:extLst>
                  </p:cNvPr>
                  <p:cNvSpPr>
                    <a:spLocks noChangeShapeType="1"/>
                  </p:cNvSpPr>
                  <p:nvPr/>
                </p:nvSpPr>
                <p:spPr bwMode="auto">
                  <a:xfrm flipV="1">
                    <a:off x="4130" y="2122"/>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0" name="Line 235">
                    <a:extLst>
                      <a:ext uri="{FF2B5EF4-FFF2-40B4-BE49-F238E27FC236}">
                        <a16:creationId xmlns:a16="http://schemas.microsoft.com/office/drawing/2014/main" id="{21A809E8-80F9-4521-A93C-26A7053B2760}"/>
                      </a:ext>
                    </a:extLst>
                  </p:cNvPr>
                  <p:cNvSpPr>
                    <a:spLocks noChangeShapeType="1"/>
                  </p:cNvSpPr>
                  <p:nvPr/>
                </p:nvSpPr>
                <p:spPr bwMode="auto">
                  <a:xfrm flipV="1">
                    <a:off x="4138" y="2118"/>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1" name="Line 236">
                    <a:extLst>
                      <a:ext uri="{FF2B5EF4-FFF2-40B4-BE49-F238E27FC236}">
                        <a16:creationId xmlns:a16="http://schemas.microsoft.com/office/drawing/2014/main" id="{005B8D6C-0139-4228-9681-7D59D0ADCFBA}"/>
                      </a:ext>
                    </a:extLst>
                  </p:cNvPr>
                  <p:cNvSpPr>
                    <a:spLocks noChangeShapeType="1"/>
                  </p:cNvSpPr>
                  <p:nvPr/>
                </p:nvSpPr>
                <p:spPr bwMode="auto">
                  <a:xfrm flipV="1">
                    <a:off x="4148" y="2114"/>
                    <a:ext cx="9"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2" name="Line 237">
                    <a:extLst>
                      <a:ext uri="{FF2B5EF4-FFF2-40B4-BE49-F238E27FC236}">
                        <a16:creationId xmlns:a16="http://schemas.microsoft.com/office/drawing/2014/main" id="{D85C35C3-8BB5-4CD1-9D2F-380BB88D089A}"/>
                      </a:ext>
                    </a:extLst>
                  </p:cNvPr>
                  <p:cNvSpPr>
                    <a:spLocks noChangeShapeType="1"/>
                  </p:cNvSpPr>
                  <p:nvPr/>
                </p:nvSpPr>
                <p:spPr bwMode="auto">
                  <a:xfrm flipV="1">
                    <a:off x="4157" y="2111"/>
                    <a:ext cx="8" cy="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3" name="Line 238">
                    <a:extLst>
                      <a:ext uri="{FF2B5EF4-FFF2-40B4-BE49-F238E27FC236}">
                        <a16:creationId xmlns:a16="http://schemas.microsoft.com/office/drawing/2014/main" id="{6D8338AC-9D8F-495A-800C-4D4EF3F3850B}"/>
                      </a:ext>
                    </a:extLst>
                  </p:cNvPr>
                  <p:cNvSpPr>
                    <a:spLocks noChangeShapeType="1"/>
                  </p:cNvSpPr>
                  <p:nvPr/>
                </p:nvSpPr>
                <p:spPr bwMode="auto">
                  <a:xfrm flipV="1">
                    <a:off x="4165" y="2109"/>
                    <a:ext cx="11"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4" name="Line 239">
                    <a:extLst>
                      <a:ext uri="{FF2B5EF4-FFF2-40B4-BE49-F238E27FC236}">
                        <a16:creationId xmlns:a16="http://schemas.microsoft.com/office/drawing/2014/main" id="{43D368B6-3D7B-400D-9632-09004D16B4D0}"/>
                      </a:ext>
                    </a:extLst>
                  </p:cNvPr>
                  <p:cNvSpPr>
                    <a:spLocks noChangeShapeType="1"/>
                  </p:cNvSpPr>
                  <p:nvPr/>
                </p:nvSpPr>
                <p:spPr bwMode="auto">
                  <a:xfrm>
                    <a:off x="4176" y="2109"/>
                    <a:ext cx="8"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5" name="Line 240">
                    <a:extLst>
                      <a:ext uri="{FF2B5EF4-FFF2-40B4-BE49-F238E27FC236}">
                        <a16:creationId xmlns:a16="http://schemas.microsoft.com/office/drawing/2014/main" id="{B735A846-D3A8-4C76-947A-DD929A61D5AB}"/>
                      </a:ext>
                    </a:extLst>
                  </p:cNvPr>
                  <p:cNvSpPr>
                    <a:spLocks noChangeShapeType="1"/>
                  </p:cNvSpPr>
                  <p:nvPr/>
                </p:nvSpPr>
                <p:spPr bwMode="auto">
                  <a:xfrm>
                    <a:off x="4184" y="2109"/>
                    <a:ext cx="8"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grpSp>
            <p:sp>
              <p:nvSpPr>
                <p:cNvPr id="12" name="Line 242">
                  <a:extLst>
                    <a:ext uri="{FF2B5EF4-FFF2-40B4-BE49-F238E27FC236}">
                      <a16:creationId xmlns:a16="http://schemas.microsoft.com/office/drawing/2014/main" id="{075F5EEA-692A-4BF6-A1A8-72B4AE24E7A9}"/>
                    </a:ext>
                  </a:extLst>
                </p:cNvPr>
                <p:cNvSpPr>
                  <a:spLocks noChangeShapeType="1"/>
                </p:cNvSpPr>
                <p:nvPr/>
              </p:nvSpPr>
              <p:spPr bwMode="auto">
                <a:xfrm>
                  <a:off x="4192" y="2109"/>
                  <a:ext cx="11"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3" name="Line 243">
                  <a:extLst>
                    <a:ext uri="{FF2B5EF4-FFF2-40B4-BE49-F238E27FC236}">
                      <a16:creationId xmlns:a16="http://schemas.microsoft.com/office/drawing/2014/main" id="{9FFE97AD-0A1B-40ED-B3D0-82B9CC46643B}"/>
                    </a:ext>
                  </a:extLst>
                </p:cNvPr>
                <p:cNvSpPr>
                  <a:spLocks noChangeShapeType="1"/>
                </p:cNvSpPr>
                <p:nvPr/>
              </p:nvSpPr>
              <p:spPr bwMode="auto">
                <a:xfrm>
                  <a:off x="4203" y="2111"/>
                  <a:ext cx="8"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4" name="Line 244">
                  <a:extLst>
                    <a:ext uri="{FF2B5EF4-FFF2-40B4-BE49-F238E27FC236}">
                      <a16:creationId xmlns:a16="http://schemas.microsoft.com/office/drawing/2014/main" id="{D60C3E57-D311-46FC-A8EF-AA5868AABAE8}"/>
                    </a:ext>
                  </a:extLst>
                </p:cNvPr>
                <p:cNvSpPr>
                  <a:spLocks noChangeShapeType="1"/>
                </p:cNvSpPr>
                <p:nvPr/>
              </p:nvSpPr>
              <p:spPr bwMode="auto">
                <a:xfrm>
                  <a:off x="4211" y="2116"/>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5" name="Line 245">
                  <a:extLst>
                    <a:ext uri="{FF2B5EF4-FFF2-40B4-BE49-F238E27FC236}">
                      <a16:creationId xmlns:a16="http://schemas.microsoft.com/office/drawing/2014/main" id="{FE886DE6-A837-4E1C-90D3-CAC3670FC4B2}"/>
                    </a:ext>
                  </a:extLst>
                </p:cNvPr>
                <p:cNvSpPr>
                  <a:spLocks noChangeShapeType="1"/>
                </p:cNvSpPr>
                <p:nvPr/>
              </p:nvSpPr>
              <p:spPr bwMode="auto">
                <a:xfrm>
                  <a:off x="4220" y="2118"/>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6" name="Line 246">
                  <a:extLst>
                    <a:ext uri="{FF2B5EF4-FFF2-40B4-BE49-F238E27FC236}">
                      <a16:creationId xmlns:a16="http://schemas.microsoft.com/office/drawing/2014/main" id="{8011885F-9A04-42E8-82F0-A5FA18207C02}"/>
                    </a:ext>
                  </a:extLst>
                </p:cNvPr>
                <p:cNvSpPr>
                  <a:spLocks noChangeShapeType="1"/>
                </p:cNvSpPr>
                <p:nvPr/>
              </p:nvSpPr>
              <p:spPr bwMode="auto">
                <a:xfrm>
                  <a:off x="4230" y="2122"/>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7" name="Line 247">
                  <a:extLst>
                    <a:ext uri="{FF2B5EF4-FFF2-40B4-BE49-F238E27FC236}">
                      <a16:creationId xmlns:a16="http://schemas.microsoft.com/office/drawing/2014/main" id="{C0A27161-1BF1-4522-89F0-136C6E12C10C}"/>
                    </a:ext>
                  </a:extLst>
                </p:cNvPr>
                <p:cNvSpPr>
                  <a:spLocks noChangeShapeType="1"/>
                </p:cNvSpPr>
                <p:nvPr/>
              </p:nvSpPr>
              <p:spPr bwMode="auto">
                <a:xfrm>
                  <a:off x="4239" y="2128"/>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8" name="Line 248">
                  <a:extLst>
                    <a:ext uri="{FF2B5EF4-FFF2-40B4-BE49-F238E27FC236}">
                      <a16:creationId xmlns:a16="http://schemas.microsoft.com/office/drawing/2014/main" id="{96FCA4A6-D491-4FAC-AB00-AC9B57C0E6BA}"/>
                    </a:ext>
                  </a:extLst>
                </p:cNvPr>
                <p:cNvSpPr>
                  <a:spLocks noChangeShapeType="1"/>
                </p:cNvSpPr>
                <p:nvPr/>
              </p:nvSpPr>
              <p:spPr bwMode="auto">
                <a:xfrm>
                  <a:off x="4247" y="2134"/>
                  <a:ext cx="11" cy="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9" name="Line 249">
                  <a:extLst>
                    <a:ext uri="{FF2B5EF4-FFF2-40B4-BE49-F238E27FC236}">
                      <a16:creationId xmlns:a16="http://schemas.microsoft.com/office/drawing/2014/main" id="{AD79E09F-0901-4FFD-AA3A-BFB69CA7B0CE}"/>
                    </a:ext>
                  </a:extLst>
                </p:cNvPr>
                <p:cNvSpPr>
                  <a:spLocks noChangeShapeType="1"/>
                </p:cNvSpPr>
                <p:nvPr/>
              </p:nvSpPr>
              <p:spPr bwMode="auto">
                <a:xfrm>
                  <a:off x="4258" y="2141"/>
                  <a:ext cx="8"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0" name="Line 250">
                  <a:extLst>
                    <a:ext uri="{FF2B5EF4-FFF2-40B4-BE49-F238E27FC236}">
                      <a16:creationId xmlns:a16="http://schemas.microsoft.com/office/drawing/2014/main" id="{2EB5CF30-1EAA-48ED-9B9E-E17B8803A589}"/>
                    </a:ext>
                  </a:extLst>
                </p:cNvPr>
                <p:cNvSpPr>
                  <a:spLocks noChangeShapeType="1"/>
                </p:cNvSpPr>
                <p:nvPr/>
              </p:nvSpPr>
              <p:spPr bwMode="auto">
                <a:xfrm>
                  <a:off x="4266" y="2149"/>
                  <a:ext cx="8"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1" name="Line 251">
                  <a:extLst>
                    <a:ext uri="{FF2B5EF4-FFF2-40B4-BE49-F238E27FC236}">
                      <a16:creationId xmlns:a16="http://schemas.microsoft.com/office/drawing/2014/main" id="{6C445D68-CA45-4514-9FED-F7378FB5C1CE}"/>
                    </a:ext>
                  </a:extLst>
                </p:cNvPr>
                <p:cNvSpPr>
                  <a:spLocks noChangeShapeType="1"/>
                </p:cNvSpPr>
                <p:nvPr/>
              </p:nvSpPr>
              <p:spPr bwMode="auto">
                <a:xfrm>
                  <a:off x="4274" y="2157"/>
                  <a:ext cx="11"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2" name="Line 252">
                  <a:extLst>
                    <a:ext uri="{FF2B5EF4-FFF2-40B4-BE49-F238E27FC236}">
                      <a16:creationId xmlns:a16="http://schemas.microsoft.com/office/drawing/2014/main" id="{4D6D4479-3533-4DD7-8C34-D3A54649593A}"/>
                    </a:ext>
                  </a:extLst>
                </p:cNvPr>
                <p:cNvSpPr>
                  <a:spLocks noChangeShapeType="1"/>
                </p:cNvSpPr>
                <p:nvPr/>
              </p:nvSpPr>
              <p:spPr bwMode="auto">
                <a:xfrm>
                  <a:off x="4285" y="2166"/>
                  <a:ext cx="8"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3" name="Line 253">
                  <a:extLst>
                    <a:ext uri="{FF2B5EF4-FFF2-40B4-BE49-F238E27FC236}">
                      <a16:creationId xmlns:a16="http://schemas.microsoft.com/office/drawing/2014/main" id="{4B0863CE-D1C9-4536-9142-89FFAB88A6E3}"/>
                    </a:ext>
                  </a:extLst>
                </p:cNvPr>
                <p:cNvSpPr>
                  <a:spLocks noChangeShapeType="1"/>
                </p:cNvSpPr>
                <p:nvPr/>
              </p:nvSpPr>
              <p:spPr bwMode="auto">
                <a:xfrm>
                  <a:off x="4293" y="2176"/>
                  <a:ext cx="9"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4" name="Line 254">
                  <a:extLst>
                    <a:ext uri="{FF2B5EF4-FFF2-40B4-BE49-F238E27FC236}">
                      <a16:creationId xmlns:a16="http://schemas.microsoft.com/office/drawing/2014/main" id="{63057209-B427-4F21-9143-3EE5CFBF3F01}"/>
                    </a:ext>
                  </a:extLst>
                </p:cNvPr>
                <p:cNvSpPr>
                  <a:spLocks noChangeShapeType="1"/>
                </p:cNvSpPr>
                <p:nvPr/>
              </p:nvSpPr>
              <p:spPr bwMode="auto">
                <a:xfrm>
                  <a:off x="4302" y="2187"/>
                  <a:ext cx="10"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5" name="Line 255">
                  <a:extLst>
                    <a:ext uri="{FF2B5EF4-FFF2-40B4-BE49-F238E27FC236}">
                      <a16:creationId xmlns:a16="http://schemas.microsoft.com/office/drawing/2014/main" id="{BEB0B219-4442-4248-AFBD-8E8D176D841C}"/>
                    </a:ext>
                  </a:extLst>
                </p:cNvPr>
                <p:cNvSpPr>
                  <a:spLocks noChangeShapeType="1"/>
                </p:cNvSpPr>
                <p:nvPr/>
              </p:nvSpPr>
              <p:spPr bwMode="auto">
                <a:xfrm>
                  <a:off x="4312" y="2197"/>
                  <a:ext cx="9"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6" name="Line 256">
                  <a:extLst>
                    <a:ext uri="{FF2B5EF4-FFF2-40B4-BE49-F238E27FC236}">
                      <a16:creationId xmlns:a16="http://schemas.microsoft.com/office/drawing/2014/main" id="{52295EBB-D698-486D-A6A8-D46019B75A88}"/>
                    </a:ext>
                  </a:extLst>
                </p:cNvPr>
                <p:cNvSpPr>
                  <a:spLocks noChangeShapeType="1"/>
                </p:cNvSpPr>
                <p:nvPr/>
              </p:nvSpPr>
              <p:spPr bwMode="auto">
                <a:xfrm>
                  <a:off x="4321" y="2208"/>
                  <a:ext cx="10"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7" name="Line 257">
                  <a:extLst>
                    <a:ext uri="{FF2B5EF4-FFF2-40B4-BE49-F238E27FC236}">
                      <a16:creationId xmlns:a16="http://schemas.microsoft.com/office/drawing/2014/main" id="{2112345A-9C47-4FF5-9E25-56AC4F35DE4D}"/>
                    </a:ext>
                  </a:extLst>
                </p:cNvPr>
                <p:cNvSpPr>
                  <a:spLocks noChangeShapeType="1"/>
                </p:cNvSpPr>
                <p:nvPr/>
              </p:nvSpPr>
              <p:spPr bwMode="auto">
                <a:xfrm>
                  <a:off x="4331" y="2218"/>
                  <a:ext cx="8"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8" name="Line 258">
                  <a:extLst>
                    <a:ext uri="{FF2B5EF4-FFF2-40B4-BE49-F238E27FC236}">
                      <a16:creationId xmlns:a16="http://schemas.microsoft.com/office/drawing/2014/main" id="{8A0942A0-4B4B-4FD9-B41E-BB9D01DEE280}"/>
                    </a:ext>
                  </a:extLst>
                </p:cNvPr>
                <p:cNvSpPr>
                  <a:spLocks noChangeShapeType="1"/>
                </p:cNvSpPr>
                <p:nvPr/>
              </p:nvSpPr>
              <p:spPr bwMode="auto">
                <a:xfrm>
                  <a:off x="4339" y="2229"/>
                  <a:ext cx="9"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29" name="Line 259">
                  <a:extLst>
                    <a:ext uri="{FF2B5EF4-FFF2-40B4-BE49-F238E27FC236}">
                      <a16:creationId xmlns:a16="http://schemas.microsoft.com/office/drawing/2014/main" id="{04EA3665-F33D-4F3A-9307-6498690B1719}"/>
                    </a:ext>
                  </a:extLst>
                </p:cNvPr>
                <p:cNvSpPr>
                  <a:spLocks noChangeShapeType="1"/>
                </p:cNvSpPr>
                <p:nvPr/>
              </p:nvSpPr>
              <p:spPr bwMode="auto">
                <a:xfrm>
                  <a:off x="4348" y="2241"/>
                  <a:ext cx="10"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0" name="Line 260">
                  <a:extLst>
                    <a:ext uri="{FF2B5EF4-FFF2-40B4-BE49-F238E27FC236}">
                      <a16:creationId xmlns:a16="http://schemas.microsoft.com/office/drawing/2014/main" id="{D5B5B8A9-76BD-4CA7-9305-C97BE065B1BF}"/>
                    </a:ext>
                  </a:extLst>
                </p:cNvPr>
                <p:cNvSpPr>
                  <a:spLocks noChangeShapeType="1"/>
                </p:cNvSpPr>
                <p:nvPr/>
              </p:nvSpPr>
              <p:spPr bwMode="auto">
                <a:xfrm>
                  <a:off x="4358" y="2252"/>
                  <a:ext cx="9" cy="1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1" name="Line 261">
                  <a:extLst>
                    <a:ext uri="{FF2B5EF4-FFF2-40B4-BE49-F238E27FC236}">
                      <a16:creationId xmlns:a16="http://schemas.microsoft.com/office/drawing/2014/main" id="{B9291CDB-7CC9-44B5-AB8A-294B7B806E36}"/>
                    </a:ext>
                  </a:extLst>
                </p:cNvPr>
                <p:cNvSpPr>
                  <a:spLocks noChangeShapeType="1"/>
                </p:cNvSpPr>
                <p:nvPr/>
              </p:nvSpPr>
              <p:spPr bwMode="auto">
                <a:xfrm>
                  <a:off x="4367" y="2264"/>
                  <a:ext cx="8"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2" name="Line 262">
                  <a:extLst>
                    <a:ext uri="{FF2B5EF4-FFF2-40B4-BE49-F238E27FC236}">
                      <a16:creationId xmlns:a16="http://schemas.microsoft.com/office/drawing/2014/main" id="{D664C3E8-F6DB-4DEB-8FEB-E1797CE1B7A9}"/>
                    </a:ext>
                  </a:extLst>
                </p:cNvPr>
                <p:cNvSpPr>
                  <a:spLocks noChangeShapeType="1"/>
                </p:cNvSpPr>
                <p:nvPr/>
              </p:nvSpPr>
              <p:spPr bwMode="auto">
                <a:xfrm flipV="1">
                  <a:off x="4375" y="2273"/>
                  <a:ext cx="11"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3" name="Line 263">
                  <a:extLst>
                    <a:ext uri="{FF2B5EF4-FFF2-40B4-BE49-F238E27FC236}">
                      <a16:creationId xmlns:a16="http://schemas.microsoft.com/office/drawing/2014/main" id="{090C68EF-F679-41D2-A27B-80149A4376D6}"/>
                    </a:ext>
                  </a:extLst>
                </p:cNvPr>
                <p:cNvSpPr>
                  <a:spLocks noChangeShapeType="1"/>
                </p:cNvSpPr>
                <p:nvPr/>
              </p:nvSpPr>
              <p:spPr bwMode="auto">
                <a:xfrm flipV="1">
                  <a:off x="4386" y="2262"/>
                  <a:ext cx="8"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4" name="Line 264">
                  <a:extLst>
                    <a:ext uri="{FF2B5EF4-FFF2-40B4-BE49-F238E27FC236}">
                      <a16:creationId xmlns:a16="http://schemas.microsoft.com/office/drawing/2014/main" id="{BD024917-B1F8-41B9-AF7C-965FEB94EDC4}"/>
                    </a:ext>
                  </a:extLst>
                </p:cNvPr>
                <p:cNvSpPr>
                  <a:spLocks noChangeShapeType="1"/>
                </p:cNvSpPr>
                <p:nvPr/>
              </p:nvSpPr>
              <p:spPr bwMode="auto">
                <a:xfrm flipV="1">
                  <a:off x="4394" y="2252"/>
                  <a:ext cx="8"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5" name="Line 265">
                  <a:extLst>
                    <a:ext uri="{FF2B5EF4-FFF2-40B4-BE49-F238E27FC236}">
                      <a16:creationId xmlns:a16="http://schemas.microsoft.com/office/drawing/2014/main" id="{FBA1C2F3-5A52-4F5C-839A-1E2734EB462F}"/>
                    </a:ext>
                  </a:extLst>
                </p:cNvPr>
                <p:cNvSpPr>
                  <a:spLocks noChangeShapeType="1"/>
                </p:cNvSpPr>
                <p:nvPr/>
              </p:nvSpPr>
              <p:spPr bwMode="auto">
                <a:xfrm flipV="1">
                  <a:off x="4402" y="2241"/>
                  <a:ext cx="11" cy="1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6" name="Line 266">
                  <a:extLst>
                    <a:ext uri="{FF2B5EF4-FFF2-40B4-BE49-F238E27FC236}">
                      <a16:creationId xmlns:a16="http://schemas.microsoft.com/office/drawing/2014/main" id="{4B50FBAF-7A11-4AD4-8239-465AEC79ED81}"/>
                    </a:ext>
                  </a:extLst>
                </p:cNvPr>
                <p:cNvSpPr>
                  <a:spLocks noChangeShapeType="1"/>
                </p:cNvSpPr>
                <p:nvPr/>
              </p:nvSpPr>
              <p:spPr bwMode="auto">
                <a:xfrm flipV="1">
                  <a:off x="4413" y="2231"/>
                  <a:ext cx="8"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7" name="Line 267">
                  <a:extLst>
                    <a:ext uri="{FF2B5EF4-FFF2-40B4-BE49-F238E27FC236}">
                      <a16:creationId xmlns:a16="http://schemas.microsoft.com/office/drawing/2014/main" id="{F50C8FA1-C57E-42AD-840E-7EC137006F99}"/>
                    </a:ext>
                  </a:extLst>
                </p:cNvPr>
                <p:cNvSpPr>
                  <a:spLocks noChangeShapeType="1"/>
                </p:cNvSpPr>
                <p:nvPr/>
              </p:nvSpPr>
              <p:spPr bwMode="auto">
                <a:xfrm flipV="1">
                  <a:off x="4421" y="2222"/>
                  <a:ext cx="9"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8" name="Line 268">
                  <a:extLst>
                    <a:ext uri="{FF2B5EF4-FFF2-40B4-BE49-F238E27FC236}">
                      <a16:creationId xmlns:a16="http://schemas.microsoft.com/office/drawing/2014/main" id="{4D6D907B-8073-43CB-B56C-D059F79CB617}"/>
                    </a:ext>
                  </a:extLst>
                </p:cNvPr>
                <p:cNvSpPr>
                  <a:spLocks noChangeShapeType="1"/>
                </p:cNvSpPr>
                <p:nvPr/>
              </p:nvSpPr>
              <p:spPr bwMode="auto">
                <a:xfrm flipV="1">
                  <a:off x="4430" y="2212"/>
                  <a:ext cx="10" cy="10"/>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39" name="Line 269">
                  <a:extLst>
                    <a:ext uri="{FF2B5EF4-FFF2-40B4-BE49-F238E27FC236}">
                      <a16:creationId xmlns:a16="http://schemas.microsoft.com/office/drawing/2014/main" id="{95C32A28-2432-4EDF-B104-23982215364F}"/>
                    </a:ext>
                  </a:extLst>
                </p:cNvPr>
                <p:cNvSpPr>
                  <a:spLocks noChangeShapeType="1"/>
                </p:cNvSpPr>
                <p:nvPr/>
              </p:nvSpPr>
              <p:spPr bwMode="auto">
                <a:xfrm flipV="1">
                  <a:off x="4440" y="2206"/>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0" name="Line 270">
                  <a:extLst>
                    <a:ext uri="{FF2B5EF4-FFF2-40B4-BE49-F238E27FC236}">
                      <a16:creationId xmlns:a16="http://schemas.microsoft.com/office/drawing/2014/main" id="{3E895D03-3291-42B5-8367-D405A1D80A3B}"/>
                    </a:ext>
                  </a:extLst>
                </p:cNvPr>
                <p:cNvSpPr>
                  <a:spLocks noChangeShapeType="1"/>
                </p:cNvSpPr>
                <p:nvPr/>
              </p:nvSpPr>
              <p:spPr bwMode="auto">
                <a:xfrm flipV="1">
                  <a:off x="4449" y="2197"/>
                  <a:ext cx="8"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1" name="Line 271">
                  <a:extLst>
                    <a:ext uri="{FF2B5EF4-FFF2-40B4-BE49-F238E27FC236}">
                      <a16:creationId xmlns:a16="http://schemas.microsoft.com/office/drawing/2014/main" id="{4938CF66-F71C-4F40-A033-67973AC789A3}"/>
                    </a:ext>
                  </a:extLst>
                </p:cNvPr>
                <p:cNvSpPr>
                  <a:spLocks noChangeShapeType="1"/>
                </p:cNvSpPr>
                <p:nvPr/>
              </p:nvSpPr>
              <p:spPr bwMode="auto">
                <a:xfrm flipV="1">
                  <a:off x="4457" y="2189"/>
                  <a:ext cx="10"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2" name="Line 272">
                  <a:extLst>
                    <a:ext uri="{FF2B5EF4-FFF2-40B4-BE49-F238E27FC236}">
                      <a16:creationId xmlns:a16="http://schemas.microsoft.com/office/drawing/2014/main" id="{E420F75D-2E59-43F7-A49A-E9DBF5F733F9}"/>
                    </a:ext>
                  </a:extLst>
                </p:cNvPr>
                <p:cNvSpPr>
                  <a:spLocks noChangeShapeType="1"/>
                </p:cNvSpPr>
                <p:nvPr/>
              </p:nvSpPr>
              <p:spPr bwMode="auto">
                <a:xfrm flipV="1">
                  <a:off x="4467" y="2183"/>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3" name="Line 273">
                  <a:extLst>
                    <a:ext uri="{FF2B5EF4-FFF2-40B4-BE49-F238E27FC236}">
                      <a16:creationId xmlns:a16="http://schemas.microsoft.com/office/drawing/2014/main" id="{23A4B610-DE46-4E31-8931-9749AD53411F}"/>
                    </a:ext>
                  </a:extLst>
                </p:cNvPr>
                <p:cNvSpPr>
                  <a:spLocks noChangeShapeType="1"/>
                </p:cNvSpPr>
                <p:nvPr/>
              </p:nvSpPr>
              <p:spPr bwMode="auto">
                <a:xfrm flipV="1">
                  <a:off x="4476" y="2178"/>
                  <a:ext cx="8"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4" name="Line 274">
                  <a:extLst>
                    <a:ext uri="{FF2B5EF4-FFF2-40B4-BE49-F238E27FC236}">
                      <a16:creationId xmlns:a16="http://schemas.microsoft.com/office/drawing/2014/main" id="{876B75C1-C063-40D0-BF56-54220D4D0137}"/>
                    </a:ext>
                  </a:extLst>
                </p:cNvPr>
                <p:cNvSpPr>
                  <a:spLocks noChangeShapeType="1"/>
                </p:cNvSpPr>
                <p:nvPr/>
              </p:nvSpPr>
              <p:spPr bwMode="auto">
                <a:xfrm flipV="1">
                  <a:off x="4484" y="2172"/>
                  <a:ext cx="11"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5" name="Line 275">
                  <a:extLst>
                    <a:ext uri="{FF2B5EF4-FFF2-40B4-BE49-F238E27FC236}">
                      <a16:creationId xmlns:a16="http://schemas.microsoft.com/office/drawing/2014/main" id="{C625A583-CADD-4A4B-AA5C-19488FD8DE65}"/>
                    </a:ext>
                  </a:extLst>
                </p:cNvPr>
                <p:cNvSpPr>
                  <a:spLocks noChangeShapeType="1"/>
                </p:cNvSpPr>
                <p:nvPr/>
              </p:nvSpPr>
              <p:spPr bwMode="auto">
                <a:xfrm flipV="1">
                  <a:off x="4495" y="2168"/>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6" name="Line 276">
                  <a:extLst>
                    <a:ext uri="{FF2B5EF4-FFF2-40B4-BE49-F238E27FC236}">
                      <a16:creationId xmlns:a16="http://schemas.microsoft.com/office/drawing/2014/main" id="{96F563AB-178D-4FD6-986A-0E52D3D1019A}"/>
                    </a:ext>
                  </a:extLst>
                </p:cNvPr>
                <p:cNvSpPr>
                  <a:spLocks noChangeShapeType="1"/>
                </p:cNvSpPr>
                <p:nvPr/>
              </p:nvSpPr>
              <p:spPr bwMode="auto">
                <a:xfrm flipV="1">
                  <a:off x="4503" y="2166"/>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7" name="Line 277">
                  <a:extLst>
                    <a:ext uri="{FF2B5EF4-FFF2-40B4-BE49-F238E27FC236}">
                      <a16:creationId xmlns:a16="http://schemas.microsoft.com/office/drawing/2014/main" id="{02032C9D-2F0C-47C5-80D2-C67EC192D8DB}"/>
                    </a:ext>
                  </a:extLst>
                </p:cNvPr>
                <p:cNvSpPr>
                  <a:spLocks noChangeShapeType="1"/>
                </p:cNvSpPr>
                <p:nvPr/>
              </p:nvSpPr>
              <p:spPr bwMode="auto">
                <a:xfrm flipV="1">
                  <a:off x="4512" y="2162"/>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8" name="Line 278">
                  <a:extLst>
                    <a:ext uri="{FF2B5EF4-FFF2-40B4-BE49-F238E27FC236}">
                      <a16:creationId xmlns:a16="http://schemas.microsoft.com/office/drawing/2014/main" id="{7550F477-A5B9-4D8C-862D-ECD1E777F7C3}"/>
                    </a:ext>
                  </a:extLst>
                </p:cNvPr>
                <p:cNvSpPr>
                  <a:spLocks noChangeShapeType="1"/>
                </p:cNvSpPr>
                <p:nvPr/>
              </p:nvSpPr>
              <p:spPr bwMode="auto">
                <a:xfrm flipV="1">
                  <a:off x="4522" y="2160"/>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49" name="Line 279">
                  <a:extLst>
                    <a:ext uri="{FF2B5EF4-FFF2-40B4-BE49-F238E27FC236}">
                      <a16:creationId xmlns:a16="http://schemas.microsoft.com/office/drawing/2014/main" id="{953FCB6A-8985-4FB7-9769-41BC9A63B0CD}"/>
                    </a:ext>
                  </a:extLst>
                </p:cNvPr>
                <p:cNvSpPr>
                  <a:spLocks noChangeShapeType="1"/>
                </p:cNvSpPr>
                <p:nvPr/>
              </p:nvSpPr>
              <p:spPr bwMode="auto">
                <a:xfrm>
                  <a:off x="4530" y="2160"/>
                  <a:ext cx="11"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0" name="Line 280">
                  <a:extLst>
                    <a:ext uri="{FF2B5EF4-FFF2-40B4-BE49-F238E27FC236}">
                      <a16:creationId xmlns:a16="http://schemas.microsoft.com/office/drawing/2014/main" id="{4B526A90-83C3-4375-9B1D-8C9F52E29F5D}"/>
                    </a:ext>
                  </a:extLst>
                </p:cNvPr>
                <p:cNvSpPr>
                  <a:spLocks noChangeShapeType="1"/>
                </p:cNvSpPr>
                <p:nvPr/>
              </p:nvSpPr>
              <p:spPr bwMode="auto">
                <a:xfrm flipV="1">
                  <a:off x="4541" y="2157"/>
                  <a:ext cx="8" cy="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1" name="Line 281">
                  <a:extLst>
                    <a:ext uri="{FF2B5EF4-FFF2-40B4-BE49-F238E27FC236}">
                      <a16:creationId xmlns:a16="http://schemas.microsoft.com/office/drawing/2014/main" id="{90F6BDB2-C084-43B8-BBFC-8EC592D60E94}"/>
                    </a:ext>
                  </a:extLst>
                </p:cNvPr>
                <p:cNvSpPr>
                  <a:spLocks noChangeShapeType="1"/>
                </p:cNvSpPr>
                <p:nvPr/>
              </p:nvSpPr>
              <p:spPr bwMode="auto">
                <a:xfrm>
                  <a:off x="4549" y="2157"/>
                  <a:ext cx="9" cy="3"/>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2" name="Line 282">
                  <a:extLst>
                    <a:ext uri="{FF2B5EF4-FFF2-40B4-BE49-F238E27FC236}">
                      <a16:creationId xmlns:a16="http://schemas.microsoft.com/office/drawing/2014/main" id="{C42E579D-237E-4F0A-9754-9C6852579068}"/>
                    </a:ext>
                  </a:extLst>
                </p:cNvPr>
                <p:cNvSpPr>
                  <a:spLocks noChangeShapeType="1"/>
                </p:cNvSpPr>
                <p:nvPr/>
              </p:nvSpPr>
              <p:spPr bwMode="auto">
                <a:xfrm>
                  <a:off x="4558" y="2160"/>
                  <a:ext cx="10"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3" name="Line 283">
                  <a:extLst>
                    <a:ext uri="{FF2B5EF4-FFF2-40B4-BE49-F238E27FC236}">
                      <a16:creationId xmlns:a16="http://schemas.microsoft.com/office/drawing/2014/main" id="{7D691D3A-1AA1-4982-8960-731D598FBFAC}"/>
                    </a:ext>
                  </a:extLst>
                </p:cNvPr>
                <p:cNvSpPr>
                  <a:spLocks noChangeShapeType="1"/>
                </p:cNvSpPr>
                <p:nvPr/>
              </p:nvSpPr>
              <p:spPr bwMode="auto">
                <a:xfrm>
                  <a:off x="4568" y="2160"/>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4" name="Line 284">
                  <a:extLst>
                    <a:ext uri="{FF2B5EF4-FFF2-40B4-BE49-F238E27FC236}">
                      <a16:creationId xmlns:a16="http://schemas.microsoft.com/office/drawing/2014/main" id="{DC5E9E4D-F5F0-4D97-BA04-AD1F6365C099}"/>
                    </a:ext>
                  </a:extLst>
                </p:cNvPr>
                <p:cNvSpPr>
                  <a:spLocks noChangeShapeType="1"/>
                </p:cNvSpPr>
                <p:nvPr/>
              </p:nvSpPr>
              <p:spPr bwMode="auto">
                <a:xfrm>
                  <a:off x="4577" y="2162"/>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5" name="Line 285">
                  <a:extLst>
                    <a:ext uri="{FF2B5EF4-FFF2-40B4-BE49-F238E27FC236}">
                      <a16:creationId xmlns:a16="http://schemas.microsoft.com/office/drawing/2014/main" id="{337C7672-6BB7-4F39-BE21-4F2733C268AB}"/>
                    </a:ext>
                  </a:extLst>
                </p:cNvPr>
                <p:cNvSpPr>
                  <a:spLocks noChangeShapeType="1"/>
                </p:cNvSpPr>
                <p:nvPr/>
              </p:nvSpPr>
              <p:spPr bwMode="auto">
                <a:xfrm>
                  <a:off x="4585" y="2164"/>
                  <a:ext cx="11"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6" name="Line 286">
                  <a:extLst>
                    <a:ext uri="{FF2B5EF4-FFF2-40B4-BE49-F238E27FC236}">
                      <a16:creationId xmlns:a16="http://schemas.microsoft.com/office/drawing/2014/main" id="{C830846B-DE93-4141-B64A-70DD5370BF44}"/>
                    </a:ext>
                  </a:extLst>
                </p:cNvPr>
                <p:cNvSpPr>
                  <a:spLocks noChangeShapeType="1"/>
                </p:cNvSpPr>
                <p:nvPr/>
              </p:nvSpPr>
              <p:spPr bwMode="auto">
                <a:xfrm>
                  <a:off x="4596" y="2168"/>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7" name="Line 287">
                  <a:extLst>
                    <a:ext uri="{FF2B5EF4-FFF2-40B4-BE49-F238E27FC236}">
                      <a16:creationId xmlns:a16="http://schemas.microsoft.com/office/drawing/2014/main" id="{7CF18C0B-3BB8-44A1-B9B0-D15CB49FE092}"/>
                    </a:ext>
                  </a:extLst>
                </p:cNvPr>
                <p:cNvSpPr>
                  <a:spLocks noChangeShapeType="1"/>
                </p:cNvSpPr>
                <p:nvPr/>
              </p:nvSpPr>
              <p:spPr bwMode="auto">
                <a:xfrm>
                  <a:off x="4604" y="2170"/>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8" name="Line 288">
                  <a:extLst>
                    <a:ext uri="{FF2B5EF4-FFF2-40B4-BE49-F238E27FC236}">
                      <a16:creationId xmlns:a16="http://schemas.microsoft.com/office/drawing/2014/main" id="{BD88487C-5586-4D2E-B24B-7E0036941630}"/>
                    </a:ext>
                  </a:extLst>
                </p:cNvPr>
                <p:cNvSpPr>
                  <a:spLocks noChangeShapeType="1"/>
                </p:cNvSpPr>
                <p:nvPr/>
              </p:nvSpPr>
              <p:spPr bwMode="auto">
                <a:xfrm>
                  <a:off x="4612" y="2174"/>
                  <a:ext cx="11"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59" name="Line 289">
                  <a:extLst>
                    <a:ext uri="{FF2B5EF4-FFF2-40B4-BE49-F238E27FC236}">
                      <a16:creationId xmlns:a16="http://schemas.microsoft.com/office/drawing/2014/main" id="{ACAEB7F9-B4AC-4040-84B9-4A789BA949CD}"/>
                    </a:ext>
                  </a:extLst>
                </p:cNvPr>
                <p:cNvSpPr>
                  <a:spLocks noChangeShapeType="1"/>
                </p:cNvSpPr>
                <p:nvPr/>
              </p:nvSpPr>
              <p:spPr bwMode="auto">
                <a:xfrm>
                  <a:off x="4623" y="2180"/>
                  <a:ext cx="8"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0" name="Line 290">
                  <a:extLst>
                    <a:ext uri="{FF2B5EF4-FFF2-40B4-BE49-F238E27FC236}">
                      <a16:creationId xmlns:a16="http://schemas.microsoft.com/office/drawing/2014/main" id="{E12984C9-1E8B-4789-B504-548C9B546D01}"/>
                    </a:ext>
                  </a:extLst>
                </p:cNvPr>
                <p:cNvSpPr>
                  <a:spLocks noChangeShapeType="1"/>
                </p:cNvSpPr>
                <p:nvPr/>
              </p:nvSpPr>
              <p:spPr bwMode="auto">
                <a:xfrm>
                  <a:off x="4631" y="2185"/>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1" name="Line 291">
                  <a:extLst>
                    <a:ext uri="{FF2B5EF4-FFF2-40B4-BE49-F238E27FC236}">
                      <a16:creationId xmlns:a16="http://schemas.microsoft.com/office/drawing/2014/main" id="{FA522BCA-DC89-4FB5-8947-678F04AE2AD2}"/>
                    </a:ext>
                  </a:extLst>
                </p:cNvPr>
                <p:cNvSpPr>
                  <a:spLocks noChangeShapeType="1"/>
                </p:cNvSpPr>
                <p:nvPr/>
              </p:nvSpPr>
              <p:spPr bwMode="auto">
                <a:xfrm>
                  <a:off x="4640" y="2191"/>
                  <a:ext cx="10"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2" name="Line 292">
                  <a:extLst>
                    <a:ext uri="{FF2B5EF4-FFF2-40B4-BE49-F238E27FC236}">
                      <a16:creationId xmlns:a16="http://schemas.microsoft.com/office/drawing/2014/main" id="{CEE289F3-5E10-4A23-B8EC-5B9D38DFBC54}"/>
                    </a:ext>
                  </a:extLst>
                </p:cNvPr>
                <p:cNvSpPr>
                  <a:spLocks noChangeShapeType="1"/>
                </p:cNvSpPr>
                <p:nvPr/>
              </p:nvSpPr>
              <p:spPr bwMode="auto">
                <a:xfrm>
                  <a:off x="4650" y="2197"/>
                  <a:ext cx="9"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3" name="Line 293">
                  <a:extLst>
                    <a:ext uri="{FF2B5EF4-FFF2-40B4-BE49-F238E27FC236}">
                      <a16:creationId xmlns:a16="http://schemas.microsoft.com/office/drawing/2014/main" id="{FF285CA0-E59D-4665-A0B2-3E81DF50B067}"/>
                    </a:ext>
                  </a:extLst>
                </p:cNvPr>
                <p:cNvSpPr>
                  <a:spLocks noChangeShapeType="1"/>
                </p:cNvSpPr>
                <p:nvPr/>
              </p:nvSpPr>
              <p:spPr bwMode="auto">
                <a:xfrm>
                  <a:off x="4659" y="2206"/>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4" name="Line 294">
                  <a:extLst>
                    <a:ext uri="{FF2B5EF4-FFF2-40B4-BE49-F238E27FC236}">
                      <a16:creationId xmlns:a16="http://schemas.microsoft.com/office/drawing/2014/main" id="{EEE26BA2-F477-4379-9F01-9872A1FE8AB1}"/>
                    </a:ext>
                  </a:extLst>
                </p:cNvPr>
                <p:cNvSpPr>
                  <a:spLocks noChangeShapeType="1"/>
                </p:cNvSpPr>
                <p:nvPr/>
              </p:nvSpPr>
              <p:spPr bwMode="auto">
                <a:xfrm>
                  <a:off x="4667" y="2212"/>
                  <a:ext cx="10"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5" name="Line 295">
                  <a:extLst>
                    <a:ext uri="{FF2B5EF4-FFF2-40B4-BE49-F238E27FC236}">
                      <a16:creationId xmlns:a16="http://schemas.microsoft.com/office/drawing/2014/main" id="{2237351E-2B6D-4C22-940A-F11D22D881B4}"/>
                    </a:ext>
                  </a:extLst>
                </p:cNvPr>
                <p:cNvSpPr>
                  <a:spLocks noChangeShapeType="1"/>
                </p:cNvSpPr>
                <p:nvPr/>
              </p:nvSpPr>
              <p:spPr bwMode="auto">
                <a:xfrm>
                  <a:off x="4677" y="2220"/>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6" name="Line 296">
                  <a:extLst>
                    <a:ext uri="{FF2B5EF4-FFF2-40B4-BE49-F238E27FC236}">
                      <a16:creationId xmlns:a16="http://schemas.microsoft.com/office/drawing/2014/main" id="{0D266AAF-FDCE-4187-88F2-33C8711C0DFD}"/>
                    </a:ext>
                  </a:extLst>
                </p:cNvPr>
                <p:cNvSpPr>
                  <a:spLocks noChangeShapeType="1"/>
                </p:cNvSpPr>
                <p:nvPr/>
              </p:nvSpPr>
              <p:spPr bwMode="auto">
                <a:xfrm>
                  <a:off x="4686" y="2226"/>
                  <a:ext cx="8"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7" name="Line 297">
                  <a:extLst>
                    <a:ext uri="{FF2B5EF4-FFF2-40B4-BE49-F238E27FC236}">
                      <a16:creationId xmlns:a16="http://schemas.microsoft.com/office/drawing/2014/main" id="{4BCE4368-8502-4595-A3E4-037B04EC6ED0}"/>
                    </a:ext>
                  </a:extLst>
                </p:cNvPr>
                <p:cNvSpPr>
                  <a:spLocks noChangeShapeType="1"/>
                </p:cNvSpPr>
                <p:nvPr/>
              </p:nvSpPr>
              <p:spPr bwMode="auto">
                <a:xfrm>
                  <a:off x="4694" y="2235"/>
                  <a:ext cx="11"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8" name="Line 298">
                  <a:extLst>
                    <a:ext uri="{FF2B5EF4-FFF2-40B4-BE49-F238E27FC236}">
                      <a16:creationId xmlns:a16="http://schemas.microsoft.com/office/drawing/2014/main" id="{7EEDF354-3EB6-45D1-BB79-8584DB2D078B}"/>
                    </a:ext>
                  </a:extLst>
                </p:cNvPr>
                <p:cNvSpPr>
                  <a:spLocks noChangeShapeType="1"/>
                </p:cNvSpPr>
                <p:nvPr/>
              </p:nvSpPr>
              <p:spPr bwMode="auto">
                <a:xfrm>
                  <a:off x="4705" y="2243"/>
                  <a:ext cx="8"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69" name="Line 299">
                  <a:extLst>
                    <a:ext uri="{FF2B5EF4-FFF2-40B4-BE49-F238E27FC236}">
                      <a16:creationId xmlns:a16="http://schemas.microsoft.com/office/drawing/2014/main" id="{6B12541B-2887-4D84-9E2E-B6DFBAAC6CC9}"/>
                    </a:ext>
                  </a:extLst>
                </p:cNvPr>
                <p:cNvSpPr>
                  <a:spLocks noChangeShapeType="1"/>
                </p:cNvSpPr>
                <p:nvPr/>
              </p:nvSpPr>
              <p:spPr bwMode="auto">
                <a:xfrm>
                  <a:off x="4713" y="2252"/>
                  <a:ext cx="8"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0" name="Line 300">
                  <a:extLst>
                    <a:ext uri="{FF2B5EF4-FFF2-40B4-BE49-F238E27FC236}">
                      <a16:creationId xmlns:a16="http://schemas.microsoft.com/office/drawing/2014/main" id="{28FEADE6-2F4C-42CD-9E61-0B33A0873430}"/>
                    </a:ext>
                  </a:extLst>
                </p:cNvPr>
                <p:cNvSpPr>
                  <a:spLocks noChangeShapeType="1"/>
                </p:cNvSpPr>
                <p:nvPr/>
              </p:nvSpPr>
              <p:spPr bwMode="auto">
                <a:xfrm>
                  <a:off x="4721" y="2260"/>
                  <a:ext cx="11"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1" name="Line 301">
                  <a:extLst>
                    <a:ext uri="{FF2B5EF4-FFF2-40B4-BE49-F238E27FC236}">
                      <a16:creationId xmlns:a16="http://schemas.microsoft.com/office/drawing/2014/main" id="{E5B3C0B7-022B-47E0-BCBF-3CAF35524BBC}"/>
                    </a:ext>
                  </a:extLst>
                </p:cNvPr>
                <p:cNvSpPr>
                  <a:spLocks noChangeShapeType="1"/>
                </p:cNvSpPr>
                <p:nvPr/>
              </p:nvSpPr>
              <p:spPr bwMode="auto">
                <a:xfrm>
                  <a:off x="4732" y="2268"/>
                  <a:ext cx="8"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2" name="Line 302">
                  <a:extLst>
                    <a:ext uri="{FF2B5EF4-FFF2-40B4-BE49-F238E27FC236}">
                      <a16:creationId xmlns:a16="http://schemas.microsoft.com/office/drawing/2014/main" id="{286A0F66-CFF1-4C91-A4FF-D36099606827}"/>
                    </a:ext>
                  </a:extLst>
                </p:cNvPr>
                <p:cNvSpPr>
                  <a:spLocks noChangeShapeType="1"/>
                </p:cNvSpPr>
                <p:nvPr/>
              </p:nvSpPr>
              <p:spPr bwMode="auto">
                <a:xfrm flipV="1">
                  <a:off x="4740" y="2273"/>
                  <a:ext cx="9"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3" name="Line 303">
                  <a:extLst>
                    <a:ext uri="{FF2B5EF4-FFF2-40B4-BE49-F238E27FC236}">
                      <a16:creationId xmlns:a16="http://schemas.microsoft.com/office/drawing/2014/main" id="{79CE1793-2718-4139-A182-F74816BF63AC}"/>
                    </a:ext>
                  </a:extLst>
                </p:cNvPr>
                <p:cNvSpPr>
                  <a:spLocks noChangeShapeType="1"/>
                </p:cNvSpPr>
                <p:nvPr/>
              </p:nvSpPr>
              <p:spPr bwMode="auto">
                <a:xfrm flipV="1">
                  <a:off x="4749" y="2264"/>
                  <a:ext cx="10"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4" name="Line 304">
                  <a:extLst>
                    <a:ext uri="{FF2B5EF4-FFF2-40B4-BE49-F238E27FC236}">
                      <a16:creationId xmlns:a16="http://schemas.microsoft.com/office/drawing/2014/main" id="{072C5113-D4AA-4A9D-A49C-48D4CD7FA383}"/>
                    </a:ext>
                  </a:extLst>
                </p:cNvPr>
                <p:cNvSpPr>
                  <a:spLocks noChangeShapeType="1"/>
                </p:cNvSpPr>
                <p:nvPr/>
              </p:nvSpPr>
              <p:spPr bwMode="auto">
                <a:xfrm flipV="1">
                  <a:off x="4759" y="2256"/>
                  <a:ext cx="9"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5" name="Line 305">
                  <a:extLst>
                    <a:ext uri="{FF2B5EF4-FFF2-40B4-BE49-F238E27FC236}">
                      <a16:creationId xmlns:a16="http://schemas.microsoft.com/office/drawing/2014/main" id="{C5B687A6-E4D2-4EE7-871B-BCC05FFF6F53}"/>
                    </a:ext>
                  </a:extLst>
                </p:cNvPr>
                <p:cNvSpPr>
                  <a:spLocks noChangeShapeType="1"/>
                </p:cNvSpPr>
                <p:nvPr/>
              </p:nvSpPr>
              <p:spPr bwMode="auto">
                <a:xfrm flipV="1">
                  <a:off x="4768" y="2250"/>
                  <a:ext cx="10"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6" name="Line 306">
                  <a:extLst>
                    <a:ext uri="{FF2B5EF4-FFF2-40B4-BE49-F238E27FC236}">
                      <a16:creationId xmlns:a16="http://schemas.microsoft.com/office/drawing/2014/main" id="{B7B76366-986D-4D4E-B1B1-B7AE92BBB593}"/>
                    </a:ext>
                  </a:extLst>
                </p:cNvPr>
                <p:cNvSpPr>
                  <a:spLocks noChangeShapeType="1"/>
                </p:cNvSpPr>
                <p:nvPr/>
              </p:nvSpPr>
              <p:spPr bwMode="auto">
                <a:xfrm flipV="1">
                  <a:off x="4778" y="2241"/>
                  <a:ext cx="9"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7" name="Line 307">
                  <a:extLst>
                    <a:ext uri="{FF2B5EF4-FFF2-40B4-BE49-F238E27FC236}">
                      <a16:creationId xmlns:a16="http://schemas.microsoft.com/office/drawing/2014/main" id="{336372D0-AD02-452C-933B-D78F72ED47DB}"/>
                    </a:ext>
                  </a:extLst>
                </p:cNvPr>
                <p:cNvSpPr>
                  <a:spLocks noChangeShapeType="1"/>
                </p:cNvSpPr>
                <p:nvPr/>
              </p:nvSpPr>
              <p:spPr bwMode="auto">
                <a:xfrm flipV="1">
                  <a:off x="4787" y="2235"/>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8" name="Line 308">
                  <a:extLst>
                    <a:ext uri="{FF2B5EF4-FFF2-40B4-BE49-F238E27FC236}">
                      <a16:creationId xmlns:a16="http://schemas.microsoft.com/office/drawing/2014/main" id="{46BC76C2-E93B-4323-B87C-6AF4C4240AE8}"/>
                    </a:ext>
                  </a:extLst>
                </p:cNvPr>
                <p:cNvSpPr>
                  <a:spLocks noChangeShapeType="1"/>
                </p:cNvSpPr>
                <p:nvPr/>
              </p:nvSpPr>
              <p:spPr bwMode="auto">
                <a:xfrm flipV="1">
                  <a:off x="4795" y="2226"/>
                  <a:ext cx="10" cy="9"/>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79" name="Line 309">
                  <a:extLst>
                    <a:ext uri="{FF2B5EF4-FFF2-40B4-BE49-F238E27FC236}">
                      <a16:creationId xmlns:a16="http://schemas.microsoft.com/office/drawing/2014/main" id="{775D7229-E462-4DDF-B357-34434E5488B8}"/>
                    </a:ext>
                  </a:extLst>
                </p:cNvPr>
                <p:cNvSpPr>
                  <a:spLocks noChangeShapeType="1"/>
                </p:cNvSpPr>
                <p:nvPr/>
              </p:nvSpPr>
              <p:spPr bwMode="auto">
                <a:xfrm flipV="1">
                  <a:off x="4805" y="2220"/>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0" name="Line 310">
                  <a:extLst>
                    <a:ext uri="{FF2B5EF4-FFF2-40B4-BE49-F238E27FC236}">
                      <a16:creationId xmlns:a16="http://schemas.microsoft.com/office/drawing/2014/main" id="{D450B96B-CD46-418C-8C8F-8623FA133E6B}"/>
                    </a:ext>
                  </a:extLst>
                </p:cNvPr>
                <p:cNvSpPr>
                  <a:spLocks noChangeShapeType="1"/>
                </p:cNvSpPr>
                <p:nvPr/>
              </p:nvSpPr>
              <p:spPr bwMode="auto">
                <a:xfrm flipV="1">
                  <a:off x="4814" y="2216"/>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1" name="Line 311">
                  <a:extLst>
                    <a:ext uri="{FF2B5EF4-FFF2-40B4-BE49-F238E27FC236}">
                      <a16:creationId xmlns:a16="http://schemas.microsoft.com/office/drawing/2014/main" id="{F2D3446C-CDD9-4E56-B8EF-ACF2C33B63E7}"/>
                    </a:ext>
                  </a:extLst>
                </p:cNvPr>
                <p:cNvSpPr>
                  <a:spLocks noChangeShapeType="1"/>
                </p:cNvSpPr>
                <p:nvPr/>
              </p:nvSpPr>
              <p:spPr bwMode="auto">
                <a:xfrm flipV="1">
                  <a:off x="4822" y="2210"/>
                  <a:ext cx="11"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2" name="Line 312">
                  <a:extLst>
                    <a:ext uri="{FF2B5EF4-FFF2-40B4-BE49-F238E27FC236}">
                      <a16:creationId xmlns:a16="http://schemas.microsoft.com/office/drawing/2014/main" id="{8BF99293-E9FE-4C4D-BA5B-5667C085476A}"/>
                    </a:ext>
                  </a:extLst>
                </p:cNvPr>
                <p:cNvSpPr>
                  <a:spLocks noChangeShapeType="1"/>
                </p:cNvSpPr>
                <p:nvPr/>
              </p:nvSpPr>
              <p:spPr bwMode="auto">
                <a:xfrm flipV="1">
                  <a:off x="4833" y="2206"/>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3" name="Line 313">
                  <a:extLst>
                    <a:ext uri="{FF2B5EF4-FFF2-40B4-BE49-F238E27FC236}">
                      <a16:creationId xmlns:a16="http://schemas.microsoft.com/office/drawing/2014/main" id="{F439C7DE-8994-4B39-B303-19FA9414253B}"/>
                    </a:ext>
                  </a:extLst>
                </p:cNvPr>
                <p:cNvSpPr>
                  <a:spLocks noChangeShapeType="1"/>
                </p:cNvSpPr>
                <p:nvPr/>
              </p:nvSpPr>
              <p:spPr bwMode="auto">
                <a:xfrm flipV="1">
                  <a:off x="4841" y="2201"/>
                  <a:ext cx="9"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4" name="Line 314">
                  <a:extLst>
                    <a:ext uri="{FF2B5EF4-FFF2-40B4-BE49-F238E27FC236}">
                      <a16:creationId xmlns:a16="http://schemas.microsoft.com/office/drawing/2014/main" id="{2B4B7713-D394-424D-A079-CF6E97263B80}"/>
                    </a:ext>
                  </a:extLst>
                </p:cNvPr>
                <p:cNvSpPr>
                  <a:spLocks noChangeShapeType="1"/>
                </p:cNvSpPr>
                <p:nvPr/>
              </p:nvSpPr>
              <p:spPr bwMode="auto">
                <a:xfrm flipV="1">
                  <a:off x="4850" y="2197"/>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5" name="Line 315">
                  <a:extLst>
                    <a:ext uri="{FF2B5EF4-FFF2-40B4-BE49-F238E27FC236}">
                      <a16:creationId xmlns:a16="http://schemas.microsoft.com/office/drawing/2014/main" id="{36C34110-6F77-436A-B7FE-CA5BB12B1520}"/>
                    </a:ext>
                  </a:extLst>
                </p:cNvPr>
                <p:cNvSpPr>
                  <a:spLocks noChangeShapeType="1"/>
                </p:cNvSpPr>
                <p:nvPr/>
              </p:nvSpPr>
              <p:spPr bwMode="auto">
                <a:xfrm flipV="1">
                  <a:off x="4860" y="2193"/>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6" name="Line 316">
                  <a:extLst>
                    <a:ext uri="{FF2B5EF4-FFF2-40B4-BE49-F238E27FC236}">
                      <a16:creationId xmlns:a16="http://schemas.microsoft.com/office/drawing/2014/main" id="{5220C538-F18D-428C-A0E6-27E9B40C97A7}"/>
                    </a:ext>
                  </a:extLst>
                </p:cNvPr>
                <p:cNvSpPr>
                  <a:spLocks noChangeShapeType="1"/>
                </p:cNvSpPr>
                <p:nvPr/>
              </p:nvSpPr>
              <p:spPr bwMode="auto">
                <a:xfrm flipV="1">
                  <a:off x="4868" y="2191"/>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7" name="Line 317">
                  <a:extLst>
                    <a:ext uri="{FF2B5EF4-FFF2-40B4-BE49-F238E27FC236}">
                      <a16:creationId xmlns:a16="http://schemas.microsoft.com/office/drawing/2014/main" id="{E4E07C2F-037D-4FB0-A6E2-3A5AB018A46F}"/>
                    </a:ext>
                  </a:extLst>
                </p:cNvPr>
                <p:cNvSpPr>
                  <a:spLocks noChangeShapeType="1"/>
                </p:cNvSpPr>
                <p:nvPr/>
              </p:nvSpPr>
              <p:spPr bwMode="auto">
                <a:xfrm flipV="1">
                  <a:off x="4877" y="2189"/>
                  <a:ext cx="10"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8" name="Line 318">
                  <a:extLst>
                    <a:ext uri="{FF2B5EF4-FFF2-40B4-BE49-F238E27FC236}">
                      <a16:creationId xmlns:a16="http://schemas.microsoft.com/office/drawing/2014/main" id="{AD56DEFB-95C2-4806-912E-9E0BAD21E2C1}"/>
                    </a:ext>
                  </a:extLst>
                </p:cNvPr>
                <p:cNvSpPr>
                  <a:spLocks noChangeShapeType="1"/>
                </p:cNvSpPr>
                <p:nvPr/>
              </p:nvSpPr>
              <p:spPr bwMode="auto">
                <a:xfrm flipV="1">
                  <a:off x="4887" y="2187"/>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89" name="Line 319">
                  <a:extLst>
                    <a:ext uri="{FF2B5EF4-FFF2-40B4-BE49-F238E27FC236}">
                      <a16:creationId xmlns:a16="http://schemas.microsoft.com/office/drawing/2014/main" id="{C9EEC8AC-3CD4-4CBE-BA96-610712F1BEC0}"/>
                    </a:ext>
                  </a:extLst>
                </p:cNvPr>
                <p:cNvSpPr>
                  <a:spLocks noChangeShapeType="1"/>
                </p:cNvSpPr>
                <p:nvPr/>
              </p:nvSpPr>
              <p:spPr bwMode="auto">
                <a:xfrm>
                  <a:off x="4896" y="2187"/>
                  <a:ext cx="8"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0" name="Line 320">
                  <a:extLst>
                    <a:ext uri="{FF2B5EF4-FFF2-40B4-BE49-F238E27FC236}">
                      <a16:creationId xmlns:a16="http://schemas.microsoft.com/office/drawing/2014/main" id="{0749DED6-6542-4698-BEBC-2A7B798D5F22}"/>
                    </a:ext>
                  </a:extLst>
                </p:cNvPr>
                <p:cNvSpPr>
                  <a:spLocks noChangeShapeType="1"/>
                </p:cNvSpPr>
                <p:nvPr/>
              </p:nvSpPr>
              <p:spPr bwMode="auto">
                <a:xfrm flipV="1">
                  <a:off x="4904" y="2185"/>
                  <a:ext cx="11"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1" name="Line 321">
                  <a:extLst>
                    <a:ext uri="{FF2B5EF4-FFF2-40B4-BE49-F238E27FC236}">
                      <a16:creationId xmlns:a16="http://schemas.microsoft.com/office/drawing/2014/main" id="{2BF907C9-ED5B-4981-BF93-DA0FD9FAFBBF}"/>
                    </a:ext>
                  </a:extLst>
                </p:cNvPr>
                <p:cNvSpPr>
                  <a:spLocks noChangeShapeType="1"/>
                </p:cNvSpPr>
                <p:nvPr/>
              </p:nvSpPr>
              <p:spPr bwMode="auto">
                <a:xfrm>
                  <a:off x="4915" y="2185"/>
                  <a:ext cx="8"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2" name="Line 322">
                  <a:extLst>
                    <a:ext uri="{FF2B5EF4-FFF2-40B4-BE49-F238E27FC236}">
                      <a16:creationId xmlns:a16="http://schemas.microsoft.com/office/drawing/2014/main" id="{20B1FC29-8A3D-4E17-8231-655688382177}"/>
                    </a:ext>
                  </a:extLst>
                </p:cNvPr>
                <p:cNvSpPr>
                  <a:spLocks noChangeShapeType="1"/>
                </p:cNvSpPr>
                <p:nvPr/>
              </p:nvSpPr>
              <p:spPr bwMode="auto">
                <a:xfrm>
                  <a:off x="4923" y="2185"/>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3" name="Line 323">
                  <a:extLst>
                    <a:ext uri="{FF2B5EF4-FFF2-40B4-BE49-F238E27FC236}">
                      <a16:creationId xmlns:a16="http://schemas.microsoft.com/office/drawing/2014/main" id="{8A23D3BD-775F-475F-863E-78651255CA05}"/>
                    </a:ext>
                  </a:extLst>
                </p:cNvPr>
                <p:cNvSpPr>
                  <a:spLocks noChangeShapeType="1"/>
                </p:cNvSpPr>
                <p:nvPr/>
              </p:nvSpPr>
              <p:spPr bwMode="auto">
                <a:xfrm>
                  <a:off x="4931" y="2187"/>
                  <a:ext cx="11" cy="1"/>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4" name="Line 324">
                  <a:extLst>
                    <a:ext uri="{FF2B5EF4-FFF2-40B4-BE49-F238E27FC236}">
                      <a16:creationId xmlns:a16="http://schemas.microsoft.com/office/drawing/2014/main" id="{F96AEECC-894A-40E2-959D-8982C9C123A9}"/>
                    </a:ext>
                  </a:extLst>
                </p:cNvPr>
                <p:cNvSpPr>
                  <a:spLocks noChangeShapeType="1"/>
                </p:cNvSpPr>
                <p:nvPr/>
              </p:nvSpPr>
              <p:spPr bwMode="auto">
                <a:xfrm>
                  <a:off x="4942" y="2187"/>
                  <a:ext cx="8"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5" name="Line 325">
                  <a:extLst>
                    <a:ext uri="{FF2B5EF4-FFF2-40B4-BE49-F238E27FC236}">
                      <a16:creationId xmlns:a16="http://schemas.microsoft.com/office/drawing/2014/main" id="{3E81E711-18FE-4FFA-950E-3756A69C50A1}"/>
                    </a:ext>
                  </a:extLst>
                </p:cNvPr>
                <p:cNvSpPr>
                  <a:spLocks noChangeShapeType="1"/>
                </p:cNvSpPr>
                <p:nvPr/>
              </p:nvSpPr>
              <p:spPr bwMode="auto">
                <a:xfrm>
                  <a:off x="4950" y="2189"/>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6" name="Line 326">
                  <a:extLst>
                    <a:ext uri="{FF2B5EF4-FFF2-40B4-BE49-F238E27FC236}">
                      <a16:creationId xmlns:a16="http://schemas.microsoft.com/office/drawing/2014/main" id="{9C4117D4-874E-4BAB-A11D-3AEF763FA573}"/>
                    </a:ext>
                  </a:extLst>
                </p:cNvPr>
                <p:cNvSpPr>
                  <a:spLocks noChangeShapeType="1"/>
                </p:cNvSpPr>
                <p:nvPr/>
              </p:nvSpPr>
              <p:spPr bwMode="auto">
                <a:xfrm>
                  <a:off x="4959" y="2191"/>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7" name="Line 327">
                  <a:extLst>
                    <a:ext uri="{FF2B5EF4-FFF2-40B4-BE49-F238E27FC236}">
                      <a16:creationId xmlns:a16="http://schemas.microsoft.com/office/drawing/2014/main" id="{969B1CE0-BCED-4992-BE5A-EB999CF6CBC7}"/>
                    </a:ext>
                  </a:extLst>
                </p:cNvPr>
                <p:cNvSpPr>
                  <a:spLocks noChangeShapeType="1"/>
                </p:cNvSpPr>
                <p:nvPr/>
              </p:nvSpPr>
              <p:spPr bwMode="auto">
                <a:xfrm>
                  <a:off x="4969" y="2195"/>
                  <a:ext cx="9" cy="2"/>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8" name="Line 328">
                  <a:extLst>
                    <a:ext uri="{FF2B5EF4-FFF2-40B4-BE49-F238E27FC236}">
                      <a16:creationId xmlns:a16="http://schemas.microsoft.com/office/drawing/2014/main" id="{CAE0785F-56D7-4734-BA53-C1D0E2D6AF48}"/>
                    </a:ext>
                  </a:extLst>
                </p:cNvPr>
                <p:cNvSpPr>
                  <a:spLocks noChangeShapeType="1"/>
                </p:cNvSpPr>
                <p:nvPr/>
              </p:nvSpPr>
              <p:spPr bwMode="auto">
                <a:xfrm>
                  <a:off x="4978" y="2197"/>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99" name="Line 329">
                  <a:extLst>
                    <a:ext uri="{FF2B5EF4-FFF2-40B4-BE49-F238E27FC236}">
                      <a16:creationId xmlns:a16="http://schemas.microsoft.com/office/drawing/2014/main" id="{B10794DE-1763-4EF4-829B-2CC2A9B9BBAA}"/>
                    </a:ext>
                  </a:extLst>
                </p:cNvPr>
                <p:cNvSpPr>
                  <a:spLocks noChangeShapeType="1"/>
                </p:cNvSpPr>
                <p:nvPr/>
              </p:nvSpPr>
              <p:spPr bwMode="auto">
                <a:xfrm>
                  <a:off x="4986" y="2201"/>
                  <a:ext cx="10" cy="5"/>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0" name="Line 330">
                  <a:extLst>
                    <a:ext uri="{FF2B5EF4-FFF2-40B4-BE49-F238E27FC236}">
                      <a16:creationId xmlns:a16="http://schemas.microsoft.com/office/drawing/2014/main" id="{DB54D137-3D87-4E79-BF15-D73FB864E02E}"/>
                    </a:ext>
                  </a:extLst>
                </p:cNvPr>
                <p:cNvSpPr>
                  <a:spLocks noChangeShapeType="1"/>
                </p:cNvSpPr>
                <p:nvPr/>
              </p:nvSpPr>
              <p:spPr bwMode="auto">
                <a:xfrm>
                  <a:off x="4996" y="2206"/>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1" name="Line 331">
                  <a:extLst>
                    <a:ext uri="{FF2B5EF4-FFF2-40B4-BE49-F238E27FC236}">
                      <a16:creationId xmlns:a16="http://schemas.microsoft.com/office/drawing/2014/main" id="{1AC87C3B-32EF-43F9-B986-55A02BB17261}"/>
                    </a:ext>
                  </a:extLst>
                </p:cNvPr>
                <p:cNvSpPr>
                  <a:spLocks noChangeShapeType="1"/>
                </p:cNvSpPr>
                <p:nvPr/>
              </p:nvSpPr>
              <p:spPr bwMode="auto">
                <a:xfrm>
                  <a:off x="5005" y="2212"/>
                  <a:ext cx="10"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2" name="Line 332">
                  <a:extLst>
                    <a:ext uri="{FF2B5EF4-FFF2-40B4-BE49-F238E27FC236}">
                      <a16:creationId xmlns:a16="http://schemas.microsoft.com/office/drawing/2014/main" id="{0CE1F3BE-9AA6-4015-AD14-CFE77DED3E1E}"/>
                    </a:ext>
                  </a:extLst>
                </p:cNvPr>
                <p:cNvSpPr>
                  <a:spLocks noChangeShapeType="1"/>
                </p:cNvSpPr>
                <p:nvPr/>
              </p:nvSpPr>
              <p:spPr bwMode="auto">
                <a:xfrm>
                  <a:off x="5015" y="2216"/>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3" name="Line 333">
                  <a:extLst>
                    <a:ext uri="{FF2B5EF4-FFF2-40B4-BE49-F238E27FC236}">
                      <a16:creationId xmlns:a16="http://schemas.microsoft.com/office/drawing/2014/main" id="{6B2B142A-393A-42F5-8E34-25FF50254686}"/>
                    </a:ext>
                  </a:extLst>
                </p:cNvPr>
                <p:cNvSpPr>
                  <a:spLocks noChangeShapeType="1"/>
                </p:cNvSpPr>
                <p:nvPr/>
              </p:nvSpPr>
              <p:spPr bwMode="auto">
                <a:xfrm>
                  <a:off x="5024" y="2222"/>
                  <a:ext cx="8" cy="4"/>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4" name="Line 334">
                  <a:extLst>
                    <a:ext uri="{FF2B5EF4-FFF2-40B4-BE49-F238E27FC236}">
                      <a16:creationId xmlns:a16="http://schemas.microsoft.com/office/drawing/2014/main" id="{1C03E8C1-BD35-4553-ABA2-9F268DF2BA60}"/>
                    </a:ext>
                  </a:extLst>
                </p:cNvPr>
                <p:cNvSpPr>
                  <a:spLocks noChangeShapeType="1"/>
                </p:cNvSpPr>
                <p:nvPr/>
              </p:nvSpPr>
              <p:spPr bwMode="auto">
                <a:xfrm>
                  <a:off x="5032" y="2226"/>
                  <a:ext cx="11" cy="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5" name="Line 335">
                  <a:extLst>
                    <a:ext uri="{FF2B5EF4-FFF2-40B4-BE49-F238E27FC236}">
                      <a16:creationId xmlns:a16="http://schemas.microsoft.com/office/drawing/2014/main" id="{1188B56D-FFE4-4AC3-97F7-4BF959E976D6}"/>
                    </a:ext>
                  </a:extLst>
                </p:cNvPr>
                <p:cNvSpPr>
                  <a:spLocks noChangeShapeType="1"/>
                </p:cNvSpPr>
                <p:nvPr/>
              </p:nvSpPr>
              <p:spPr bwMode="auto">
                <a:xfrm>
                  <a:off x="5043" y="2233"/>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6" name="Line 336">
                  <a:extLst>
                    <a:ext uri="{FF2B5EF4-FFF2-40B4-BE49-F238E27FC236}">
                      <a16:creationId xmlns:a16="http://schemas.microsoft.com/office/drawing/2014/main" id="{57081029-8088-4A3F-9DDE-9F2000E91E04}"/>
                    </a:ext>
                  </a:extLst>
                </p:cNvPr>
                <p:cNvSpPr>
                  <a:spLocks noChangeShapeType="1"/>
                </p:cNvSpPr>
                <p:nvPr/>
              </p:nvSpPr>
              <p:spPr bwMode="auto">
                <a:xfrm>
                  <a:off x="5051" y="2239"/>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7" name="Line 337">
                  <a:extLst>
                    <a:ext uri="{FF2B5EF4-FFF2-40B4-BE49-F238E27FC236}">
                      <a16:creationId xmlns:a16="http://schemas.microsoft.com/office/drawing/2014/main" id="{C98C6F97-25A2-4CDC-91C0-69DD7885D0FB}"/>
                    </a:ext>
                  </a:extLst>
                </p:cNvPr>
                <p:cNvSpPr>
                  <a:spLocks noChangeShapeType="1"/>
                </p:cNvSpPr>
                <p:nvPr/>
              </p:nvSpPr>
              <p:spPr bwMode="auto">
                <a:xfrm>
                  <a:off x="5059" y="2245"/>
                  <a:ext cx="11" cy="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8" name="Line 338">
                  <a:extLst>
                    <a:ext uri="{FF2B5EF4-FFF2-40B4-BE49-F238E27FC236}">
                      <a16:creationId xmlns:a16="http://schemas.microsoft.com/office/drawing/2014/main" id="{1B0E0D14-25BC-4FAE-8EBB-8D1C6D1E9EC1}"/>
                    </a:ext>
                  </a:extLst>
                </p:cNvPr>
                <p:cNvSpPr>
                  <a:spLocks noChangeShapeType="1"/>
                </p:cNvSpPr>
                <p:nvPr/>
              </p:nvSpPr>
              <p:spPr bwMode="auto">
                <a:xfrm>
                  <a:off x="5070" y="2252"/>
                  <a:ext cx="8"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09" name="Line 339">
                  <a:extLst>
                    <a:ext uri="{FF2B5EF4-FFF2-40B4-BE49-F238E27FC236}">
                      <a16:creationId xmlns:a16="http://schemas.microsoft.com/office/drawing/2014/main" id="{D7897A8C-70F6-4123-B9F0-8C27C480B147}"/>
                    </a:ext>
                  </a:extLst>
                </p:cNvPr>
                <p:cNvSpPr>
                  <a:spLocks noChangeShapeType="1"/>
                </p:cNvSpPr>
                <p:nvPr/>
              </p:nvSpPr>
              <p:spPr bwMode="auto">
                <a:xfrm>
                  <a:off x="5078" y="2258"/>
                  <a:ext cx="9" cy="8"/>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0" name="Line 340">
                  <a:extLst>
                    <a:ext uri="{FF2B5EF4-FFF2-40B4-BE49-F238E27FC236}">
                      <a16:creationId xmlns:a16="http://schemas.microsoft.com/office/drawing/2014/main" id="{F36E26D9-E1B2-4DD1-BB20-033A1304F0EA}"/>
                    </a:ext>
                  </a:extLst>
                </p:cNvPr>
                <p:cNvSpPr>
                  <a:spLocks noChangeShapeType="1"/>
                </p:cNvSpPr>
                <p:nvPr/>
              </p:nvSpPr>
              <p:spPr bwMode="auto">
                <a:xfrm>
                  <a:off x="5087" y="2266"/>
                  <a:ext cx="10" cy="7"/>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1" name="Line 341">
                  <a:extLst>
                    <a:ext uri="{FF2B5EF4-FFF2-40B4-BE49-F238E27FC236}">
                      <a16:creationId xmlns:a16="http://schemas.microsoft.com/office/drawing/2014/main" id="{07A420C0-06A2-4702-8374-65D48B0B132E}"/>
                    </a:ext>
                  </a:extLst>
                </p:cNvPr>
                <p:cNvSpPr>
                  <a:spLocks noChangeShapeType="1"/>
                </p:cNvSpPr>
                <p:nvPr/>
              </p:nvSpPr>
              <p:spPr bwMode="auto">
                <a:xfrm>
                  <a:off x="5097" y="2273"/>
                  <a:ext cx="9" cy="6"/>
                </a:xfrm>
                <a:prstGeom prst="line">
                  <a:avLst/>
                </a:prstGeom>
                <a:noFill/>
                <a:ln w="20638">
                  <a:solidFill>
                    <a:srgbClr val="0000FF"/>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2" name="Line 342">
                  <a:extLst>
                    <a:ext uri="{FF2B5EF4-FFF2-40B4-BE49-F238E27FC236}">
                      <a16:creationId xmlns:a16="http://schemas.microsoft.com/office/drawing/2014/main" id="{5E3B8B0D-4C16-42C2-8598-C707FC8C1275}"/>
                    </a:ext>
                  </a:extLst>
                </p:cNvPr>
                <p:cNvSpPr>
                  <a:spLocks noChangeShapeType="1"/>
                </p:cNvSpPr>
                <p:nvPr/>
              </p:nvSpPr>
              <p:spPr bwMode="auto">
                <a:xfrm>
                  <a:off x="3290" y="961"/>
                  <a:ext cx="1" cy="131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3" name="Line 343">
                  <a:extLst>
                    <a:ext uri="{FF2B5EF4-FFF2-40B4-BE49-F238E27FC236}">
                      <a16:creationId xmlns:a16="http://schemas.microsoft.com/office/drawing/2014/main" id="{3E90E2ED-4CB7-4414-838D-A56342221BE1}"/>
                    </a:ext>
                  </a:extLst>
                </p:cNvPr>
                <p:cNvSpPr>
                  <a:spLocks noChangeShapeType="1"/>
                </p:cNvSpPr>
                <p:nvPr/>
              </p:nvSpPr>
              <p:spPr bwMode="auto">
                <a:xfrm>
                  <a:off x="3290" y="2279"/>
                  <a:ext cx="181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4" name="Line 344">
                  <a:extLst>
                    <a:ext uri="{FF2B5EF4-FFF2-40B4-BE49-F238E27FC236}">
                      <a16:creationId xmlns:a16="http://schemas.microsoft.com/office/drawing/2014/main" id="{7462CACA-681B-4A59-B391-707A6412ABBB}"/>
                    </a:ext>
                  </a:extLst>
                </p:cNvPr>
                <p:cNvSpPr>
                  <a:spLocks noChangeShapeType="1"/>
                </p:cNvSpPr>
                <p:nvPr/>
              </p:nvSpPr>
              <p:spPr bwMode="auto">
                <a:xfrm flipV="1">
                  <a:off x="5106" y="961"/>
                  <a:ext cx="1" cy="131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sp>
              <p:nvSpPr>
                <p:cNvPr id="115" name="Line 345">
                  <a:extLst>
                    <a:ext uri="{FF2B5EF4-FFF2-40B4-BE49-F238E27FC236}">
                      <a16:creationId xmlns:a16="http://schemas.microsoft.com/office/drawing/2014/main" id="{0E70724A-111C-40C2-AC1A-3DFA2EAF2B40}"/>
                    </a:ext>
                  </a:extLst>
                </p:cNvPr>
                <p:cNvSpPr>
                  <a:spLocks noChangeShapeType="1"/>
                </p:cNvSpPr>
                <p:nvPr/>
              </p:nvSpPr>
              <p:spPr bwMode="auto">
                <a:xfrm flipH="1">
                  <a:off x="3290" y="961"/>
                  <a:ext cx="181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prstClr val="black"/>
                    </a:solidFill>
                    <a:ea typeface="宋体" panose="02010600030101010101" pitchFamily="2" charset="-122"/>
                  </a:endParaRPr>
                </a:p>
              </p:txBody>
            </p:sp>
          </p:grpSp>
        </p:grpSp>
      </p:grpSp>
      <p:sp>
        <p:nvSpPr>
          <p:cNvPr id="332" name="Rectangle 2">
            <a:extLst>
              <a:ext uri="{FF2B5EF4-FFF2-40B4-BE49-F238E27FC236}">
                <a16:creationId xmlns:a16="http://schemas.microsoft.com/office/drawing/2014/main" id="{48102A01-491C-46A5-B0E0-607DB89AE4DE}"/>
              </a:ext>
            </a:extLst>
          </p:cNvPr>
          <p:cNvSpPr>
            <a:spLocks noChangeArrowheads="1"/>
          </p:cNvSpPr>
          <p:nvPr/>
        </p:nvSpPr>
        <p:spPr bwMode="auto">
          <a:xfrm>
            <a:off x="3745411" y="4153037"/>
            <a:ext cx="1806575" cy="32543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则 </a:t>
            </a:r>
            <a:r>
              <a:rPr lang="el-GR"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γ</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 </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的条件： </a:t>
            </a:r>
          </a:p>
        </p:txBody>
      </p:sp>
      <mc:AlternateContent xmlns:mc="http://schemas.openxmlformats.org/markup-compatibility/2006" xmlns:a14="http://schemas.microsoft.com/office/drawing/2010/main">
        <mc:Choice Requires="a14">
          <p:sp>
            <p:nvSpPr>
              <p:cNvPr id="333" name="对象 332">
                <a:extLst>
                  <a:ext uri="{FF2B5EF4-FFF2-40B4-BE49-F238E27FC236}">
                    <a16:creationId xmlns:a16="http://schemas.microsoft.com/office/drawing/2014/main" id="{C3644996-A608-41B2-8C19-0057C1E264FE}"/>
                  </a:ext>
                </a:extLst>
              </p:cNvPr>
              <p:cNvSpPr txBox="1"/>
              <p:nvPr/>
            </p:nvSpPr>
            <p:spPr>
              <a:xfrm>
                <a:off x="5579969" y="3945623"/>
                <a:ext cx="1315792" cy="76200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zh-CN" altLang="en-US" sz="2200" i="1">
                          <a:solidFill>
                            <a:srgbClr val="000000"/>
                          </a:solidFill>
                          <a:latin typeface="Cambria Math" panose="02040503050406030204" pitchFamily="18" charset="0"/>
                        </a:rPr>
                        <m:t>𝑏</m:t>
                      </m:r>
                      <m:r>
                        <a:rPr lang="zh-CN" altLang="en-US" sz="2200" i="1">
                          <a:solidFill>
                            <a:srgbClr val="000000"/>
                          </a:solidFill>
                          <a:latin typeface="Cambria Math" panose="02040503050406030204" pitchFamily="18" charset="0"/>
                        </a:rPr>
                        <m:t>=</m:t>
                      </m:r>
                      <m:r>
                        <a:rPr lang="zh-CN" altLang="en-US" sz="2200" i="1">
                          <a:solidFill>
                            <a:srgbClr val="000000"/>
                          </a:solidFill>
                          <a:latin typeface="Cambria Math" panose="02040503050406030204" pitchFamily="18" charset="0"/>
                        </a:rPr>
                        <m:t>𝑗</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𝑅</m:t>
                          </m:r>
                        </m:num>
                        <m:den>
                          <m:r>
                            <a:rPr lang="zh-CN" altLang="en-US" sz="2200" i="1">
                              <a:solidFill>
                                <a:srgbClr val="000000"/>
                              </a:solidFill>
                              <a:latin typeface="Cambria Math" panose="02040503050406030204" pitchFamily="18" charset="0"/>
                            </a:rPr>
                            <m:t>𝑑</m:t>
                          </m:r>
                        </m:den>
                      </m:f>
                      <m:r>
                        <a:rPr lang="zh-CN" altLang="en-US" sz="2200" i="1">
                          <a:solidFill>
                            <a:srgbClr val="000000"/>
                          </a:solidFill>
                          <a:latin typeface="Cambria Math" panose="02040503050406030204" pitchFamily="18" charset="0"/>
                        </a:rPr>
                        <m:t>𝜆</m:t>
                      </m:r>
                    </m:oMath>
                  </m:oMathPara>
                </a14:m>
                <a:endParaRPr lang="zh-CN" altLang="en-US" sz="2200" dirty="0"/>
              </a:p>
            </p:txBody>
          </p:sp>
        </mc:Choice>
        <mc:Fallback xmlns="">
          <p:sp>
            <p:nvSpPr>
              <p:cNvPr id="333" name="对象 332">
                <a:extLst>
                  <a:ext uri="{FF2B5EF4-FFF2-40B4-BE49-F238E27FC236}">
                    <a16:creationId xmlns:a16="http://schemas.microsoft.com/office/drawing/2014/main" id="{C3644996-A608-41B2-8C19-0057C1E264FE}"/>
                  </a:ext>
                </a:extLst>
              </p:cNvPr>
              <p:cNvSpPr txBox="1">
                <a:spLocks noRot="1" noChangeAspect="1" noMove="1" noResize="1" noEditPoints="1" noAdjustHandles="1" noChangeArrowheads="1" noChangeShapeType="1" noTextEdit="1"/>
              </p:cNvSpPr>
              <p:nvPr/>
            </p:nvSpPr>
            <p:spPr>
              <a:xfrm>
                <a:off x="5579969" y="3945623"/>
                <a:ext cx="1315792" cy="762000"/>
              </a:xfrm>
              <a:prstGeom prst="rect">
                <a:avLst/>
              </a:prstGeom>
              <a:blipFill>
                <a:blip r:embed="rId5"/>
                <a:stretch>
                  <a:fillRect/>
                </a:stretch>
              </a:blipFill>
            </p:spPr>
            <p:txBody>
              <a:bodyPr/>
              <a:lstStyle/>
              <a:p>
                <a:r>
                  <a:rPr lang="zh-CN" altLang="en-US">
                    <a:noFill/>
                  </a:rPr>
                  <a:t> </a:t>
                </a:r>
              </a:p>
            </p:txBody>
          </p:sp>
        </mc:Fallback>
      </mc:AlternateContent>
      <p:sp>
        <p:nvSpPr>
          <p:cNvPr id="334" name="Rectangle 5">
            <a:extLst>
              <a:ext uri="{FF2B5EF4-FFF2-40B4-BE49-F238E27FC236}">
                <a16:creationId xmlns:a16="http://schemas.microsoft.com/office/drawing/2014/main" id="{CFED66D4-9A5A-489B-88A3-322E0CA7FF0F}"/>
              </a:ext>
            </a:extLst>
          </p:cNvPr>
          <p:cNvSpPr>
            <a:spLocks noChangeArrowheads="1"/>
          </p:cNvSpPr>
          <p:nvPr/>
        </p:nvSpPr>
        <p:spPr bwMode="auto">
          <a:xfrm>
            <a:off x="7082273" y="4129426"/>
            <a:ext cx="1861888" cy="398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defTabSz="914400"/>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 2, 3, ··· </a:t>
            </a:r>
          </a:p>
        </p:txBody>
      </p:sp>
      <p:sp>
        <p:nvSpPr>
          <p:cNvPr id="335" name="Rectangle 2">
            <a:extLst>
              <a:ext uri="{FF2B5EF4-FFF2-40B4-BE49-F238E27FC236}">
                <a16:creationId xmlns:a16="http://schemas.microsoft.com/office/drawing/2014/main" id="{EEB4C995-9868-46C2-9C09-0B27171E7BBF}"/>
              </a:ext>
            </a:extLst>
          </p:cNvPr>
          <p:cNvSpPr>
            <a:spLocks noChangeArrowheads="1"/>
          </p:cNvSpPr>
          <p:nvPr/>
        </p:nvSpPr>
        <p:spPr bwMode="auto">
          <a:xfrm>
            <a:off x="247043" y="5037739"/>
            <a:ext cx="8626246" cy="114514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5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使干涉图样衬比度</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消失</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最小</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光源宽度</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对应于对比度曲线的</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级极小，也称</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临界光源宽度</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36" name="对象 335">
                <a:extLst>
                  <a:ext uri="{FF2B5EF4-FFF2-40B4-BE49-F238E27FC236}">
                    <a16:creationId xmlns:a16="http://schemas.microsoft.com/office/drawing/2014/main" id="{B4DB51E1-AC68-49AA-BAE0-37C0A8048A2C}"/>
                  </a:ext>
                </a:extLst>
              </p:cNvPr>
              <p:cNvSpPr txBox="1"/>
              <p:nvPr/>
            </p:nvSpPr>
            <p:spPr>
              <a:xfrm>
                <a:off x="3283450" y="5711603"/>
                <a:ext cx="2027402" cy="792162"/>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zh-CN" altLang="en-US" sz="2200" i="1">
                              <a:solidFill>
                                <a:srgbClr val="000000"/>
                              </a:solidFill>
                              <a:latin typeface="Cambria Math" panose="02040503050406030204" pitchFamily="18" charset="0"/>
                            </a:rPr>
                            <m:t>1</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zh-CN" altLang="en-US" sz="2200" i="1">
                              <a:solidFill>
                                <a:srgbClr val="000000"/>
                              </a:solidFill>
                              <a:latin typeface="Cambria Math" panose="02040503050406030204" pitchFamily="18" charset="0"/>
                            </a:rPr>
                            <m:t>𝑐</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𝑅</m:t>
                          </m:r>
                        </m:num>
                        <m:den>
                          <m:r>
                            <a:rPr lang="zh-CN" altLang="en-US" sz="2200" i="1">
                              <a:solidFill>
                                <a:srgbClr val="000000"/>
                              </a:solidFill>
                              <a:latin typeface="Cambria Math" panose="02040503050406030204" pitchFamily="18" charset="0"/>
                            </a:rPr>
                            <m:t>𝑑</m:t>
                          </m:r>
                        </m:den>
                      </m:f>
                      <m:r>
                        <a:rPr lang="zh-CN" altLang="en-US" sz="2200" i="1">
                          <a:solidFill>
                            <a:srgbClr val="000000"/>
                          </a:solidFill>
                          <a:latin typeface="Cambria Math" panose="02040503050406030204" pitchFamily="18" charset="0"/>
                        </a:rPr>
                        <m:t>𝜆</m:t>
                      </m:r>
                    </m:oMath>
                  </m:oMathPara>
                </a14:m>
                <a:endParaRPr lang="zh-CN" altLang="en-US" sz="2200" dirty="0"/>
              </a:p>
            </p:txBody>
          </p:sp>
        </mc:Choice>
        <mc:Fallback xmlns="">
          <p:sp>
            <p:nvSpPr>
              <p:cNvPr id="336" name="对象 335">
                <a:extLst>
                  <a:ext uri="{FF2B5EF4-FFF2-40B4-BE49-F238E27FC236}">
                    <a16:creationId xmlns:a16="http://schemas.microsoft.com/office/drawing/2014/main" id="{B4DB51E1-AC68-49AA-BAE0-37C0A8048A2C}"/>
                  </a:ext>
                </a:extLst>
              </p:cNvPr>
              <p:cNvSpPr txBox="1">
                <a:spLocks noRot="1" noChangeAspect="1" noMove="1" noResize="1" noEditPoints="1" noAdjustHandles="1" noChangeArrowheads="1" noChangeShapeType="1" noTextEdit="1"/>
              </p:cNvSpPr>
              <p:nvPr/>
            </p:nvSpPr>
            <p:spPr>
              <a:xfrm>
                <a:off x="3283450" y="5711603"/>
                <a:ext cx="2027402" cy="792162"/>
              </a:xfrm>
              <a:prstGeom prst="rect">
                <a:avLst/>
              </a:prstGeom>
              <a:blipFill>
                <a:blip r:embed="rId6"/>
                <a:stretch>
                  <a:fillRect/>
                </a:stretch>
              </a:blipFill>
            </p:spPr>
            <p:txBody>
              <a:bodyPr/>
              <a:lstStyle/>
              <a:p>
                <a:r>
                  <a:rPr lang="zh-CN" altLang="en-US">
                    <a:noFill/>
                  </a:rPr>
                  <a:t> </a:t>
                </a:r>
              </a:p>
            </p:txBody>
          </p:sp>
        </mc:Fallback>
      </mc:AlternateContent>
      <p:graphicFrame>
        <p:nvGraphicFramePr>
          <p:cNvPr id="337" name="对象 336">
            <a:extLst>
              <a:ext uri="{FF2B5EF4-FFF2-40B4-BE49-F238E27FC236}">
                <a16:creationId xmlns:a16="http://schemas.microsoft.com/office/drawing/2014/main" id="{9CA68210-2714-401F-8445-1A949FAAA547}"/>
              </a:ext>
            </a:extLst>
          </p:cNvPr>
          <p:cNvGraphicFramePr>
            <a:graphicFrameLocks noChangeAspect="1"/>
          </p:cNvGraphicFramePr>
          <p:nvPr>
            <p:extLst>
              <p:ext uri="{D42A27DB-BD31-4B8C-83A1-F6EECF244321}">
                <p14:modId xmlns:p14="http://schemas.microsoft.com/office/powerpoint/2010/main" val="766231778"/>
              </p:ext>
            </p:extLst>
          </p:nvPr>
        </p:nvGraphicFramePr>
        <p:xfrm>
          <a:off x="1745333" y="3918901"/>
          <a:ext cx="1084262" cy="781050"/>
        </p:xfrm>
        <a:graphic>
          <a:graphicData uri="http://schemas.openxmlformats.org/presentationml/2006/ole">
            <mc:AlternateContent xmlns:mc="http://schemas.openxmlformats.org/markup-compatibility/2006">
              <mc:Choice xmlns:v="urn:schemas-microsoft-com:vml" Requires="v">
                <p:oleObj name="Equation" r:id="rId7" imgW="545760" imgH="393480" progId="Equation.DSMT4">
                  <p:embed/>
                </p:oleObj>
              </mc:Choice>
              <mc:Fallback>
                <p:oleObj name="Equation" r:id="rId7" imgW="545760" imgH="393480" progId="Equation.DSMT4">
                  <p:embed/>
                  <p:pic>
                    <p:nvPicPr>
                      <p:cNvPr id="6" name="对象 5"/>
                      <p:cNvPicPr>
                        <a:picLocks noChangeAspect="1" noChangeArrowheads="1"/>
                      </p:cNvPicPr>
                      <p:nvPr/>
                    </p:nvPicPr>
                    <p:blipFill>
                      <a:blip r:embed="rId8"/>
                      <a:srcRect/>
                      <a:stretch>
                        <a:fillRect/>
                      </a:stretch>
                    </p:blipFill>
                    <p:spPr bwMode="auto">
                      <a:xfrm>
                        <a:off x="1745333" y="3918901"/>
                        <a:ext cx="1084262"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 name="对象 337">
            <a:extLst>
              <a:ext uri="{FF2B5EF4-FFF2-40B4-BE49-F238E27FC236}">
                <a16:creationId xmlns:a16="http://schemas.microsoft.com/office/drawing/2014/main" id="{2B4D8B40-7965-47ED-9D9F-BDDE8E682F3B}"/>
              </a:ext>
            </a:extLst>
          </p:cNvPr>
          <p:cNvGraphicFramePr>
            <a:graphicFrameLocks noChangeAspect="1"/>
          </p:cNvGraphicFramePr>
          <p:nvPr>
            <p:extLst>
              <p:ext uri="{D42A27DB-BD31-4B8C-83A1-F6EECF244321}">
                <p14:modId xmlns:p14="http://schemas.microsoft.com/office/powerpoint/2010/main" val="2763988786"/>
              </p:ext>
            </p:extLst>
          </p:nvPr>
        </p:nvGraphicFramePr>
        <p:xfrm>
          <a:off x="224261" y="3935738"/>
          <a:ext cx="1187450" cy="806450"/>
        </p:xfrm>
        <a:graphic>
          <a:graphicData uri="http://schemas.openxmlformats.org/presentationml/2006/ole">
            <mc:AlternateContent xmlns:mc="http://schemas.openxmlformats.org/markup-compatibility/2006">
              <mc:Choice xmlns:v="urn:schemas-microsoft-com:vml" Requires="v">
                <p:oleObj name="Equation" r:id="rId9" imgW="634680" imgH="431640" progId="Equation.DSMT4">
                  <p:embed/>
                </p:oleObj>
              </mc:Choice>
              <mc:Fallback>
                <p:oleObj name="Equation" r:id="rId9" imgW="634680" imgH="431640" progId="Equation.DSMT4">
                  <p:embed/>
                  <p:pic>
                    <p:nvPicPr>
                      <p:cNvPr id="7" name="对象 6"/>
                      <p:cNvPicPr>
                        <a:picLocks noChangeAspect="1" noChangeArrowheads="1"/>
                      </p:cNvPicPr>
                      <p:nvPr/>
                    </p:nvPicPr>
                    <p:blipFill>
                      <a:blip r:embed="rId10"/>
                      <a:srcRect/>
                      <a:stretch>
                        <a:fillRect/>
                      </a:stretch>
                    </p:blipFill>
                    <p:spPr bwMode="auto">
                      <a:xfrm>
                        <a:off x="224261" y="3935738"/>
                        <a:ext cx="11874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67689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8149FBB-5C7F-48A5-BEF9-BBEC600B33A9}"/>
              </a:ext>
            </a:extLst>
          </p:cNvPr>
          <p:cNvPicPr>
            <a:picLocks noChangeAspect="1"/>
          </p:cNvPicPr>
          <p:nvPr/>
        </p:nvPicPr>
        <p:blipFill>
          <a:blip r:embed="rId2"/>
          <a:stretch>
            <a:fillRect/>
          </a:stretch>
        </p:blipFill>
        <p:spPr>
          <a:xfrm>
            <a:off x="490893" y="487279"/>
            <a:ext cx="8327361" cy="5678905"/>
          </a:xfrm>
          <a:prstGeom prst="rect">
            <a:avLst/>
          </a:prstGeom>
        </p:spPr>
      </p:pic>
    </p:spTree>
    <p:extLst>
      <p:ext uri="{BB962C8B-B14F-4D97-AF65-F5344CB8AC3E}">
        <p14:creationId xmlns:p14="http://schemas.microsoft.com/office/powerpoint/2010/main" val="2921289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C3A969-ACF0-41FA-A1C4-EA800BA1B549}"/>
              </a:ext>
            </a:extLst>
          </p:cNvPr>
          <p:cNvSpPr txBox="1">
            <a:spLocks noChangeAspect="1" noChangeArrowheads="1"/>
          </p:cNvSpPr>
          <p:nvPr/>
        </p:nvSpPr>
        <p:spPr bwMode="auto">
          <a:xfrm>
            <a:off x="1582249" y="5280361"/>
            <a:ext cx="5631156" cy="880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p>
            <a:pPr algn="ctr" defTabSz="914400" eaLnBrk="0" hangingPunct="0">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给定双孔间距情况下，杨氏干涉条纹衬比度随光源宽度的变化（仿真实验结果）</a:t>
            </a:r>
          </a:p>
        </p:txBody>
      </p:sp>
      <p:grpSp>
        <p:nvGrpSpPr>
          <p:cNvPr id="3" name="Group 5">
            <a:extLst>
              <a:ext uri="{FF2B5EF4-FFF2-40B4-BE49-F238E27FC236}">
                <a16:creationId xmlns:a16="http://schemas.microsoft.com/office/drawing/2014/main" id="{A7D7B685-8931-40AA-BF8A-7F8C9875D3B0}"/>
              </a:ext>
            </a:extLst>
          </p:cNvPr>
          <p:cNvGrpSpPr>
            <a:grpSpLocks noChangeAspect="1"/>
          </p:cNvGrpSpPr>
          <p:nvPr/>
        </p:nvGrpSpPr>
        <p:grpSpPr bwMode="auto">
          <a:xfrm>
            <a:off x="0" y="1227221"/>
            <a:ext cx="8834607" cy="3895667"/>
            <a:chOff x="593" y="1064"/>
            <a:chExt cx="4919" cy="2169"/>
          </a:xfrm>
        </p:grpSpPr>
        <p:grpSp>
          <p:nvGrpSpPr>
            <p:cNvPr id="4" name="Group 6">
              <a:extLst>
                <a:ext uri="{FF2B5EF4-FFF2-40B4-BE49-F238E27FC236}">
                  <a16:creationId xmlns:a16="http://schemas.microsoft.com/office/drawing/2014/main" id="{BBB30CAA-1634-44AD-A512-B297F31E6630}"/>
                </a:ext>
              </a:extLst>
            </p:cNvPr>
            <p:cNvGrpSpPr>
              <a:grpSpLocks noChangeAspect="1"/>
            </p:cNvGrpSpPr>
            <p:nvPr/>
          </p:nvGrpSpPr>
          <p:grpSpPr bwMode="auto">
            <a:xfrm>
              <a:off x="593" y="1064"/>
              <a:ext cx="1368" cy="2123"/>
              <a:chOff x="1052" y="2080"/>
              <a:chExt cx="1005" cy="1559"/>
            </a:xfrm>
          </p:grpSpPr>
          <p:sp>
            <p:nvSpPr>
              <p:cNvPr id="19" name="Text Box 7">
                <a:extLst>
                  <a:ext uri="{FF2B5EF4-FFF2-40B4-BE49-F238E27FC236}">
                    <a16:creationId xmlns:a16="http://schemas.microsoft.com/office/drawing/2014/main" id="{E9F9B6F8-DA6A-401D-9A32-1677FD9C067B}"/>
                  </a:ext>
                </a:extLst>
              </p:cNvPr>
              <p:cNvSpPr txBox="1">
                <a:spLocks noChangeAspect="1" noChangeArrowheads="1"/>
              </p:cNvSpPr>
              <p:nvPr/>
            </p:nvSpPr>
            <p:spPr bwMode="auto">
              <a:xfrm>
                <a:off x="1180" y="3420"/>
                <a:ext cx="87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dirty="0">
                    <a:solidFill>
                      <a:prstClr val="black"/>
                    </a:solidFill>
                    <a:latin typeface="Times New Roman" pitchFamily="18" charset="0"/>
                    <a:ea typeface="宋体" panose="02010600030101010101" pitchFamily="2" charset="-122"/>
                  </a:rPr>
                  <a:t>(a) </a:t>
                </a:r>
                <a:r>
                  <a:rPr lang="en-US" altLang="zh-CN" sz="1400" b="1" i="1" dirty="0">
                    <a:solidFill>
                      <a:prstClr val="black"/>
                    </a:solidFill>
                    <a:latin typeface="Times New Roman" pitchFamily="18" charset="0"/>
                    <a:ea typeface="宋体" panose="02010600030101010101" pitchFamily="2" charset="-122"/>
                  </a:rPr>
                  <a:t>d=</a:t>
                </a:r>
                <a:r>
                  <a:rPr lang="en-US" altLang="zh-CN" sz="1400" b="1" dirty="0">
                    <a:solidFill>
                      <a:prstClr val="black"/>
                    </a:solidFill>
                    <a:latin typeface="Times New Roman" pitchFamily="18" charset="0"/>
                    <a:ea typeface="宋体" panose="02010600030101010101" pitchFamily="2" charset="-122"/>
                  </a:rPr>
                  <a:t>0.8cm, </a:t>
                </a:r>
                <a:r>
                  <a:rPr lang="en-US" altLang="zh-CN" sz="1400" b="1" i="1" dirty="0">
                    <a:solidFill>
                      <a:prstClr val="black"/>
                    </a:solidFill>
                    <a:latin typeface="Symbol" pitchFamily="18" charset="2"/>
                    <a:ea typeface="宋体" panose="02010600030101010101" pitchFamily="2" charset="-122"/>
                  </a:rPr>
                  <a:t>g</a:t>
                </a:r>
                <a:r>
                  <a:rPr lang="en-US" altLang="zh-CN" sz="1400" b="1" i="1" dirty="0">
                    <a:solidFill>
                      <a:prstClr val="black"/>
                    </a:solidFill>
                    <a:latin typeface="宋体" pitchFamily="2" charset="-122"/>
                    <a:ea typeface="宋体" panose="02010600030101010101" pitchFamily="2" charset="-122"/>
                  </a:rPr>
                  <a:t>=</a:t>
                </a:r>
                <a:r>
                  <a:rPr lang="en-US" altLang="zh-CN" sz="1400" b="1" dirty="0">
                    <a:solidFill>
                      <a:prstClr val="black"/>
                    </a:solidFill>
                    <a:latin typeface="宋体" pitchFamily="2" charset="-122"/>
                    <a:ea typeface="宋体" panose="02010600030101010101" pitchFamily="2" charset="-122"/>
                  </a:rPr>
                  <a:t>1.000</a:t>
                </a:r>
                <a:endParaRPr lang="en-US" altLang="zh-CN" sz="1400" b="1" dirty="0">
                  <a:solidFill>
                    <a:prstClr val="black"/>
                  </a:solidFill>
                  <a:latin typeface="Times New Roman" pitchFamily="18" charset="0"/>
                  <a:ea typeface="宋体" panose="02010600030101010101" pitchFamily="2" charset="-122"/>
                </a:endParaRPr>
              </a:p>
            </p:txBody>
          </p:sp>
          <p:grpSp>
            <p:nvGrpSpPr>
              <p:cNvPr id="20" name="Group 8">
                <a:extLst>
                  <a:ext uri="{FF2B5EF4-FFF2-40B4-BE49-F238E27FC236}">
                    <a16:creationId xmlns:a16="http://schemas.microsoft.com/office/drawing/2014/main" id="{0D790C73-5B09-4D31-846B-80277C01A9DB}"/>
                  </a:ext>
                </a:extLst>
              </p:cNvPr>
              <p:cNvGrpSpPr>
                <a:grpSpLocks noChangeAspect="1"/>
              </p:cNvGrpSpPr>
              <p:nvPr/>
            </p:nvGrpSpPr>
            <p:grpSpPr bwMode="auto">
              <a:xfrm>
                <a:off x="1052" y="2080"/>
                <a:ext cx="939" cy="1374"/>
                <a:chOff x="2046" y="8615"/>
                <a:chExt cx="1661" cy="2427"/>
              </a:xfrm>
            </p:grpSpPr>
            <p:pic>
              <p:nvPicPr>
                <p:cNvPr id="21" name="Picture 9" descr="tu">
                  <a:extLst>
                    <a:ext uri="{FF2B5EF4-FFF2-40B4-BE49-F238E27FC236}">
                      <a16:creationId xmlns:a16="http://schemas.microsoft.com/office/drawing/2014/main" id="{0790FFB8-67F0-4BE3-AF19-200B47DA973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8" y="8615"/>
                  <a:ext cx="1247" cy="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0">
                  <a:extLst>
                    <a:ext uri="{FF2B5EF4-FFF2-40B4-BE49-F238E27FC236}">
                      <a16:creationId xmlns:a16="http://schemas.microsoft.com/office/drawing/2014/main" id="{697A9AEC-D73A-43B5-84A7-EACAFB53EF3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46" y="9773"/>
                  <a:ext cx="1661" cy="1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5" name="Group 11">
              <a:extLst>
                <a:ext uri="{FF2B5EF4-FFF2-40B4-BE49-F238E27FC236}">
                  <a16:creationId xmlns:a16="http://schemas.microsoft.com/office/drawing/2014/main" id="{BDEEE4F9-2930-4323-84EE-ECC38293FB53}"/>
                </a:ext>
              </a:extLst>
            </p:cNvPr>
            <p:cNvGrpSpPr>
              <a:grpSpLocks noChangeAspect="1"/>
            </p:cNvGrpSpPr>
            <p:nvPr/>
          </p:nvGrpSpPr>
          <p:grpSpPr bwMode="auto">
            <a:xfrm>
              <a:off x="1803" y="1064"/>
              <a:ext cx="1301" cy="2125"/>
              <a:chOff x="1914" y="2080"/>
              <a:chExt cx="955" cy="1561"/>
            </a:xfrm>
          </p:grpSpPr>
          <p:sp>
            <p:nvSpPr>
              <p:cNvPr id="15" name="Text Box 12">
                <a:extLst>
                  <a:ext uri="{FF2B5EF4-FFF2-40B4-BE49-F238E27FC236}">
                    <a16:creationId xmlns:a16="http://schemas.microsoft.com/office/drawing/2014/main" id="{BD6B6A6D-2D77-425C-BCCC-37F0B072A40C}"/>
                  </a:ext>
                </a:extLst>
              </p:cNvPr>
              <p:cNvSpPr txBox="1">
                <a:spLocks noChangeAspect="1" noChangeArrowheads="1"/>
              </p:cNvSpPr>
              <p:nvPr/>
            </p:nvSpPr>
            <p:spPr bwMode="auto">
              <a:xfrm>
                <a:off x="2065" y="3413"/>
                <a:ext cx="80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a:solidFill>
                      <a:prstClr val="black"/>
                    </a:solidFill>
                    <a:latin typeface="Times New Roman" pitchFamily="18" charset="0"/>
                    <a:ea typeface="宋体" panose="02010600030101010101" pitchFamily="2" charset="-122"/>
                  </a:rPr>
                  <a:t>(b) </a:t>
                </a:r>
                <a:r>
                  <a:rPr lang="en-US" altLang="zh-CN" sz="1400" b="1" i="1">
                    <a:solidFill>
                      <a:prstClr val="black"/>
                    </a:solidFill>
                    <a:latin typeface="Times New Roman" pitchFamily="18" charset="0"/>
                    <a:ea typeface="宋体" panose="02010600030101010101" pitchFamily="2" charset="-122"/>
                  </a:rPr>
                  <a:t>d</a:t>
                </a:r>
                <a:r>
                  <a:rPr lang="en-US" altLang="zh-CN" sz="1400" b="1">
                    <a:solidFill>
                      <a:prstClr val="black"/>
                    </a:solidFill>
                    <a:latin typeface="Times New Roman" pitchFamily="18" charset="0"/>
                    <a:ea typeface="宋体" panose="02010600030101010101" pitchFamily="2" charset="-122"/>
                  </a:rPr>
                  <a:t>=0.8cm, </a:t>
                </a:r>
                <a:r>
                  <a:rPr lang="en-US" altLang="zh-CN" sz="1400" b="1" i="1">
                    <a:solidFill>
                      <a:prstClr val="black"/>
                    </a:solidFill>
                    <a:latin typeface="Symbol" pitchFamily="18" charset="2"/>
                    <a:ea typeface="宋体" panose="02010600030101010101" pitchFamily="2" charset="-122"/>
                  </a:rPr>
                  <a:t>g</a:t>
                </a:r>
                <a:r>
                  <a:rPr lang="en-US" altLang="zh-CN" sz="1400" b="1" i="1">
                    <a:solidFill>
                      <a:prstClr val="black"/>
                    </a:solidFill>
                    <a:latin typeface="宋体" pitchFamily="2" charset="-122"/>
                    <a:ea typeface="宋体" panose="02010600030101010101" pitchFamily="2" charset="-122"/>
                  </a:rPr>
                  <a:t>=</a:t>
                </a:r>
                <a:r>
                  <a:rPr lang="en-US" altLang="zh-CN" sz="1400" b="1">
                    <a:solidFill>
                      <a:prstClr val="black"/>
                    </a:solidFill>
                    <a:latin typeface="Times New Roman" pitchFamily="18" charset="0"/>
                    <a:ea typeface="宋体" panose="02010600030101010101" pitchFamily="2" charset="-122"/>
                  </a:rPr>
                  <a:t>0.634</a:t>
                </a:r>
              </a:p>
            </p:txBody>
          </p:sp>
          <p:grpSp>
            <p:nvGrpSpPr>
              <p:cNvPr id="16" name="Group 13">
                <a:extLst>
                  <a:ext uri="{FF2B5EF4-FFF2-40B4-BE49-F238E27FC236}">
                    <a16:creationId xmlns:a16="http://schemas.microsoft.com/office/drawing/2014/main" id="{C30D6A65-0E44-489A-97D3-AABAE5021337}"/>
                  </a:ext>
                </a:extLst>
              </p:cNvPr>
              <p:cNvGrpSpPr>
                <a:grpSpLocks noChangeAspect="1"/>
              </p:cNvGrpSpPr>
              <p:nvPr/>
            </p:nvGrpSpPr>
            <p:grpSpPr bwMode="auto">
              <a:xfrm>
                <a:off x="1914" y="2080"/>
                <a:ext cx="933" cy="1365"/>
                <a:chOff x="3678" y="8627"/>
                <a:chExt cx="1649" cy="2409"/>
              </a:xfrm>
            </p:grpSpPr>
            <p:pic>
              <p:nvPicPr>
                <p:cNvPr id="17" name="Picture 14" descr="tu">
                  <a:extLst>
                    <a:ext uri="{FF2B5EF4-FFF2-40B4-BE49-F238E27FC236}">
                      <a16:creationId xmlns:a16="http://schemas.microsoft.com/office/drawing/2014/main" id="{658B5C7F-9515-4614-BA3C-CB2B6D20F51A}"/>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 y="8627"/>
                  <a:ext cx="1247" cy="1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5">
                  <a:extLst>
                    <a:ext uri="{FF2B5EF4-FFF2-40B4-BE49-F238E27FC236}">
                      <a16:creationId xmlns:a16="http://schemas.microsoft.com/office/drawing/2014/main" id="{FC2B69F9-91B3-4413-B0B1-2AABB7604E9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78" y="9779"/>
                  <a:ext cx="1649" cy="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6" name="Group 16">
              <a:extLst>
                <a:ext uri="{FF2B5EF4-FFF2-40B4-BE49-F238E27FC236}">
                  <a16:creationId xmlns:a16="http://schemas.microsoft.com/office/drawing/2014/main" id="{A29F64EE-79AC-4211-A212-FA1ECF41736A}"/>
                </a:ext>
              </a:extLst>
            </p:cNvPr>
            <p:cNvGrpSpPr>
              <a:grpSpLocks noChangeAspect="1"/>
            </p:cNvGrpSpPr>
            <p:nvPr/>
          </p:nvGrpSpPr>
          <p:grpSpPr bwMode="auto">
            <a:xfrm>
              <a:off x="2982" y="1064"/>
              <a:ext cx="1460" cy="2139"/>
              <a:chOff x="2647" y="2266"/>
              <a:chExt cx="1072" cy="1571"/>
            </a:xfrm>
          </p:grpSpPr>
          <p:sp>
            <p:nvSpPr>
              <p:cNvPr id="11" name="Text Box 17">
                <a:extLst>
                  <a:ext uri="{FF2B5EF4-FFF2-40B4-BE49-F238E27FC236}">
                    <a16:creationId xmlns:a16="http://schemas.microsoft.com/office/drawing/2014/main" id="{95FA6E44-16F9-45CF-9757-999B9A1ED2BE}"/>
                  </a:ext>
                </a:extLst>
              </p:cNvPr>
              <p:cNvSpPr txBox="1">
                <a:spLocks noChangeAspect="1" noChangeArrowheads="1"/>
              </p:cNvSpPr>
              <p:nvPr/>
            </p:nvSpPr>
            <p:spPr bwMode="auto">
              <a:xfrm>
                <a:off x="2704" y="3582"/>
                <a:ext cx="101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dirty="0">
                    <a:solidFill>
                      <a:prstClr val="black"/>
                    </a:solidFill>
                    <a:latin typeface="Times New Roman" pitchFamily="18" charset="0"/>
                    <a:ea typeface="宋体" panose="02010600030101010101" pitchFamily="2" charset="-122"/>
                  </a:rPr>
                  <a:t>(c) </a:t>
                </a:r>
                <a:r>
                  <a:rPr lang="en-US" altLang="zh-CN" sz="1400" b="1" i="1" dirty="0">
                    <a:solidFill>
                      <a:prstClr val="black"/>
                    </a:solidFill>
                    <a:latin typeface="Times New Roman" pitchFamily="18" charset="0"/>
                    <a:ea typeface="宋体" panose="02010600030101010101" pitchFamily="2" charset="-122"/>
                  </a:rPr>
                  <a:t>d</a:t>
                </a:r>
                <a:r>
                  <a:rPr lang="en-US" altLang="zh-CN" sz="1400" b="1" dirty="0">
                    <a:solidFill>
                      <a:prstClr val="black"/>
                    </a:solidFill>
                    <a:latin typeface="Times New Roman" pitchFamily="18" charset="0"/>
                    <a:ea typeface="宋体" panose="02010600030101010101" pitchFamily="2" charset="-122"/>
                  </a:rPr>
                  <a:t>=0.8cm, </a:t>
                </a:r>
                <a:r>
                  <a:rPr lang="en-US" altLang="zh-CN" sz="1400" b="1" i="1" dirty="0">
                    <a:solidFill>
                      <a:prstClr val="black"/>
                    </a:solidFill>
                    <a:latin typeface="Symbol" pitchFamily="18" charset="2"/>
                    <a:ea typeface="宋体" panose="02010600030101010101" pitchFamily="2" charset="-122"/>
                  </a:rPr>
                  <a:t>g</a:t>
                </a:r>
                <a:r>
                  <a:rPr lang="en-US" altLang="zh-CN" sz="1400" b="1" i="1" dirty="0">
                    <a:solidFill>
                      <a:prstClr val="black"/>
                    </a:solidFill>
                    <a:latin typeface="宋体" pitchFamily="2" charset="-122"/>
                    <a:ea typeface="宋体" panose="02010600030101010101" pitchFamily="2" charset="-122"/>
                  </a:rPr>
                  <a:t>=</a:t>
                </a:r>
                <a:r>
                  <a:rPr lang="en-US" altLang="zh-CN" sz="1400" b="1" dirty="0">
                    <a:solidFill>
                      <a:prstClr val="black"/>
                    </a:solidFill>
                    <a:latin typeface="Times New Roman" pitchFamily="18" charset="0"/>
                    <a:ea typeface="宋体" panose="02010600030101010101" pitchFamily="2" charset="-122"/>
                  </a:rPr>
                  <a:t>3.898×10</a:t>
                </a:r>
                <a:r>
                  <a:rPr lang="en-US" altLang="zh-CN" sz="1400" b="1" baseline="30000" dirty="0">
                    <a:solidFill>
                      <a:prstClr val="black"/>
                    </a:solidFill>
                    <a:latin typeface="Times New Roman" pitchFamily="18" charset="0"/>
                    <a:ea typeface="宋体" panose="02010600030101010101" pitchFamily="2" charset="-122"/>
                  </a:rPr>
                  <a:t>-17</a:t>
                </a:r>
                <a:endParaRPr lang="en-US" altLang="zh-CN" sz="1400" b="1" dirty="0">
                  <a:solidFill>
                    <a:prstClr val="black"/>
                  </a:solidFill>
                  <a:latin typeface="Times New Roman" pitchFamily="18" charset="0"/>
                  <a:ea typeface="宋体" panose="02010600030101010101" pitchFamily="2" charset="-122"/>
                </a:endParaRPr>
              </a:p>
            </p:txBody>
          </p:sp>
          <p:grpSp>
            <p:nvGrpSpPr>
              <p:cNvPr id="12" name="Group 18">
                <a:extLst>
                  <a:ext uri="{FF2B5EF4-FFF2-40B4-BE49-F238E27FC236}">
                    <a16:creationId xmlns:a16="http://schemas.microsoft.com/office/drawing/2014/main" id="{82E7B89C-C0F7-41B0-A706-EBF018CDA953}"/>
                  </a:ext>
                </a:extLst>
              </p:cNvPr>
              <p:cNvGrpSpPr>
                <a:grpSpLocks noChangeAspect="1"/>
              </p:cNvGrpSpPr>
              <p:nvPr/>
            </p:nvGrpSpPr>
            <p:grpSpPr bwMode="auto">
              <a:xfrm>
                <a:off x="2647" y="2266"/>
                <a:ext cx="933" cy="1369"/>
                <a:chOff x="5349" y="8621"/>
                <a:chExt cx="1649" cy="2415"/>
              </a:xfrm>
            </p:grpSpPr>
            <p:pic>
              <p:nvPicPr>
                <p:cNvPr id="13" name="Picture 19" descr="tu">
                  <a:extLst>
                    <a:ext uri="{FF2B5EF4-FFF2-40B4-BE49-F238E27FC236}">
                      <a16:creationId xmlns:a16="http://schemas.microsoft.com/office/drawing/2014/main" id="{90B74B87-36D1-41B3-9CDE-F289CCB3CE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2" y="8621"/>
                  <a:ext cx="1247"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20">
                  <a:extLst>
                    <a:ext uri="{FF2B5EF4-FFF2-40B4-BE49-F238E27FC236}">
                      <a16:creationId xmlns:a16="http://schemas.microsoft.com/office/drawing/2014/main" id="{80FBB3C8-7A32-4012-A069-5DCD5B7D86C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49" y="9779"/>
                  <a:ext cx="1649" cy="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7" name="Group 21">
              <a:extLst>
                <a:ext uri="{FF2B5EF4-FFF2-40B4-BE49-F238E27FC236}">
                  <a16:creationId xmlns:a16="http://schemas.microsoft.com/office/drawing/2014/main" id="{F891513C-C9A1-4A6C-AC2C-B4006BCAF33F}"/>
                </a:ext>
              </a:extLst>
            </p:cNvPr>
            <p:cNvGrpSpPr>
              <a:grpSpLocks noChangeAspect="1"/>
            </p:cNvGrpSpPr>
            <p:nvPr/>
          </p:nvGrpSpPr>
          <p:grpSpPr bwMode="auto">
            <a:xfrm>
              <a:off x="4161" y="1064"/>
              <a:ext cx="1351" cy="2169"/>
              <a:chOff x="3763" y="2238"/>
              <a:chExt cx="992" cy="1593"/>
            </a:xfrm>
          </p:grpSpPr>
          <p:sp>
            <p:nvSpPr>
              <p:cNvPr id="8" name="Text Box 22">
                <a:extLst>
                  <a:ext uri="{FF2B5EF4-FFF2-40B4-BE49-F238E27FC236}">
                    <a16:creationId xmlns:a16="http://schemas.microsoft.com/office/drawing/2014/main" id="{6B26C7D9-A966-4614-B080-AA8391F0E2A4}"/>
                  </a:ext>
                </a:extLst>
              </p:cNvPr>
              <p:cNvSpPr txBox="1">
                <a:spLocks noChangeAspect="1" noChangeArrowheads="1"/>
              </p:cNvSpPr>
              <p:nvPr/>
            </p:nvSpPr>
            <p:spPr bwMode="auto">
              <a:xfrm>
                <a:off x="3897" y="3558"/>
                <a:ext cx="85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defTabSz="914400" eaLnBrk="0" hangingPunct="0"/>
                <a:r>
                  <a:rPr lang="en-US" altLang="zh-CN" sz="1400" b="1" dirty="0">
                    <a:solidFill>
                      <a:prstClr val="black"/>
                    </a:solidFill>
                    <a:latin typeface="Times New Roman" pitchFamily="18" charset="0"/>
                    <a:ea typeface="宋体" panose="02010600030101010101" pitchFamily="2" charset="-122"/>
                  </a:rPr>
                  <a:t>(d) </a:t>
                </a:r>
                <a:r>
                  <a:rPr lang="en-US" altLang="zh-CN" sz="1400" b="1" i="1" dirty="0">
                    <a:solidFill>
                      <a:prstClr val="black"/>
                    </a:solidFill>
                    <a:latin typeface="Times New Roman" pitchFamily="18" charset="0"/>
                    <a:ea typeface="宋体" panose="02010600030101010101" pitchFamily="2" charset="-122"/>
                  </a:rPr>
                  <a:t>d</a:t>
                </a:r>
                <a:r>
                  <a:rPr lang="en-US" altLang="zh-CN" sz="1400" b="1" dirty="0">
                    <a:solidFill>
                      <a:prstClr val="black"/>
                    </a:solidFill>
                    <a:latin typeface="Times New Roman" pitchFamily="18" charset="0"/>
                    <a:ea typeface="宋体" panose="02010600030101010101" pitchFamily="2" charset="-122"/>
                  </a:rPr>
                  <a:t>=0.8cm, </a:t>
                </a:r>
                <a:r>
                  <a:rPr lang="en-US" altLang="zh-CN" sz="1400" b="1" i="1" dirty="0">
                    <a:solidFill>
                      <a:prstClr val="black"/>
                    </a:solidFill>
                    <a:latin typeface="Symbol" pitchFamily="18" charset="2"/>
                    <a:ea typeface="宋体" panose="02010600030101010101" pitchFamily="2" charset="-122"/>
                  </a:rPr>
                  <a:t>g</a:t>
                </a:r>
                <a:r>
                  <a:rPr lang="en-US" altLang="zh-CN" sz="1400" b="1" i="1" dirty="0">
                    <a:solidFill>
                      <a:prstClr val="black"/>
                    </a:solidFill>
                    <a:latin typeface="宋体" pitchFamily="2" charset="-122"/>
                    <a:ea typeface="宋体" panose="02010600030101010101" pitchFamily="2" charset="-122"/>
                  </a:rPr>
                  <a:t>=</a:t>
                </a:r>
                <a:r>
                  <a:rPr lang="en-US" altLang="zh-CN" sz="1400" b="1" dirty="0">
                    <a:solidFill>
                      <a:prstClr val="black"/>
                    </a:solidFill>
                    <a:latin typeface="Times New Roman" pitchFamily="18" charset="0"/>
                    <a:ea typeface="宋体" panose="02010600030101010101" pitchFamily="2" charset="-122"/>
                  </a:rPr>
                  <a:t>0.212</a:t>
                </a:r>
              </a:p>
            </p:txBody>
          </p:sp>
          <p:pic>
            <p:nvPicPr>
              <p:cNvPr id="9" name="Picture 23" descr="tu">
                <a:extLst>
                  <a:ext uri="{FF2B5EF4-FFF2-40B4-BE49-F238E27FC236}">
                    <a16:creationId xmlns:a16="http://schemas.microsoft.com/office/drawing/2014/main" id="{794E0AB7-A21E-41B4-B301-8EC1C734B7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7" y="2238"/>
                <a:ext cx="707"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4">
                <a:extLst>
                  <a:ext uri="{FF2B5EF4-FFF2-40B4-BE49-F238E27FC236}">
                    <a16:creationId xmlns:a16="http://schemas.microsoft.com/office/drawing/2014/main" id="{7844D6A1-D712-4A07-A33B-AB4E31FF5F9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63" y="2894"/>
                <a:ext cx="934" cy="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765594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152F5CC-0917-4E28-A380-477A9D646BDF}"/>
              </a:ext>
            </a:extLst>
          </p:cNvPr>
          <p:cNvSpPr/>
          <p:nvPr/>
        </p:nvSpPr>
        <p:spPr>
          <a:xfrm>
            <a:off x="242830" y="90237"/>
            <a:ext cx="4134465" cy="637675"/>
          </a:xfrm>
          <a:prstGeom prst="rect">
            <a:avLst/>
          </a:prstGeom>
        </p:spPr>
        <p:txBody>
          <a:bodyPr wrap="none">
            <a:spAutoFit/>
          </a:bodyPr>
          <a:lstStyle/>
          <a:p>
            <a:pPr lvl="0">
              <a:lnSpc>
                <a:spcPct val="150000"/>
              </a:lnSpc>
            </a:pPr>
            <a:r>
              <a:rPr lang="en-US" altLang="zh-CN" sz="2800" b="1" dirty="0">
                <a:solidFill>
                  <a:prstClr val="black"/>
                </a:solidFill>
                <a:latin typeface="黑体" panose="02010609060101010101" pitchFamily="49" charset="-122"/>
                <a:ea typeface="黑体" panose="02010609060101010101" pitchFamily="49" charset="-122"/>
              </a:rPr>
              <a:t>§1.5 </a:t>
            </a:r>
            <a:r>
              <a:rPr lang="zh-CN" altLang="en-US" sz="2800" b="1" dirty="0">
                <a:solidFill>
                  <a:prstClr val="black"/>
                </a:solidFill>
                <a:latin typeface="黑体" panose="02010609060101010101" pitchFamily="49" charset="-122"/>
                <a:ea typeface="黑体" panose="02010609060101010101" pitchFamily="49" charset="-122"/>
              </a:rPr>
              <a:t>光场的空间相干性</a:t>
            </a:r>
          </a:p>
        </p:txBody>
      </p:sp>
      <p:grpSp>
        <p:nvGrpSpPr>
          <p:cNvPr id="5" name="组合 4">
            <a:extLst>
              <a:ext uri="{FF2B5EF4-FFF2-40B4-BE49-F238E27FC236}">
                <a16:creationId xmlns:a16="http://schemas.microsoft.com/office/drawing/2014/main" id="{2EEB4AFC-EFE4-4B02-9752-41644665FDE6}"/>
              </a:ext>
            </a:extLst>
          </p:cNvPr>
          <p:cNvGrpSpPr/>
          <p:nvPr/>
        </p:nvGrpSpPr>
        <p:grpSpPr>
          <a:xfrm>
            <a:off x="1161060" y="3898306"/>
            <a:ext cx="5907492" cy="2449484"/>
            <a:chOff x="492333" y="2580602"/>
            <a:chExt cx="8159334" cy="3278777"/>
          </a:xfrm>
        </p:grpSpPr>
        <p:pic>
          <p:nvPicPr>
            <p:cNvPr id="3" name="图片 2">
              <a:extLst>
                <a:ext uri="{FF2B5EF4-FFF2-40B4-BE49-F238E27FC236}">
                  <a16:creationId xmlns:a16="http://schemas.microsoft.com/office/drawing/2014/main" id="{907548F3-220F-4A37-97A8-E610454FD025}"/>
                </a:ext>
              </a:extLst>
            </p:cNvPr>
            <p:cNvPicPr>
              <a:picLocks noChangeAspect="1"/>
            </p:cNvPicPr>
            <p:nvPr/>
          </p:nvPicPr>
          <p:blipFill>
            <a:blip r:embed="rId2"/>
            <a:stretch>
              <a:fillRect/>
            </a:stretch>
          </p:blipFill>
          <p:spPr>
            <a:xfrm>
              <a:off x="492333" y="2580602"/>
              <a:ext cx="8159334" cy="3206588"/>
            </a:xfrm>
            <a:prstGeom prst="rect">
              <a:avLst/>
            </a:prstGeom>
          </p:spPr>
        </p:pic>
        <p:sp>
          <p:nvSpPr>
            <p:cNvPr id="4" name="矩形 3">
              <a:extLst>
                <a:ext uri="{FF2B5EF4-FFF2-40B4-BE49-F238E27FC236}">
                  <a16:creationId xmlns:a16="http://schemas.microsoft.com/office/drawing/2014/main" id="{04719DDE-E786-428A-B5C1-5D2A3729C1E1}"/>
                </a:ext>
              </a:extLst>
            </p:cNvPr>
            <p:cNvSpPr/>
            <p:nvPr/>
          </p:nvSpPr>
          <p:spPr>
            <a:xfrm>
              <a:off x="5823284" y="5197642"/>
              <a:ext cx="1299411" cy="661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Group 2">
            <a:extLst>
              <a:ext uri="{FF2B5EF4-FFF2-40B4-BE49-F238E27FC236}">
                <a16:creationId xmlns:a16="http://schemas.microsoft.com/office/drawing/2014/main" id="{BC94DCEB-8E0E-4754-9871-013186E8394B}"/>
              </a:ext>
            </a:extLst>
          </p:cNvPr>
          <p:cNvGrpSpPr>
            <a:grpSpLocks/>
          </p:cNvGrpSpPr>
          <p:nvPr/>
        </p:nvGrpSpPr>
        <p:grpSpPr bwMode="auto">
          <a:xfrm>
            <a:off x="1612231" y="1035371"/>
            <a:ext cx="4830679" cy="2267952"/>
            <a:chOff x="432" y="1584"/>
            <a:chExt cx="3153" cy="1584"/>
          </a:xfrm>
        </p:grpSpPr>
        <p:sp>
          <p:nvSpPr>
            <p:cNvPr id="52" name="Line 3">
              <a:extLst>
                <a:ext uri="{FF2B5EF4-FFF2-40B4-BE49-F238E27FC236}">
                  <a16:creationId xmlns:a16="http://schemas.microsoft.com/office/drawing/2014/main" id="{3D8CCDB6-07E0-4C33-AF1F-EDF740A15CB3}"/>
                </a:ext>
              </a:extLst>
            </p:cNvPr>
            <p:cNvSpPr>
              <a:spLocks noChangeShapeType="1"/>
            </p:cNvSpPr>
            <p:nvPr/>
          </p:nvSpPr>
          <p:spPr bwMode="auto">
            <a:xfrm>
              <a:off x="1488" y="1818"/>
              <a:ext cx="0" cy="336"/>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Line 4">
              <a:extLst>
                <a:ext uri="{FF2B5EF4-FFF2-40B4-BE49-F238E27FC236}">
                  <a16:creationId xmlns:a16="http://schemas.microsoft.com/office/drawing/2014/main" id="{4699049C-584A-47AC-B8E1-CCDD8A1F5748}"/>
                </a:ext>
              </a:extLst>
            </p:cNvPr>
            <p:cNvSpPr>
              <a:spLocks noChangeShapeType="1"/>
            </p:cNvSpPr>
            <p:nvPr/>
          </p:nvSpPr>
          <p:spPr bwMode="auto">
            <a:xfrm>
              <a:off x="1488" y="2637"/>
              <a:ext cx="0" cy="336"/>
            </a:xfrm>
            <a:prstGeom prst="line">
              <a:avLst/>
            </a:prstGeom>
            <a:noFill/>
            <a:ln w="4445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4" name="Line 5">
              <a:extLst>
                <a:ext uri="{FF2B5EF4-FFF2-40B4-BE49-F238E27FC236}">
                  <a16:creationId xmlns:a16="http://schemas.microsoft.com/office/drawing/2014/main" id="{F06E6605-E0DD-4AC7-9C8C-F098631E1484}"/>
                </a:ext>
              </a:extLst>
            </p:cNvPr>
            <p:cNvSpPr>
              <a:spLocks noChangeShapeType="1"/>
            </p:cNvSpPr>
            <p:nvPr/>
          </p:nvSpPr>
          <p:spPr bwMode="auto">
            <a:xfrm>
              <a:off x="576" y="2208"/>
              <a:ext cx="432" cy="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5" name="Line 6">
              <a:extLst>
                <a:ext uri="{FF2B5EF4-FFF2-40B4-BE49-F238E27FC236}">
                  <a16:creationId xmlns:a16="http://schemas.microsoft.com/office/drawing/2014/main" id="{3435E2EB-6EB7-46B1-A7D6-E8EF4125E338}"/>
                </a:ext>
              </a:extLst>
            </p:cNvPr>
            <p:cNvSpPr>
              <a:spLocks noChangeShapeType="1"/>
            </p:cNvSpPr>
            <p:nvPr/>
          </p:nvSpPr>
          <p:spPr bwMode="auto">
            <a:xfrm>
              <a:off x="591" y="2562"/>
              <a:ext cx="432" cy="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6" name="Line 7">
              <a:extLst>
                <a:ext uri="{FF2B5EF4-FFF2-40B4-BE49-F238E27FC236}">
                  <a16:creationId xmlns:a16="http://schemas.microsoft.com/office/drawing/2014/main" id="{B8313930-0B77-4BDA-A30D-13A443E40D5B}"/>
                </a:ext>
              </a:extLst>
            </p:cNvPr>
            <p:cNvSpPr>
              <a:spLocks noChangeShapeType="1"/>
            </p:cNvSpPr>
            <p:nvPr/>
          </p:nvSpPr>
          <p:spPr bwMode="auto">
            <a:xfrm>
              <a:off x="3360" y="1584"/>
              <a:ext cx="0" cy="1584"/>
            </a:xfrm>
            <a:prstGeom prst="line">
              <a:avLst/>
            </a:prstGeom>
            <a:noFill/>
            <a:ln w="508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8">
              <a:extLst>
                <a:ext uri="{FF2B5EF4-FFF2-40B4-BE49-F238E27FC236}">
                  <a16:creationId xmlns:a16="http://schemas.microsoft.com/office/drawing/2014/main" id="{50D3496B-9563-43AE-B8D9-2DD38459EE30}"/>
                </a:ext>
              </a:extLst>
            </p:cNvPr>
            <p:cNvSpPr>
              <a:spLocks noChangeShapeType="1"/>
            </p:cNvSpPr>
            <p:nvPr/>
          </p:nvSpPr>
          <p:spPr bwMode="auto">
            <a:xfrm>
              <a:off x="1429" y="2385"/>
              <a:ext cx="193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8" name="Line 9">
              <a:extLst>
                <a:ext uri="{FF2B5EF4-FFF2-40B4-BE49-F238E27FC236}">
                  <a16:creationId xmlns:a16="http://schemas.microsoft.com/office/drawing/2014/main" id="{C470D383-F475-42CF-A46D-B5B964E5E994}"/>
                </a:ext>
              </a:extLst>
            </p:cNvPr>
            <p:cNvSpPr>
              <a:spLocks noChangeShapeType="1"/>
            </p:cNvSpPr>
            <p:nvPr/>
          </p:nvSpPr>
          <p:spPr bwMode="auto">
            <a:xfrm>
              <a:off x="1056" y="2013"/>
              <a:ext cx="0" cy="336"/>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9" name="Line 10">
              <a:extLst>
                <a:ext uri="{FF2B5EF4-FFF2-40B4-BE49-F238E27FC236}">
                  <a16:creationId xmlns:a16="http://schemas.microsoft.com/office/drawing/2014/main" id="{B848E920-A28E-4FFA-AAB0-ADE3076C31F2}"/>
                </a:ext>
              </a:extLst>
            </p:cNvPr>
            <p:cNvSpPr>
              <a:spLocks noChangeShapeType="1"/>
            </p:cNvSpPr>
            <p:nvPr/>
          </p:nvSpPr>
          <p:spPr bwMode="auto">
            <a:xfrm>
              <a:off x="1056" y="2421"/>
              <a:ext cx="0" cy="336"/>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0" name="Line 11">
              <a:extLst>
                <a:ext uri="{FF2B5EF4-FFF2-40B4-BE49-F238E27FC236}">
                  <a16:creationId xmlns:a16="http://schemas.microsoft.com/office/drawing/2014/main" id="{C8260DF7-7EA8-4C57-92A5-438273E06E03}"/>
                </a:ext>
              </a:extLst>
            </p:cNvPr>
            <p:cNvSpPr>
              <a:spLocks noChangeShapeType="1"/>
            </p:cNvSpPr>
            <p:nvPr/>
          </p:nvSpPr>
          <p:spPr bwMode="auto">
            <a:xfrm>
              <a:off x="1488" y="2205"/>
              <a:ext cx="0" cy="336"/>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1" name="Line 12">
              <a:extLst>
                <a:ext uri="{FF2B5EF4-FFF2-40B4-BE49-F238E27FC236}">
                  <a16:creationId xmlns:a16="http://schemas.microsoft.com/office/drawing/2014/main" id="{A5597924-EFBC-4C19-ACC3-5D3D68F92153}"/>
                </a:ext>
              </a:extLst>
            </p:cNvPr>
            <p:cNvSpPr>
              <a:spLocks noChangeShapeType="1"/>
            </p:cNvSpPr>
            <p:nvPr/>
          </p:nvSpPr>
          <p:spPr bwMode="auto">
            <a:xfrm>
              <a:off x="1488" y="1824"/>
              <a:ext cx="0" cy="336"/>
            </a:xfrm>
            <a:prstGeom prst="line">
              <a:avLst/>
            </a:prstGeom>
            <a:noFill/>
            <a:ln w="4445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2" name="Line 13">
              <a:extLst>
                <a:ext uri="{FF2B5EF4-FFF2-40B4-BE49-F238E27FC236}">
                  <a16:creationId xmlns:a16="http://schemas.microsoft.com/office/drawing/2014/main" id="{C8DC2801-9D4E-42A9-877B-1F485AE446D5}"/>
                </a:ext>
              </a:extLst>
            </p:cNvPr>
            <p:cNvSpPr>
              <a:spLocks noChangeShapeType="1"/>
            </p:cNvSpPr>
            <p:nvPr/>
          </p:nvSpPr>
          <p:spPr bwMode="auto">
            <a:xfrm>
              <a:off x="1488" y="2232"/>
              <a:ext cx="0" cy="336"/>
            </a:xfrm>
            <a:prstGeom prst="line">
              <a:avLst/>
            </a:prstGeom>
            <a:noFill/>
            <a:ln w="444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63" name="Line 14">
              <a:extLst>
                <a:ext uri="{FF2B5EF4-FFF2-40B4-BE49-F238E27FC236}">
                  <a16:creationId xmlns:a16="http://schemas.microsoft.com/office/drawing/2014/main" id="{F6DE4CD3-5148-41B2-AA88-BCA74D5F2BF9}"/>
                </a:ext>
              </a:extLst>
            </p:cNvPr>
            <p:cNvSpPr>
              <a:spLocks noChangeShapeType="1"/>
            </p:cNvSpPr>
            <p:nvPr/>
          </p:nvSpPr>
          <p:spPr bwMode="auto">
            <a:xfrm>
              <a:off x="1488" y="2208"/>
              <a:ext cx="0" cy="336"/>
            </a:xfrm>
            <a:prstGeom prst="line">
              <a:avLst/>
            </a:prstGeom>
            <a:noFill/>
            <a:ln w="4445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64" name="Object 15">
              <a:extLst>
                <a:ext uri="{FF2B5EF4-FFF2-40B4-BE49-F238E27FC236}">
                  <a16:creationId xmlns:a16="http://schemas.microsoft.com/office/drawing/2014/main" id="{50CEC07B-98B5-43D2-A72F-3BC63D5B22A6}"/>
                </a:ext>
              </a:extLst>
            </p:cNvPr>
            <p:cNvGraphicFramePr>
              <a:graphicFrameLocks noChangeAspect="1"/>
            </p:cNvGraphicFramePr>
            <p:nvPr/>
          </p:nvGraphicFramePr>
          <p:xfrm>
            <a:off x="816" y="2256"/>
            <a:ext cx="197" cy="248"/>
          </p:xfrm>
          <a:graphic>
            <a:graphicData uri="http://schemas.openxmlformats.org/presentationml/2006/ole">
              <mc:AlternateContent xmlns:mc="http://schemas.openxmlformats.org/markup-compatibility/2006">
                <mc:Choice xmlns:v="urn:schemas-microsoft-com:vml" Requires="v">
                  <p:oleObj name="公式" r:id="rId3" imgW="139579" imgH="177646" progId="Equation.3">
                    <p:embed/>
                  </p:oleObj>
                </mc:Choice>
                <mc:Fallback>
                  <p:oleObj name="公式" r:id="rId3" imgW="139579" imgH="177646" progId="Equation.3">
                    <p:embed/>
                    <p:pic>
                      <p:nvPicPr>
                        <p:cNvPr id="12317" name="Object 15">
                          <a:extLst>
                            <a:ext uri="{FF2B5EF4-FFF2-40B4-BE49-F238E27FC236}">
                              <a16:creationId xmlns:a16="http://schemas.microsoft.com/office/drawing/2014/main" id="{9A3231AD-6EAA-4F3F-B117-63EB9C94BE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 y="2256"/>
                          <a:ext cx="19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16">
              <a:extLst>
                <a:ext uri="{FF2B5EF4-FFF2-40B4-BE49-F238E27FC236}">
                  <a16:creationId xmlns:a16="http://schemas.microsoft.com/office/drawing/2014/main" id="{0678E903-CDCE-4DA1-96BF-16926E29173E}"/>
                </a:ext>
              </a:extLst>
            </p:cNvPr>
            <p:cNvGraphicFramePr>
              <a:graphicFrameLocks noChangeAspect="1"/>
            </p:cNvGraphicFramePr>
            <p:nvPr/>
          </p:nvGraphicFramePr>
          <p:xfrm>
            <a:off x="1488" y="1824"/>
            <a:ext cx="231" cy="302"/>
          </p:xfrm>
          <a:graphic>
            <a:graphicData uri="http://schemas.openxmlformats.org/presentationml/2006/ole">
              <mc:AlternateContent xmlns:mc="http://schemas.openxmlformats.org/markup-compatibility/2006">
                <mc:Choice xmlns:v="urn:schemas-microsoft-com:vml" Requires="v">
                  <p:oleObj name="公式" r:id="rId5" imgW="164885" imgH="215619" progId="Equation.3">
                    <p:embed/>
                  </p:oleObj>
                </mc:Choice>
                <mc:Fallback>
                  <p:oleObj name="公式" r:id="rId5" imgW="164885" imgH="215619" progId="Equation.3">
                    <p:embed/>
                    <p:pic>
                      <p:nvPicPr>
                        <p:cNvPr id="12318" name="Object 16">
                          <a:extLst>
                            <a:ext uri="{FF2B5EF4-FFF2-40B4-BE49-F238E27FC236}">
                              <a16:creationId xmlns:a16="http://schemas.microsoft.com/office/drawing/2014/main" id="{EE76EEE5-9FFE-4ECC-9ADA-80619C40AC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824"/>
                          <a:ext cx="231"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 name="Object 17">
              <a:extLst>
                <a:ext uri="{FF2B5EF4-FFF2-40B4-BE49-F238E27FC236}">
                  <a16:creationId xmlns:a16="http://schemas.microsoft.com/office/drawing/2014/main" id="{EA497C07-2830-4112-83ED-49BBB3C35727}"/>
                </a:ext>
              </a:extLst>
            </p:cNvPr>
            <p:cNvGraphicFramePr>
              <a:graphicFrameLocks noChangeAspect="1"/>
            </p:cNvGraphicFramePr>
            <p:nvPr/>
          </p:nvGraphicFramePr>
          <p:xfrm>
            <a:off x="1536" y="2592"/>
            <a:ext cx="249" cy="301"/>
          </p:xfrm>
          <a:graphic>
            <a:graphicData uri="http://schemas.openxmlformats.org/presentationml/2006/ole">
              <mc:AlternateContent xmlns:mc="http://schemas.openxmlformats.org/markup-compatibility/2006">
                <mc:Choice xmlns:v="urn:schemas-microsoft-com:vml" Requires="v">
                  <p:oleObj name="公式" r:id="rId7" imgW="177569" imgH="215619" progId="Equation.3">
                    <p:embed/>
                  </p:oleObj>
                </mc:Choice>
                <mc:Fallback>
                  <p:oleObj name="公式" r:id="rId7" imgW="177569" imgH="215619" progId="Equation.3">
                    <p:embed/>
                    <p:pic>
                      <p:nvPicPr>
                        <p:cNvPr id="12319" name="Object 17">
                          <a:extLst>
                            <a:ext uri="{FF2B5EF4-FFF2-40B4-BE49-F238E27FC236}">
                              <a16:creationId xmlns:a16="http://schemas.microsoft.com/office/drawing/2014/main" id="{DFDB5D70-7911-488D-88B4-8A626654A1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6" y="2592"/>
                          <a:ext cx="249" cy="3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 name="Object 18">
              <a:extLst>
                <a:ext uri="{FF2B5EF4-FFF2-40B4-BE49-F238E27FC236}">
                  <a16:creationId xmlns:a16="http://schemas.microsoft.com/office/drawing/2014/main" id="{D2B93006-FC75-45A5-871F-E360154351E4}"/>
                </a:ext>
              </a:extLst>
            </p:cNvPr>
            <p:cNvGraphicFramePr>
              <a:graphicFrameLocks noChangeAspect="1"/>
            </p:cNvGraphicFramePr>
            <p:nvPr/>
          </p:nvGraphicFramePr>
          <p:xfrm>
            <a:off x="2352" y="2832"/>
            <a:ext cx="197" cy="230"/>
          </p:xfrm>
          <a:graphic>
            <a:graphicData uri="http://schemas.openxmlformats.org/presentationml/2006/ole">
              <mc:AlternateContent xmlns:mc="http://schemas.openxmlformats.org/markup-compatibility/2006">
                <mc:Choice xmlns:v="urn:schemas-microsoft-com:vml" Requires="v">
                  <p:oleObj name="公式" r:id="rId9" imgW="139579" imgH="164957" progId="Equation.3">
                    <p:embed/>
                  </p:oleObj>
                </mc:Choice>
                <mc:Fallback>
                  <p:oleObj name="公式" r:id="rId9" imgW="139579" imgH="164957" progId="Equation.3">
                    <p:embed/>
                    <p:pic>
                      <p:nvPicPr>
                        <p:cNvPr id="12320" name="Object 18">
                          <a:extLst>
                            <a:ext uri="{FF2B5EF4-FFF2-40B4-BE49-F238E27FC236}">
                              <a16:creationId xmlns:a16="http://schemas.microsoft.com/office/drawing/2014/main" id="{4629B0F2-8A63-4238-A653-EF27C46613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2" y="2832"/>
                          <a:ext cx="197"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 name="Object 19">
              <a:extLst>
                <a:ext uri="{FF2B5EF4-FFF2-40B4-BE49-F238E27FC236}">
                  <a16:creationId xmlns:a16="http://schemas.microsoft.com/office/drawing/2014/main" id="{9F9CCC64-156A-46D0-A703-28A8BA5DF019}"/>
                </a:ext>
              </a:extLst>
            </p:cNvPr>
            <p:cNvGraphicFramePr>
              <a:graphicFrameLocks noChangeAspect="1"/>
            </p:cNvGraphicFramePr>
            <p:nvPr/>
          </p:nvGraphicFramePr>
          <p:xfrm>
            <a:off x="432" y="2016"/>
            <a:ext cx="197" cy="248"/>
          </p:xfrm>
          <a:graphic>
            <a:graphicData uri="http://schemas.openxmlformats.org/presentationml/2006/ole">
              <mc:AlternateContent xmlns:mc="http://schemas.openxmlformats.org/markup-compatibility/2006">
                <mc:Choice xmlns:v="urn:schemas-microsoft-com:vml" Requires="v">
                  <p:oleObj name="公式" r:id="rId11" imgW="139579" imgH="177646" progId="Equation.3">
                    <p:embed/>
                  </p:oleObj>
                </mc:Choice>
                <mc:Fallback>
                  <p:oleObj name="公式" r:id="rId11" imgW="139579" imgH="177646" progId="Equation.3">
                    <p:embed/>
                    <p:pic>
                      <p:nvPicPr>
                        <p:cNvPr id="12321" name="Object 19">
                          <a:extLst>
                            <a:ext uri="{FF2B5EF4-FFF2-40B4-BE49-F238E27FC236}">
                              <a16:creationId xmlns:a16="http://schemas.microsoft.com/office/drawing/2014/main" id="{23B024D6-61F8-445E-89E3-E3952169FBD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2" y="2016"/>
                          <a:ext cx="19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 name="Object 20">
              <a:extLst>
                <a:ext uri="{FF2B5EF4-FFF2-40B4-BE49-F238E27FC236}">
                  <a16:creationId xmlns:a16="http://schemas.microsoft.com/office/drawing/2014/main" id="{A6599E57-6340-43CB-9F3E-885C8F781955}"/>
                </a:ext>
              </a:extLst>
            </p:cNvPr>
            <p:cNvGraphicFramePr>
              <a:graphicFrameLocks noChangeAspect="1"/>
            </p:cNvGraphicFramePr>
            <p:nvPr/>
          </p:nvGraphicFramePr>
          <p:xfrm>
            <a:off x="3408" y="2064"/>
            <a:ext cx="177" cy="197"/>
          </p:xfrm>
          <a:graphic>
            <a:graphicData uri="http://schemas.openxmlformats.org/presentationml/2006/ole">
              <mc:AlternateContent xmlns:mc="http://schemas.openxmlformats.org/markup-compatibility/2006">
                <mc:Choice xmlns:v="urn:schemas-microsoft-com:vml" Requires="v">
                  <p:oleObj name="公式" r:id="rId13" imgW="126835" imgH="139518" progId="Equation.3">
                    <p:embed/>
                  </p:oleObj>
                </mc:Choice>
                <mc:Fallback>
                  <p:oleObj name="公式" r:id="rId13" imgW="126835" imgH="139518" progId="Equation.3">
                    <p:embed/>
                    <p:pic>
                      <p:nvPicPr>
                        <p:cNvPr id="12322" name="Object 20">
                          <a:extLst>
                            <a:ext uri="{FF2B5EF4-FFF2-40B4-BE49-F238E27FC236}">
                              <a16:creationId xmlns:a16="http://schemas.microsoft.com/office/drawing/2014/main" id="{02D589A1-829B-4402-B93F-F78530B60FD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8" y="2064"/>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 name="Object 21">
              <a:extLst>
                <a:ext uri="{FF2B5EF4-FFF2-40B4-BE49-F238E27FC236}">
                  <a16:creationId xmlns:a16="http://schemas.microsoft.com/office/drawing/2014/main" id="{116BC8B3-ED4C-42D0-9AAA-ED1B9D26C1B5}"/>
                </a:ext>
              </a:extLst>
            </p:cNvPr>
            <p:cNvGraphicFramePr>
              <a:graphicFrameLocks noChangeAspect="1"/>
            </p:cNvGraphicFramePr>
            <p:nvPr/>
          </p:nvGraphicFramePr>
          <p:xfrm>
            <a:off x="1291" y="2256"/>
            <a:ext cx="197" cy="248"/>
          </p:xfrm>
          <a:graphic>
            <a:graphicData uri="http://schemas.openxmlformats.org/presentationml/2006/ole">
              <mc:AlternateContent xmlns:mc="http://schemas.openxmlformats.org/markup-compatibility/2006">
                <mc:Choice xmlns:v="urn:schemas-microsoft-com:vml" Requires="v">
                  <p:oleObj name="公式" r:id="rId15" imgW="139579" imgH="177646" progId="Equation.3">
                    <p:embed/>
                  </p:oleObj>
                </mc:Choice>
                <mc:Fallback>
                  <p:oleObj name="公式" r:id="rId15" imgW="139579" imgH="177646" progId="Equation.3">
                    <p:embed/>
                    <p:pic>
                      <p:nvPicPr>
                        <p:cNvPr id="12323" name="Object 21">
                          <a:extLst>
                            <a:ext uri="{FF2B5EF4-FFF2-40B4-BE49-F238E27FC236}">
                              <a16:creationId xmlns:a16="http://schemas.microsoft.com/office/drawing/2014/main" id="{8EC15120-D12B-4831-93C4-8F2E6F93087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91" y="2256"/>
                          <a:ext cx="19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 name="Object 22">
              <a:extLst>
                <a:ext uri="{FF2B5EF4-FFF2-40B4-BE49-F238E27FC236}">
                  <a16:creationId xmlns:a16="http://schemas.microsoft.com/office/drawing/2014/main" id="{A012C21E-F4C7-40E2-995D-FBCDE02FC728}"/>
                </a:ext>
              </a:extLst>
            </p:cNvPr>
            <p:cNvGraphicFramePr>
              <a:graphicFrameLocks noChangeAspect="1"/>
            </p:cNvGraphicFramePr>
            <p:nvPr/>
          </p:nvGraphicFramePr>
          <p:xfrm>
            <a:off x="2016" y="1776"/>
            <a:ext cx="177" cy="302"/>
          </p:xfrm>
          <a:graphic>
            <a:graphicData uri="http://schemas.openxmlformats.org/presentationml/2006/ole">
              <mc:AlternateContent xmlns:mc="http://schemas.openxmlformats.org/markup-compatibility/2006">
                <mc:Choice xmlns:v="urn:schemas-microsoft-com:vml" Requires="v">
                  <p:oleObj name="公式" r:id="rId17" imgW="126780" imgH="215526" progId="Equation.3">
                    <p:embed/>
                  </p:oleObj>
                </mc:Choice>
                <mc:Fallback>
                  <p:oleObj name="公式" r:id="rId17" imgW="126780" imgH="215526" progId="Equation.3">
                    <p:embed/>
                    <p:pic>
                      <p:nvPicPr>
                        <p:cNvPr id="12324" name="Object 22">
                          <a:extLst>
                            <a:ext uri="{FF2B5EF4-FFF2-40B4-BE49-F238E27FC236}">
                              <a16:creationId xmlns:a16="http://schemas.microsoft.com/office/drawing/2014/main" id="{9A864B52-82BA-4099-9DF6-8D34EA23810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16" y="1776"/>
                          <a:ext cx="177"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 name="Object 23">
              <a:extLst>
                <a:ext uri="{FF2B5EF4-FFF2-40B4-BE49-F238E27FC236}">
                  <a16:creationId xmlns:a16="http://schemas.microsoft.com/office/drawing/2014/main" id="{B40DB859-9076-4438-A28B-729862BE3C4B}"/>
                </a:ext>
              </a:extLst>
            </p:cNvPr>
            <p:cNvGraphicFramePr>
              <a:graphicFrameLocks noChangeAspect="1"/>
            </p:cNvGraphicFramePr>
            <p:nvPr/>
          </p:nvGraphicFramePr>
          <p:xfrm>
            <a:off x="2730" y="2064"/>
            <a:ext cx="198" cy="302"/>
          </p:xfrm>
          <a:graphic>
            <a:graphicData uri="http://schemas.openxmlformats.org/presentationml/2006/ole">
              <mc:AlternateContent xmlns:mc="http://schemas.openxmlformats.org/markup-compatibility/2006">
                <mc:Choice xmlns:v="urn:schemas-microsoft-com:vml" Requires="v">
                  <p:oleObj name="公式" r:id="rId19" imgW="139579" imgH="215713" progId="Equation.3">
                    <p:embed/>
                  </p:oleObj>
                </mc:Choice>
                <mc:Fallback>
                  <p:oleObj name="公式" r:id="rId19" imgW="139579" imgH="215713" progId="Equation.3">
                    <p:embed/>
                    <p:pic>
                      <p:nvPicPr>
                        <p:cNvPr id="12325" name="Object 23">
                          <a:extLst>
                            <a:ext uri="{FF2B5EF4-FFF2-40B4-BE49-F238E27FC236}">
                              <a16:creationId xmlns:a16="http://schemas.microsoft.com/office/drawing/2014/main" id="{23F2FA1A-27F5-4F63-A993-D545E748276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30" y="2064"/>
                          <a:ext cx="198"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 name="Object 24">
              <a:extLst>
                <a:ext uri="{FF2B5EF4-FFF2-40B4-BE49-F238E27FC236}">
                  <a16:creationId xmlns:a16="http://schemas.microsoft.com/office/drawing/2014/main" id="{C830EB9F-FEC4-4D15-9198-7EC6AAD19EB1}"/>
                </a:ext>
              </a:extLst>
            </p:cNvPr>
            <p:cNvGraphicFramePr>
              <a:graphicFrameLocks noChangeAspect="1"/>
            </p:cNvGraphicFramePr>
            <p:nvPr/>
          </p:nvGraphicFramePr>
          <p:xfrm>
            <a:off x="3360" y="1728"/>
            <a:ext cx="213" cy="230"/>
          </p:xfrm>
          <a:graphic>
            <a:graphicData uri="http://schemas.openxmlformats.org/presentationml/2006/ole">
              <mc:AlternateContent xmlns:mc="http://schemas.openxmlformats.org/markup-compatibility/2006">
                <mc:Choice xmlns:v="urn:schemas-microsoft-com:vml" Requires="v">
                  <p:oleObj name="公式" r:id="rId21" imgW="152268" imgH="164957" progId="Equation.3">
                    <p:embed/>
                  </p:oleObj>
                </mc:Choice>
                <mc:Fallback>
                  <p:oleObj name="公式" r:id="rId21" imgW="152268" imgH="164957" progId="Equation.3">
                    <p:embed/>
                    <p:pic>
                      <p:nvPicPr>
                        <p:cNvPr id="12326" name="Object 24">
                          <a:extLst>
                            <a:ext uri="{FF2B5EF4-FFF2-40B4-BE49-F238E27FC236}">
                              <a16:creationId xmlns:a16="http://schemas.microsoft.com/office/drawing/2014/main" id="{3CC464F8-088B-4ED0-8C1D-3AB62AABFA0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60" y="1728"/>
                          <a:ext cx="213"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 name="Object 25">
              <a:extLst>
                <a:ext uri="{FF2B5EF4-FFF2-40B4-BE49-F238E27FC236}">
                  <a16:creationId xmlns:a16="http://schemas.microsoft.com/office/drawing/2014/main" id="{E500D959-8030-4D88-BFF0-8BDC3012B1A4}"/>
                </a:ext>
              </a:extLst>
            </p:cNvPr>
            <p:cNvGraphicFramePr>
              <a:graphicFrameLocks noChangeAspect="1"/>
            </p:cNvGraphicFramePr>
            <p:nvPr/>
          </p:nvGraphicFramePr>
          <p:xfrm>
            <a:off x="3408" y="2352"/>
            <a:ext cx="177" cy="196"/>
          </p:xfrm>
          <a:graphic>
            <a:graphicData uri="http://schemas.openxmlformats.org/presentationml/2006/ole">
              <mc:AlternateContent xmlns:mc="http://schemas.openxmlformats.org/markup-compatibility/2006">
                <mc:Choice xmlns:v="urn:schemas-microsoft-com:vml" Requires="v">
                  <p:oleObj name="公式" r:id="rId23" imgW="126835" imgH="139518" progId="Equation.3">
                    <p:embed/>
                  </p:oleObj>
                </mc:Choice>
                <mc:Fallback>
                  <p:oleObj name="公式" r:id="rId23" imgW="126835" imgH="139518" progId="Equation.3">
                    <p:embed/>
                    <p:pic>
                      <p:nvPicPr>
                        <p:cNvPr id="12327" name="Object 25">
                          <a:extLst>
                            <a:ext uri="{FF2B5EF4-FFF2-40B4-BE49-F238E27FC236}">
                              <a16:creationId xmlns:a16="http://schemas.microsoft.com/office/drawing/2014/main" id="{585C25E3-E455-42D5-9764-D31B786D62D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08" y="2352"/>
                          <a:ext cx="177"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 name="Line 26">
              <a:extLst>
                <a:ext uri="{FF2B5EF4-FFF2-40B4-BE49-F238E27FC236}">
                  <a16:creationId xmlns:a16="http://schemas.microsoft.com/office/drawing/2014/main" id="{A19FFB03-C116-4CFF-8DD9-EF1D94D4C3EC}"/>
                </a:ext>
              </a:extLst>
            </p:cNvPr>
            <p:cNvSpPr>
              <a:spLocks noChangeShapeType="1"/>
            </p:cNvSpPr>
            <p:nvPr/>
          </p:nvSpPr>
          <p:spPr bwMode="auto">
            <a:xfrm>
              <a:off x="1392" y="1680"/>
              <a:ext cx="0" cy="48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6" name="Line 27">
              <a:extLst>
                <a:ext uri="{FF2B5EF4-FFF2-40B4-BE49-F238E27FC236}">
                  <a16:creationId xmlns:a16="http://schemas.microsoft.com/office/drawing/2014/main" id="{3E17DDC2-0A98-4884-AB99-F3329EFD48AC}"/>
                </a:ext>
              </a:extLst>
            </p:cNvPr>
            <p:cNvSpPr>
              <a:spLocks noChangeShapeType="1"/>
            </p:cNvSpPr>
            <p:nvPr/>
          </p:nvSpPr>
          <p:spPr bwMode="auto">
            <a:xfrm flipV="1">
              <a:off x="1386" y="2625"/>
              <a:ext cx="0" cy="48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7" name="Line 28">
              <a:extLst>
                <a:ext uri="{FF2B5EF4-FFF2-40B4-BE49-F238E27FC236}">
                  <a16:creationId xmlns:a16="http://schemas.microsoft.com/office/drawing/2014/main" id="{63D1B426-05E4-4083-A107-A575D57A10BD}"/>
                </a:ext>
              </a:extLst>
            </p:cNvPr>
            <p:cNvSpPr>
              <a:spLocks noChangeShapeType="1"/>
            </p:cNvSpPr>
            <p:nvPr/>
          </p:nvSpPr>
          <p:spPr bwMode="auto">
            <a:xfrm>
              <a:off x="960" y="2367"/>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8" name="Line 29">
              <a:extLst>
                <a:ext uri="{FF2B5EF4-FFF2-40B4-BE49-F238E27FC236}">
                  <a16:creationId xmlns:a16="http://schemas.microsoft.com/office/drawing/2014/main" id="{FBCB8368-9D1D-4EB5-8DC1-4BA9FA790307}"/>
                </a:ext>
              </a:extLst>
            </p:cNvPr>
            <p:cNvSpPr>
              <a:spLocks noChangeShapeType="1"/>
            </p:cNvSpPr>
            <p:nvPr/>
          </p:nvSpPr>
          <p:spPr bwMode="auto">
            <a:xfrm>
              <a:off x="2688" y="2928"/>
              <a:ext cx="672" cy="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9" name="Line 30">
              <a:extLst>
                <a:ext uri="{FF2B5EF4-FFF2-40B4-BE49-F238E27FC236}">
                  <a16:creationId xmlns:a16="http://schemas.microsoft.com/office/drawing/2014/main" id="{B51F6B37-9EA6-4DCB-85F8-B269F3310A5A}"/>
                </a:ext>
              </a:extLst>
            </p:cNvPr>
            <p:cNvSpPr>
              <a:spLocks noChangeShapeType="1"/>
            </p:cNvSpPr>
            <p:nvPr/>
          </p:nvSpPr>
          <p:spPr bwMode="auto">
            <a:xfrm flipH="1">
              <a:off x="1488" y="2928"/>
              <a:ext cx="672" cy="0"/>
            </a:xfrm>
            <a:prstGeom prst="line">
              <a:avLst/>
            </a:prstGeom>
            <a:noFill/>
            <a:ln w="9525">
              <a:solidFill>
                <a:srgbClr val="000000"/>
              </a:solidFill>
              <a:round/>
              <a:headEnd/>
              <a:tailEnd type="arrow" w="med" len="lg"/>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0" name="Line 31">
              <a:extLst>
                <a:ext uri="{FF2B5EF4-FFF2-40B4-BE49-F238E27FC236}">
                  <a16:creationId xmlns:a16="http://schemas.microsoft.com/office/drawing/2014/main" id="{C90F7087-6091-4D4C-B604-99916388A1BA}"/>
                </a:ext>
              </a:extLst>
            </p:cNvPr>
            <p:cNvSpPr>
              <a:spLocks noChangeShapeType="1"/>
            </p:cNvSpPr>
            <p:nvPr/>
          </p:nvSpPr>
          <p:spPr bwMode="auto">
            <a:xfrm rot="21474158" flipV="1">
              <a:off x="1488" y="1905"/>
              <a:ext cx="1872" cy="6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1" name="Line 32">
              <a:extLst>
                <a:ext uri="{FF2B5EF4-FFF2-40B4-BE49-F238E27FC236}">
                  <a16:creationId xmlns:a16="http://schemas.microsoft.com/office/drawing/2014/main" id="{AC15518D-7A53-420B-AFB0-AE7FD0D296FA}"/>
                </a:ext>
              </a:extLst>
            </p:cNvPr>
            <p:cNvSpPr>
              <a:spLocks noChangeShapeType="1"/>
            </p:cNvSpPr>
            <p:nvPr/>
          </p:nvSpPr>
          <p:spPr bwMode="auto">
            <a:xfrm flipV="1">
              <a:off x="1488" y="1890"/>
              <a:ext cx="1872"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82" name="文本框 81">
            <a:extLst>
              <a:ext uri="{FF2B5EF4-FFF2-40B4-BE49-F238E27FC236}">
                <a16:creationId xmlns:a16="http://schemas.microsoft.com/office/drawing/2014/main" id="{71CAA722-CC93-4C02-8C2A-849C235C54FD}"/>
              </a:ext>
            </a:extLst>
          </p:cNvPr>
          <p:cNvSpPr txBox="1"/>
          <p:nvPr/>
        </p:nvSpPr>
        <p:spPr>
          <a:xfrm>
            <a:off x="6937568" y="2060754"/>
            <a:ext cx="1319592" cy="430887"/>
          </a:xfrm>
          <a:prstGeom prst="rect">
            <a:avLst/>
          </a:prstGeom>
          <a:noFill/>
        </p:spPr>
        <p:txBody>
          <a:bodyPr wrap="none" rtlCol="0">
            <a:spAutoFit/>
          </a:bodyPr>
          <a:lstStyle/>
          <a:p>
            <a:r>
              <a:rPr lang="zh-CN" altLang="en-US" sz="2200" b="1" dirty="0">
                <a:solidFill>
                  <a:srgbClr val="0000CC"/>
                </a:solidFill>
                <a:latin typeface="黑体" panose="02010609060101010101" pitchFamily="49" charset="-122"/>
                <a:ea typeface="黑体" panose="02010609060101010101" pitchFamily="49" charset="-122"/>
              </a:rPr>
              <a:t>完全相干</a:t>
            </a:r>
          </a:p>
        </p:txBody>
      </p:sp>
      <mc:AlternateContent xmlns:mc="http://schemas.openxmlformats.org/markup-compatibility/2006" xmlns:a14="http://schemas.microsoft.com/office/drawing/2010/main">
        <mc:Choice Requires="a14">
          <p:sp>
            <p:nvSpPr>
              <p:cNvPr id="83" name="对象 335">
                <a:extLst>
                  <a:ext uri="{FF2B5EF4-FFF2-40B4-BE49-F238E27FC236}">
                    <a16:creationId xmlns:a16="http://schemas.microsoft.com/office/drawing/2014/main" id="{F23CA436-8D9D-4649-BE28-FDB0E56EACE6}"/>
                  </a:ext>
                </a:extLst>
              </p:cNvPr>
              <p:cNvSpPr txBox="1"/>
              <p:nvPr/>
            </p:nvSpPr>
            <p:spPr>
              <a:xfrm>
                <a:off x="6643412" y="5219147"/>
                <a:ext cx="2027402" cy="792162"/>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r>
                        <a:rPr lang="en-US" altLang="zh-CN" sz="2200" b="0" i="1" smtClean="0">
                          <a:solidFill>
                            <a:srgbClr val="000000"/>
                          </a:solidFill>
                          <a:latin typeface="Cambria Math" panose="02040503050406030204" pitchFamily="18" charset="0"/>
                        </a:rPr>
                        <m:t>𝑏</m:t>
                      </m:r>
                      <m:r>
                        <a:rPr lang="en-US" altLang="zh-CN" sz="2200" b="0" i="1" smtClean="0">
                          <a:solidFill>
                            <a:srgbClr val="000000"/>
                          </a:solidFill>
                          <a:latin typeface="Cambria Math" panose="02040503050406030204" pitchFamily="18" charset="0"/>
                        </a:rPr>
                        <m:t>&gt;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zh-CN" altLang="en-US" sz="2200" i="1">
                              <a:solidFill>
                                <a:srgbClr val="000000"/>
                              </a:solidFill>
                              <a:latin typeface="Cambria Math" panose="02040503050406030204" pitchFamily="18" charset="0"/>
                            </a:rPr>
                            <m:t>𝑐</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𝑅</m:t>
                          </m:r>
                        </m:num>
                        <m:den>
                          <m:r>
                            <a:rPr lang="zh-CN" altLang="en-US" sz="2200" i="1">
                              <a:solidFill>
                                <a:srgbClr val="000000"/>
                              </a:solidFill>
                              <a:latin typeface="Cambria Math" panose="02040503050406030204" pitchFamily="18" charset="0"/>
                            </a:rPr>
                            <m:t>𝑑</m:t>
                          </m:r>
                        </m:den>
                      </m:f>
                      <m:r>
                        <a:rPr lang="zh-CN" altLang="en-US" sz="2200" i="1">
                          <a:solidFill>
                            <a:srgbClr val="000000"/>
                          </a:solidFill>
                          <a:latin typeface="Cambria Math" panose="02040503050406030204" pitchFamily="18" charset="0"/>
                        </a:rPr>
                        <m:t>𝜆</m:t>
                      </m:r>
                    </m:oMath>
                  </m:oMathPara>
                </a14:m>
                <a:endParaRPr lang="zh-CN" altLang="en-US" sz="2200" dirty="0"/>
              </a:p>
            </p:txBody>
          </p:sp>
        </mc:Choice>
        <mc:Fallback xmlns="">
          <p:sp>
            <p:nvSpPr>
              <p:cNvPr id="83" name="对象 335">
                <a:extLst>
                  <a:ext uri="{FF2B5EF4-FFF2-40B4-BE49-F238E27FC236}">
                    <a16:creationId xmlns:a16="http://schemas.microsoft.com/office/drawing/2014/main" id="{F23CA436-8D9D-4649-BE28-FDB0E56EACE6}"/>
                  </a:ext>
                </a:extLst>
              </p:cNvPr>
              <p:cNvSpPr txBox="1">
                <a:spLocks noRot="1" noChangeAspect="1" noMove="1" noResize="1" noEditPoints="1" noAdjustHandles="1" noChangeArrowheads="1" noChangeShapeType="1" noTextEdit="1"/>
              </p:cNvSpPr>
              <p:nvPr/>
            </p:nvSpPr>
            <p:spPr>
              <a:xfrm>
                <a:off x="6643412" y="5219147"/>
                <a:ext cx="2027402" cy="792162"/>
              </a:xfrm>
              <a:prstGeom prst="rect">
                <a:avLst/>
              </a:prstGeom>
              <a:blipFill>
                <a:blip r:embed="rId26"/>
                <a:stretch>
                  <a:fillRect/>
                </a:stretch>
              </a:blipFill>
            </p:spPr>
            <p:txBody>
              <a:bodyPr/>
              <a:lstStyle/>
              <a:p>
                <a:r>
                  <a:rPr lang="zh-CN" altLang="en-US">
                    <a:noFill/>
                  </a:rPr>
                  <a:t> </a:t>
                </a:r>
              </a:p>
            </p:txBody>
          </p:sp>
        </mc:Fallback>
      </mc:AlternateContent>
      <p:sp>
        <p:nvSpPr>
          <p:cNvPr id="84" name="文本框 83">
            <a:extLst>
              <a:ext uri="{FF2B5EF4-FFF2-40B4-BE49-F238E27FC236}">
                <a16:creationId xmlns:a16="http://schemas.microsoft.com/office/drawing/2014/main" id="{6BEA8672-76FB-4296-951A-019D9BF7DBCB}"/>
              </a:ext>
            </a:extLst>
          </p:cNvPr>
          <p:cNvSpPr txBox="1"/>
          <p:nvPr/>
        </p:nvSpPr>
        <p:spPr>
          <a:xfrm>
            <a:off x="6776699" y="6100607"/>
            <a:ext cx="1604927" cy="430887"/>
          </a:xfrm>
          <a:prstGeom prst="rect">
            <a:avLst/>
          </a:prstGeom>
          <a:noFill/>
        </p:spPr>
        <p:txBody>
          <a:bodyPr wrap="none" rtlCol="0">
            <a:spAutoFit/>
          </a:bodyPr>
          <a:lstStyle/>
          <a:p>
            <a:r>
              <a:rPr lang="zh-CN" altLang="en-US" sz="2200" b="1" dirty="0">
                <a:solidFill>
                  <a:srgbClr val="FF0000"/>
                </a:solidFill>
                <a:latin typeface="黑体" panose="02010609060101010101" pitchFamily="49" charset="-122"/>
                <a:ea typeface="黑体" panose="02010609060101010101" pitchFamily="49" charset="-122"/>
              </a:rPr>
              <a:t>完全不相干</a:t>
            </a:r>
          </a:p>
        </p:txBody>
      </p:sp>
      <p:sp>
        <p:nvSpPr>
          <p:cNvPr id="85" name="箭头: 下 84">
            <a:extLst>
              <a:ext uri="{FF2B5EF4-FFF2-40B4-BE49-F238E27FC236}">
                <a16:creationId xmlns:a16="http://schemas.microsoft.com/office/drawing/2014/main" id="{BF32DC21-9F46-4CAB-ABE9-CBA6BA400147}"/>
              </a:ext>
            </a:extLst>
          </p:cNvPr>
          <p:cNvSpPr/>
          <p:nvPr/>
        </p:nvSpPr>
        <p:spPr>
          <a:xfrm>
            <a:off x="7454931" y="2714858"/>
            <a:ext cx="246106" cy="23095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0463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7E0CBD8-D81D-4BBD-826F-89225CA9AA17}"/>
              </a:ext>
            </a:extLst>
          </p:cNvPr>
          <p:cNvSpPr>
            <a:spLocks noChangeArrowheads="1"/>
          </p:cNvSpPr>
          <p:nvPr/>
        </p:nvSpPr>
        <p:spPr bwMode="auto">
          <a:xfrm>
            <a:off x="511581" y="303667"/>
            <a:ext cx="8208608" cy="98887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5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光场</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的空间相干性</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：给定宽度为</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的面光源，在波前上能够干涉的次波源</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的最大范围</a:t>
            </a:r>
            <a:r>
              <a:rPr lang="en-US" altLang="zh-CN" sz="22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200"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横向相干长度，</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也常记做</a:t>
            </a:r>
            <a:r>
              <a:rPr lang="en-US" altLang="zh-CN" sz="22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200"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对象 2">
                <a:extLst>
                  <a:ext uri="{FF2B5EF4-FFF2-40B4-BE49-F238E27FC236}">
                    <a16:creationId xmlns:a16="http://schemas.microsoft.com/office/drawing/2014/main" id="{D7661D23-318D-45D6-B4DF-60329165DCF7}"/>
                  </a:ext>
                </a:extLst>
              </p:cNvPr>
              <p:cNvSpPr txBox="1"/>
              <p:nvPr/>
            </p:nvSpPr>
            <p:spPr>
              <a:xfrm>
                <a:off x="2916989" y="1339497"/>
                <a:ext cx="2238542" cy="792000"/>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𝑚𝑎𝑥</m:t>
                          </m:r>
                        </m:sub>
                      </m:sSub>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𝑅</m:t>
                          </m:r>
                          <m:r>
                            <a:rPr lang="zh-CN" altLang="en-US" sz="2200" i="1">
                              <a:solidFill>
                                <a:srgbClr val="000000"/>
                              </a:solidFill>
                              <a:latin typeface="Cambria Math" panose="02040503050406030204" pitchFamily="18" charset="0"/>
                            </a:rPr>
                            <m:t>𝜆</m:t>
                          </m:r>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zh-CN" altLang="en-US" sz="2200" i="1">
                                  <a:solidFill>
                                    <a:srgbClr val="000000"/>
                                  </a:solidFill>
                                  <a:latin typeface="Cambria Math" panose="02040503050406030204" pitchFamily="18" charset="0"/>
                                </a:rPr>
                                <m:t>0</m:t>
                              </m:r>
                            </m:sub>
                          </m:sSub>
                        </m:den>
                      </m:f>
                    </m:oMath>
                  </m:oMathPara>
                </a14:m>
                <a:endParaRPr lang="zh-CN" altLang="en-US" sz="2200" dirty="0"/>
              </a:p>
            </p:txBody>
          </p:sp>
        </mc:Choice>
        <mc:Fallback xmlns="">
          <p:sp>
            <p:nvSpPr>
              <p:cNvPr id="3" name="对象 2">
                <a:extLst>
                  <a:ext uri="{FF2B5EF4-FFF2-40B4-BE49-F238E27FC236}">
                    <a16:creationId xmlns:a16="http://schemas.microsoft.com/office/drawing/2014/main" id="{D7661D23-318D-45D6-B4DF-60329165DCF7}"/>
                  </a:ext>
                </a:extLst>
              </p:cNvPr>
              <p:cNvSpPr txBox="1">
                <a:spLocks noRot="1" noChangeAspect="1" noMove="1" noResize="1" noEditPoints="1" noAdjustHandles="1" noChangeArrowheads="1" noChangeShapeType="1" noTextEdit="1"/>
              </p:cNvSpPr>
              <p:nvPr/>
            </p:nvSpPr>
            <p:spPr>
              <a:xfrm>
                <a:off x="2916989" y="1339497"/>
                <a:ext cx="2238542" cy="792000"/>
              </a:xfrm>
              <a:prstGeom prst="rect">
                <a:avLst/>
              </a:prstGeom>
              <a:blipFill>
                <a:blip r:embed="rId3"/>
                <a:stretch>
                  <a:fillRect/>
                </a:stretch>
              </a:blipFill>
            </p:spPr>
            <p:txBody>
              <a:bodyPr/>
              <a:lstStyle/>
              <a:p>
                <a:r>
                  <a:rPr lang="zh-CN" altLang="en-US">
                    <a:noFill/>
                  </a:rPr>
                  <a:t> </a:t>
                </a:r>
              </a:p>
            </p:txBody>
          </p:sp>
        </mc:Fallback>
      </mc:AlternateContent>
      <p:sp>
        <p:nvSpPr>
          <p:cNvPr id="4" name="Rectangle 2">
            <a:extLst>
              <a:ext uri="{FF2B5EF4-FFF2-40B4-BE49-F238E27FC236}">
                <a16:creationId xmlns:a16="http://schemas.microsoft.com/office/drawing/2014/main" id="{55B8FC1D-8C4D-4CF0-9977-9842033B381E}"/>
              </a:ext>
            </a:extLst>
          </p:cNvPr>
          <p:cNvSpPr>
            <a:spLocks noChangeArrowheads="1"/>
          </p:cNvSpPr>
          <p:nvPr/>
        </p:nvSpPr>
        <p:spPr bwMode="auto">
          <a:xfrm>
            <a:off x="355170" y="2276872"/>
            <a:ext cx="8058423" cy="62201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endPar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2">
            <a:extLst>
              <a:ext uri="{FF2B5EF4-FFF2-40B4-BE49-F238E27FC236}">
                <a16:creationId xmlns:a16="http://schemas.microsoft.com/office/drawing/2014/main" id="{245F4ED5-DE01-473F-9F22-38D3AC910759}"/>
              </a:ext>
            </a:extLst>
          </p:cNvPr>
          <p:cNvSpPr>
            <a:spLocks noChangeArrowheads="1"/>
          </p:cNvSpPr>
          <p:nvPr/>
        </p:nvSpPr>
        <p:spPr bwMode="auto">
          <a:xfrm>
            <a:off x="621986" y="2255118"/>
            <a:ext cx="7484724" cy="505966"/>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 </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&lt; </a:t>
            </a:r>
            <a:r>
              <a:rPr lang="en-US" altLang="zh-CN" sz="22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200"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，两个次级波源相干；</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d &gt; </a:t>
            </a:r>
            <a:r>
              <a:rPr lang="en-US" altLang="zh-CN" sz="22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200" i="1" baseline="-250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max</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，两个次级波源不相干。</a:t>
            </a:r>
          </a:p>
        </p:txBody>
      </p:sp>
      <p:sp>
        <p:nvSpPr>
          <p:cNvPr id="6" name="Rectangle 2">
            <a:extLst>
              <a:ext uri="{FF2B5EF4-FFF2-40B4-BE49-F238E27FC236}">
                <a16:creationId xmlns:a16="http://schemas.microsoft.com/office/drawing/2014/main" id="{665C6408-1CDF-4CC6-BA4B-B882D0876113}"/>
              </a:ext>
            </a:extLst>
          </p:cNvPr>
          <p:cNvSpPr>
            <a:spLocks noChangeArrowheads="1"/>
          </p:cNvSpPr>
          <p:nvPr/>
        </p:nvSpPr>
        <p:spPr bwMode="auto">
          <a:xfrm>
            <a:off x="272301" y="3011227"/>
            <a:ext cx="5854004" cy="75868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lnSpc>
                <a:spcPct val="120000"/>
              </a:lnSpc>
            </a:pPr>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相干面积</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微软雅黑" panose="020B0503020204020204" pitchFamily="34" charset="-122"/>
                <a:ea typeface="微软雅黑" panose="020B0503020204020204" pitchFamily="34" charset="-122"/>
              </a:rPr>
              <a:t>给定波前上具有相干性的两个间距最大的次级波源所处（矩形或圆形）区域的面积： </a:t>
            </a:r>
            <a:endParaRPr lang="zh-CN" altLang="en-US" sz="2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A6EA4C3A-2493-471E-944F-1FA0A65F7113}"/>
                  </a:ext>
                </a:extLst>
              </p:cNvPr>
              <p:cNvSpPr txBox="1"/>
              <p:nvPr/>
            </p:nvSpPr>
            <p:spPr>
              <a:xfrm>
                <a:off x="1336242" y="4104221"/>
                <a:ext cx="3827211" cy="1097333"/>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𝑆</m:t>
                          </m:r>
                        </m:e>
                        <m:sub>
                          <m:r>
                            <m:rPr>
                              <m:sty m:val="p"/>
                            </m:rPr>
                            <a:rPr lang="zh-CN" altLang="en-US" sz="2200" i="0">
                              <a:solidFill>
                                <a:srgbClr val="000000"/>
                              </a:solidFill>
                              <a:latin typeface="Cambria Math" panose="02040503050406030204" pitchFamily="18" charset="0"/>
                            </a:rPr>
                            <m:t>c</m:t>
                          </m:r>
                        </m:sub>
                      </m:sSub>
                      <m:r>
                        <a:rPr lang="zh-CN" altLang="en-US" sz="2200" i="1">
                          <a:solidFill>
                            <a:srgbClr val="000000"/>
                          </a:solidFill>
                          <a:latin typeface="Cambria Math" panose="02040503050406030204" pitchFamily="18" charset="0"/>
                        </a:rPr>
                        <m:t>≈</m:t>
                      </m:r>
                      <m:sSubSup>
                        <m:sSubSupPr>
                          <m:ctrlPr>
                            <a:rPr lang="zh-CN" altLang="en-US" sz="2200" i="1">
                              <a:solidFill>
                                <a:srgbClr val="000000"/>
                              </a:solidFill>
                              <a:latin typeface="Cambria Math" panose="02040503050406030204" pitchFamily="18" charset="0"/>
                            </a:rPr>
                          </m:ctrlPr>
                        </m:sSubSupPr>
                        <m:e>
                          <m:r>
                            <a:rPr lang="zh-CN" altLang="en-US" sz="2200" i="1">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𝑚𝑎𝑥</m:t>
                          </m:r>
                        </m:sub>
                        <m:sup>
                          <m:r>
                            <a:rPr lang="zh-CN" altLang="en-US" sz="2200" i="1">
                              <a:solidFill>
                                <a:srgbClr val="000000"/>
                              </a:solidFill>
                              <a:latin typeface="Cambria Math" panose="02040503050406030204" pitchFamily="18" charset="0"/>
                            </a:rPr>
                            <m:t>2</m:t>
                          </m:r>
                        </m:sup>
                      </m:sSubSup>
                      <m:r>
                        <a:rPr lang="zh-CN" altLang="en-US" sz="2200" i="1">
                          <a:solidFill>
                            <a:srgbClr val="000000"/>
                          </a:solidFill>
                          <a:latin typeface="Cambria Math" panose="02040503050406030204" pitchFamily="18" charset="0"/>
                        </a:rPr>
                        <m:t>≈</m:t>
                      </m:r>
                      <m:sSup>
                        <m:sSupPr>
                          <m:ctrlPr>
                            <a:rPr lang="zh-CN" altLang="en-US" sz="2200" i="1">
                              <a:solidFill>
                                <a:srgbClr val="000000"/>
                              </a:solidFill>
                              <a:latin typeface="Cambria Math" panose="02040503050406030204" pitchFamily="18" charset="0"/>
                            </a:rPr>
                          </m:ctrlPr>
                        </m:sSupPr>
                        <m:e>
                          <m:d>
                            <m:dPr>
                              <m:ctrlPr>
                                <a:rPr lang="zh-CN" altLang="en-US" sz="2200" i="1">
                                  <a:solidFill>
                                    <a:srgbClr val="000000"/>
                                  </a:solidFill>
                                  <a:latin typeface="Cambria Math" panose="02040503050406030204" pitchFamily="18" charset="0"/>
                                </a:rPr>
                              </m:ctrlPr>
                            </m:dPr>
                            <m:e>
                              <m:f>
                                <m:fPr>
                                  <m:ctrlPr>
                                    <a:rPr lang="zh-CN" altLang="en-US" sz="2200" i="1">
                                      <a:solidFill>
                                        <a:srgbClr val="000000"/>
                                      </a:solidFill>
                                      <a:latin typeface="Cambria Math" panose="02040503050406030204" pitchFamily="18" charset="0"/>
                                    </a:rPr>
                                  </m:ctrlPr>
                                </m:fPr>
                                <m:num>
                                  <m:r>
                                    <a:rPr lang="zh-CN" altLang="en-US" sz="2200" i="1">
                                      <a:solidFill>
                                        <a:srgbClr val="000000"/>
                                      </a:solidFill>
                                      <a:latin typeface="Cambria Math" panose="02040503050406030204" pitchFamily="18" charset="0"/>
                                    </a:rPr>
                                    <m:t>𝑅</m:t>
                                  </m:r>
                                  <m:r>
                                    <a:rPr lang="zh-CN" altLang="en-US" sz="2200" i="1">
                                      <a:solidFill>
                                        <a:srgbClr val="000000"/>
                                      </a:solidFill>
                                      <a:latin typeface="Cambria Math" panose="02040503050406030204" pitchFamily="18" charset="0"/>
                                    </a:rPr>
                                    <m:t>𝜆</m:t>
                                  </m:r>
                                </m:num>
                                <m:den>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en-US" altLang="zh-CN" sz="2200" b="0" i="1" smtClean="0">
                                          <a:solidFill>
                                            <a:srgbClr val="000000"/>
                                          </a:solidFill>
                                          <a:latin typeface="Cambria Math" panose="02040503050406030204" pitchFamily="18" charset="0"/>
                                        </a:rPr>
                                        <m:t>0</m:t>
                                      </m:r>
                                    </m:sub>
                                  </m:sSub>
                                </m:den>
                              </m:f>
                            </m:e>
                          </m:d>
                        </m:e>
                        <m:sup>
                          <m:r>
                            <a:rPr lang="zh-CN" altLang="en-US" sz="2200" i="1">
                              <a:solidFill>
                                <a:srgbClr val="000000"/>
                              </a:solidFill>
                              <a:latin typeface="Cambria Math" panose="02040503050406030204" pitchFamily="18" charset="0"/>
                            </a:rPr>
                            <m:t>2</m:t>
                          </m:r>
                        </m:sup>
                      </m:sSup>
                      <m:r>
                        <a:rPr lang="zh-CN" altLang="en-US" sz="2200" i="1">
                          <a:solidFill>
                            <a:srgbClr val="000000"/>
                          </a:solidFill>
                          <a:latin typeface="Cambria Math" panose="02040503050406030204" pitchFamily="18" charset="0"/>
                        </a:rPr>
                        <m:t>=</m:t>
                      </m:r>
                      <m:f>
                        <m:fPr>
                          <m:ctrlPr>
                            <a:rPr lang="zh-CN" altLang="en-US" sz="2200" i="1">
                              <a:solidFill>
                                <a:srgbClr val="000000"/>
                              </a:solidFill>
                              <a:latin typeface="Cambria Math" panose="02040503050406030204" pitchFamily="18" charset="0"/>
                            </a:rPr>
                          </m:ctrlPr>
                        </m:fPr>
                        <m:num>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𝑅</m:t>
                              </m:r>
                            </m:e>
                            <m:sup>
                              <m:r>
                                <a:rPr lang="zh-CN" altLang="en-US" sz="2200" i="1">
                                  <a:solidFill>
                                    <a:srgbClr val="000000"/>
                                  </a:solidFill>
                                  <a:latin typeface="Cambria Math" panose="02040503050406030204" pitchFamily="18" charset="0"/>
                                </a:rPr>
                                <m:t>2</m:t>
                              </m:r>
                            </m:sup>
                          </m:sSup>
                        </m:num>
                        <m:den>
                          <m:sSubSup>
                            <m:sSubSupPr>
                              <m:ctrlPr>
                                <a:rPr lang="zh-CN" altLang="en-US" sz="2200" i="1">
                                  <a:solidFill>
                                    <a:srgbClr val="000000"/>
                                  </a:solidFill>
                                  <a:latin typeface="Cambria Math" panose="02040503050406030204" pitchFamily="18" charset="0"/>
                                </a:rPr>
                              </m:ctrlPr>
                            </m:sSubSupPr>
                            <m:e>
                              <m:r>
                                <a:rPr lang="zh-CN" altLang="en-US" sz="2200" i="1">
                                  <a:solidFill>
                                    <a:srgbClr val="000000"/>
                                  </a:solidFill>
                                  <a:latin typeface="Cambria Math" panose="02040503050406030204" pitchFamily="18" charset="0"/>
                                </a:rPr>
                                <m:t>𝑏</m:t>
                              </m:r>
                            </m:e>
                            <m:sub>
                              <m:r>
                                <a:rPr lang="en-US" altLang="zh-CN" sz="2200" b="0" i="1" smtClean="0">
                                  <a:solidFill>
                                    <a:srgbClr val="000000"/>
                                  </a:solidFill>
                                  <a:latin typeface="Cambria Math" panose="02040503050406030204" pitchFamily="18" charset="0"/>
                                </a:rPr>
                                <m:t>0</m:t>
                              </m:r>
                            </m:sub>
                            <m:sup>
                              <m:r>
                                <a:rPr lang="zh-CN" altLang="en-US" sz="2200" i="1">
                                  <a:solidFill>
                                    <a:srgbClr val="000000"/>
                                  </a:solidFill>
                                  <a:latin typeface="Cambria Math" panose="02040503050406030204" pitchFamily="18" charset="0"/>
                                </a:rPr>
                                <m:t>2</m:t>
                              </m:r>
                            </m:sup>
                          </m:sSubSup>
                        </m:den>
                      </m:f>
                      <m:sSup>
                        <m:sSupPr>
                          <m:ctrlPr>
                            <a:rPr lang="zh-CN" altLang="en-US" sz="2200" i="1">
                              <a:solidFill>
                                <a:srgbClr val="000000"/>
                              </a:solidFill>
                              <a:latin typeface="Cambria Math" panose="02040503050406030204" pitchFamily="18" charset="0"/>
                            </a:rPr>
                          </m:ctrlPr>
                        </m:sSupPr>
                        <m:e>
                          <m:r>
                            <a:rPr lang="zh-CN" altLang="en-US" sz="2200" i="1">
                              <a:solidFill>
                                <a:srgbClr val="000000"/>
                              </a:solidFill>
                              <a:latin typeface="Cambria Math" panose="02040503050406030204" pitchFamily="18" charset="0"/>
                            </a:rPr>
                            <m:t>𝜆</m:t>
                          </m:r>
                        </m:e>
                        <m:sup>
                          <m:r>
                            <a:rPr lang="zh-CN" altLang="en-US" sz="2200" i="1">
                              <a:solidFill>
                                <a:srgbClr val="000000"/>
                              </a:solidFill>
                              <a:latin typeface="Cambria Math" panose="02040503050406030204" pitchFamily="18" charset="0"/>
                            </a:rPr>
                            <m:t>2</m:t>
                          </m:r>
                        </m:sup>
                      </m:sSup>
                    </m:oMath>
                  </m:oMathPara>
                </a14:m>
                <a:endParaRPr lang="zh-CN" altLang="en-US" sz="2200" dirty="0"/>
              </a:p>
            </p:txBody>
          </p:sp>
        </mc:Choice>
        <mc:Fallback xmlns="">
          <p:sp>
            <p:nvSpPr>
              <p:cNvPr id="7" name="对象 6">
                <a:extLst>
                  <a:ext uri="{FF2B5EF4-FFF2-40B4-BE49-F238E27FC236}">
                    <a16:creationId xmlns:a16="http://schemas.microsoft.com/office/drawing/2014/main" id="{A6EA4C3A-2493-471E-944F-1FA0A65F7113}"/>
                  </a:ext>
                </a:extLst>
              </p:cNvPr>
              <p:cNvSpPr txBox="1">
                <a:spLocks noRot="1" noChangeAspect="1" noMove="1" noResize="1" noEditPoints="1" noAdjustHandles="1" noChangeArrowheads="1" noChangeShapeType="1" noTextEdit="1"/>
              </p:cNvSpPr>
              <p:nvPr/>
            </p:nvSpPr>
            <p:spPr>
              <a:xfrm>
                <a:off x="1336242" y="4104221"/>
                <a:ext cx="3827211" cy="109733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2">
                <a:extLst>
                  <a:ext uri="{FF2B5EF4-FFF2-40B4-BE49-F238E27FC236}">
                    <a16:creationId xmlns:a16="http://schemas.microsoft.com/office/drawing/2014/main" id="{144A51C1-01A3-4C28-B560-7C9C3F42E4E6}"/>
                  </a:ext>
                </a:extLst>
              </p:cNvPr>
              <p:cNvSpPr>
                <a:spLocks noChangeArrowheads="1"/>
              </p:cNvSpPr>
              <p:nvPr/>
            </p:nvSpPr>
            <p:spPr bwMode="auto">
              <a:xfrm>
                <a:off x="295594" y="5246948"/>
                <a:ext cx="8177574" cy="1326327"/>
              </a:xfrm>
              <a:prstGeom prst="rect">
                <a:avLst/>
              </a:prstGeom>
              <a:noFill/>
              <a:ln>
                <a:noFill/>
              </a:ln>
              <a:effectLst/>
              <a:extLst>
                <a:ext uri="{909E8E84-426E-40DD-AFC4-6F175D3DCCD1}">
                  <a14:hiddenFill>
                    <a:solidFill>
                      <a:srgbClr val="00FFFF"/>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0" tIns="0" rIns="0" bIns="0"/>
              <a:lstStyle/>
              <a:p>
                <a:pPr algn="just" defTabSz="914400">
                  <a:lnSpc>
                    <a:spcPct val="13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光场的相干面积与光源对</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所张的立体角</a:t>
                </a:r>
                <a14:m>
                  <m:oMath xmlns:m="http://schemas.openxmlformats.org/officeDocument/2006/math">
                    <m:r>
                      <a:rPr lang="zh-CN" altLang="en-US" sz="220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m:t>
                    </m:r>
                    <m:r>
                      <a:rPr lang="zh-CN" altLang="en-US" sz="220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𝜑</m:t>
                    </m:r>
                    <m:r>
                      <a:rPr lang="en-US" altLang="zh-CN" sz="2200" i="1">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m:t>
                    </m:r>
                    <m:f>
                      <m:fPr>
                        <m:type m:val="lin"/>
                        <m:ctrlPr>
                          <a:rPr lang="en-US" altLang="zh-CN" sz="220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en-US" altLang="zh-CN" sz="220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200" b="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𝑏</m:t>
                            </m:r>
                          </m:e>
                          <m:sup>
                            <m:r>
                              <a:rPr lang="en-US" altLang="zh-CN" sz="2200" b="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2</m:t>
                            </m:r>
                          </m:sup>
                        </m:sSup>
                      </m:num>
                      <m:den>
                        <m:sSup>
                          <m:sSupPr>
                            <m:ctrlPr>
                              <a:rPr lang="en-US" altLang="zh-CN" sz="220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2200" b="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𝑅</m:t>
                            </m:r>
                          </m:e>
                          <m:sup>
                            <m:r>
                              <a:rPr lang="en-US" altLang="zh-CN" sz="2200" b="0" i="1" smtClean="0">
                                <a:solidFill>
                                  <a:prstClr val="black"/>
                                </a:solidFill>
                                <a:latin typeface="Cambria Math" panose="02040503050406030204" pitchFamily="18" charset="0"/>
                                <a:ea typeface="微软雅黑" panose="020B0503020204020204" pitchFamily="34" charset="-122"/>
                                <a:cs typeface="Times New Roman" panose="02020603050405020304" pitchFamily="18" charset="0"/>
                              </a:rPr>
                              <m:t>2</m:t>
                            </m:r>
                          </m:sup>
                        </m:sSup>
                      </m:den>
                    </m:f>
                  </m:oMath>
                </a14:m>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成反比。光源面积越小，距离所考虑的场点越远，则相干面积越大，空间相干性越好。 </a:t>
                </a:r>
              </a:p>
            </p:txBody>
          </p:sp>
        </mc:Choice>
        <mc:Fallback xmlns="">
          <p:sp>
            <p:nvSpPr>
              <p:cNvPr id="8" name="Rectangle 2">
                <a:extLst>
                  <a:ext uri="{FF2B5EF4-FFF2-40B4-BE49-F238E27FC236}">
                    <a16:creationId xmlns:a16="http://schemas.microsoft.com/office/drawing/2014/main" id="{144A51C1-01A3-4C28-B560-7C9C3F42E4E6}"/>
                  </a:ext>
                </a:extLst>
              </p:cNvPr>
              <p:cNvSpPr>
                <a:spLocks noRot="1" noChangeAspect="1" noMove="1" noResize="1" noEditPoints="1" noAdjustHandles="1" noChangeArrowheads="1" noChangeShapeType="1" noTextEdit="1"/>
              </p:cNvSpPr>
              <p:nvPr/>
            </p:nvSpPr>
            <p:spPr bwMode="auto">
              <a:xfrm>
                <a:off x="295594" y="5246948"/>
                <a:ext cx="8177574" cy="1326327"/>
              </a:xfrm>
              <a:prstGeom prst="rect">
                <a:avLst/>
              </a:prstGeom>
              <a:blipFill>
                <a:blip r:embed="rId5"/>
                <a:stretch>
                  <a:fillRect l="-2086" t="-38249" r="-2012" b="-8756"/>
                </a:stretch>
              </a:blip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38" name="组合 37">
            <a:extLst>
              <a:ext uri="{FF2B5EF4-FFF2-40B4-BE49-F238E27FC236}">
                <a16:creationId xmlns:a16="http://schemas.microsoft.com/office/drawing/2014/main" id="{9841A735-481D-4F84-932A-712AAAF1CE43}"/>
              </a:ext>
            </a:extLst>
          </p:cNvPr>
          <p:cNvGrpSpPr/>
          <p:nvPr/>
        </p:nvGrpSpPr>
        <p:grpSpPr>
          <a:xfrm>
            <a:off x="6201755" y="3045060"/>
            <a:ext cx="2611532" cy="1828117"/>
            <a:chOff x="6277407" y="3207366"/>
            <a:chExt cx="2611532" cy="1828117"/>
          </a:xfrm>
        </p:grpSpPr>
        <p:cxnSp>
          <p:nvCxnSpPr>
            <p:cNvPr id="9" name="直接连接符 8">
              <a:extLst>
                <a:ext uri="{FF2B5EF4-FFF2-40B4-BE49-F238E27FC236}">
                  <a16:creationId xmlns:a16="http://schemas.microsoft.com/office/drawing/2014/main" id="{335BFE43-569D-45E3-ADFD-03A9BFEE5C87}"/>
                </a:ext>
              </a:extLst>
            </p:cNvPr>
            <p:cNvCxnSpPr>
              <a:stCxn id="21" idx="0"/>
            </p:cNvCxnSpPr>
            <p:nvPr/>
          </p:nvCxnSpPr>
          <p:spPr>
            <a:xfrm flipV="1">
              <a:off x="6862418" y="3585373"/>
              <a:ext cx="807497" cy="302426"/>
            </a:xfrm>
            <a:prstGeom prst="line">
              <a:avLst/>
            </a:prstGeom>
            <a:noFill/>
            <a:ln w="9525" cap="flat" cmpd="sng" algn="ctr">
              <a:solidFill>
                <a:srgbClr val="FF0000"/>
              </a:solidFill>
              <a:prstDash val="solid"/>
            </a:ln>
            <a:effectLst/>
          </p:spPr>
        </p:cxnSp>
        <p:cxnSp>
          <p:nvCxnSpPr>
            <p:cNvPr id="10" name="直接连接符 9">
              <a:extLst>
                <a:ext uri="{FF2B5EF4-FFF2-40B4-BE49-F238E27FC236}">
                  <a16:creationId xmlns:a16="http://schemas.microsoft.com/office/drawing/2014/main" id="{9695CFD8-90E8-4DFE-B4C9-C4DA22F94989}"/>
                </a:ext>
              </a:extLst>
            </p:cNvPr>
            <p:cNvCxnSpPr/>
            <p:nvPr/>
          </p:nvCxnSpPr>
          <p:spPr>
            <a:xfrm flipV="1">
              <a:off x="6920133" y="3585373"/>
              <a:ext cx="749782" cy="536852"/>
            </a:xfrm>
            <a:prstGeom prst="line">
              <a:avLst/>
            </a:prstGeom>
            <a:noFill/>
            <a:ln w="9525" cap="flat" cmpd="sng" algn="ctr">
              <a:solidFill>
                <a:srgbClr val="FF0000"/>
              </a:solidFill>
              <a:prstDash val="solid"/>
            </a:ln>
            <a:effectLst/>
          </p:spPr>
        </p:cxnSp>
        <p:cxnSp>
          <p:nvCxnSpPr>
            <p:cNvPr id="11" name="直接连接符 10">
              <a:extLst>
                <a:ext uri="{FF2B5EF4-FFF2-40B4-BE49-F238E27FC236}">
                  <a16:creationId xmlns:a16="http://schemas.microsoft.com/office/drawing/2014/main" id="{534942F0-8E18-4C2D-983B-1269FED7732A}"/>
                </a:ext>
              </a:extLst>
            </p:cNvPr>
            <p:cNvCxnSpPr/>
            <p:nvPr/>
          </p:nvCxnSpPr>
          <p:spPr>
            <a:xfrm>
              <a:off x="6866178" y="3867287"/>
              <a:ext cx="798597" cy="577155"/>
            </a:xfrm>
            <a:prstGeom prst="line">
              <a:avLst/>
            </a:prstGeom>
            <a:noFill/>
            <a:ln w="9525" cap="flat" cmpd="sng" algn="ctr">
              <a:solidFill>
                <a:srgbClr val="0066FF"/>
              </a:solidFill>
              <a:prstDash val="solid"/>
            </a:ln>
            <a:effectLst/>
          </p:spPr>
        </p:cxnSp>
        <p:cxnSp>
          <p:nvCxnSpPr>
            <p:cNvPr id="12" name="直接连接符 11">
              <a:extLst>
                <a:ext uri="{FF2B5EF4-FFF2-40B4-BE49-F238E27FC236}">
                  <a16:creationId xmlns:a16="http://schemas.microsoft.com/office/drawing/2014/main" id="{A830E5F2-A0D4-4207-965C-DAC962ABB3CC}"/>
                </a:ext>
              </a:extLst>
            </p:cNvPr>
            <p:cNvCxnSpPr>
              <a:stCxn id="21" idx="4"/>
            </p:cNvCxnSpPr>
            <p:nvPr/>
          </p:nvCxnSpPr>
          <p:spPr>
            <a:xfrm>
              <a:off x="6862418" y="4118660"/>
              <a:ext cx="802357" cy="343592"/>
            </a:xfrm>
            <a:prstGeom prst="line">
              <a:avLst/>
            </a:prstGeom>
            <a:noFill/>
            <a:ln w="9525" cap="flat" cmpd="sng" algn="ctr">
              <a:solidFill>
                <a:srgbClr val="0066FF"/>
              </a:solidFill>
              <a:prstDash val="solid"/>
            </a:ln>
            <a:effectLst/>
          </p:spPr>
        </p:cxnSp>
        <p:sp>
          <p:nvSpPr>
            <p:cNvPr id="13" name="弧形 12">
              <a:extLst>
                <a:ext uri="{FF2B5EF4-FFF2-40B4-BE49-F238E27FC236}">
                  <a16:creationId xmlns:a16="http://schemas.microsoft.com/office/drawing/2014/main" id="{C7C51587-59E9-4EDB-8BE5-D8F01A6D2FB7}"/>
                </a:ext>
              </a:extLst>
            </p:cNvPr>
            <p:cNvSpPr/>
            <p:nvPr/>
          </p:nvSpPr>
          <p:spPr>
            <a:xfrm rot="8839973">
              <a:off x="7188889" y="3743866"/>
              <a:ext cx="72008" cy="153668"/>
            </a:xfrm>
            <a:prstGeom prst="arc">
              <a:avLst>
                <a:gd name="adj1" fmla="val 16638673"/>
                <a:gd name="adj2" fmla="val 4605816"/>
              </a:avLst>
            </a:prstGeom>
            <a:noFill/>
            <a:ln w="952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14" name="弧形 13">
              <a:extLst>
                <a:ext uri="{FF2B5EF4-FFF2-40B4-BE49-F238E27FC236}">
                  <a16:creationId xmlns:a16="http://schemas.microsoft.com/office/drawing/2014/main" id="{C54F3B3B-DAD9-445F-A44B-A48441DEF439}"/>
                </a:ext>
              </a:extLst>
            </p:cNvPr>
            <p:cNvSpPr/>
            <p:nvPr/>
          </p:nvSpPr>
          <p:spPr>
            <a:xfrm rot="11888625">
              <a:off x="7252308" y="4178476"/>
              <a:ext cx="72008" cy="142055"/>
            </a:xfrm>
            <a:prstGeom prst="arc">
              <a:avLst>
                <a:gd name="adj1" fmla="val 18061521"/>
                <a:gd name="adj2" fmla="val 4605816"/>
              </a:avLst>
            </a:prstGeom>
            <a:noFill/>
            <a:ln w="9525" cap="flat" cmpd="sng" algn="ctr">
              <a:solidFill>
                <a:srgbClr val="4F81BD">
                  <a:shade val="95000"/>
                  <a:satMod val="10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cxnSp>
          <p:nvCxnSpPr>
            <p:cNvPr id="15" name="直接箭头连接符 14">
              <a:extLst>
                <a:ext uri="{FF2B5EF4-FFF2-40B4-BE49-F238E27FC236}">
                  <a16:creationId xmlns:a16="http://schemas.microsoft.com/office/drawing/2014/main" id="{3A34B5D0-F76B-4A6D-BD50-F3526F6698AE}"/>
                </a:ext>
              </a:extLst>
            </p:cNvPr>
            <p:cNvCxnSpPr/>
            <p:nvPr/>
          </p:nvCxnSpPr>
          <p:spPr>
            <a:xfrm>
              <a:off x="6871231" y="4019831"/>
              <a:ext cx="2017708" cy="0"/>
            </a:xfrm>
            <a:prstGeom prst="straightConnector1">
              <a:avLst/>
            </a:prstGeom>
            <a:noFill/>
            <a:ln w="25400" cap="flat" cmpd="sng" algn="ctr">
              <a:solidFill>
                <a:sysClr val="windowText" lastClr="000000"/>
              </a:solidFill>
              <a:prstDash val="solid"/>
              <a:headEnd type="none" w="med" len="med"/>
              <a:tailEnd type="triangle" w="med" len="med"/>
            </a:ln>
            <a:effectLst/>
          </p:spPr>
        </p:cxnSp>
        <p:cxnSp>
          <p:nvCxnSpPr>
            <p:cNvPr id="16" name="直接连接符 15">
              <a:extLst>
                <a:ext uri="{FF2B5EF4-FFF2-40B4-BE49-F238E27FC236}">
                  <a16:creationId xmlns:a16="http://schemas.microsoft.com/office/drawing/2014/main" id="{354BDA1B-F4E9-48E9-B2E6-6C14DAE214A8}"/>
                </a:ext>
              </a:extLst>
            </p:cNvPr>
            <p:cNvCxnSpPr/>
            <p:nvPr/>
          </p:nvCxnSpPr>
          <p:spPr>
            <a:xfrm flipV="1">
              <a:off x="7664775" y="3577409"/>
              <a:ext cx="847800" cy="156"/>
            </a:xfrm>
            <a:prstGeom prst="line">
              <a:avLst/>
            </a:prstGeom>
            <a:noFill/>
            <a:ln w="9525" cap="flat" cmpd="sng" algn="ctr">
              <a:solidFill>
                <a:sysClr val="windowText" lastClr="000000"/>
              </a:solidFill>
              <a:prstDash val="solid"/>
            </a:ln>
            <a:effectLst/>
          </p:spPr>
        </p:cxnSp>
        <p:cxnSp>
          <p:nvCxnSpPr>
            <p:cNvPr id="17" name="直接连接符 16">
              <a:extLst>
                <a:ext uri="{FF2B5EF4-FFF2-40B4-BE49-F238E27FC236}">
                  <a16:creationId xmlns:a16="http://schemas.microsoft.com/office/drawing/2014/main" id="{BE05AB6B-41B9-4FAA-84C5-B107C149D3BD}"/>
                </a:ext>
              </a:extLst>
            </p:cNvPr>
            <p:cNvCxnSpPr/>
            <p:nvPr/>
          </p:nvCxnSpPr>
          <p:spPr>
            <a:xfrm>
              <a:off x="7684076" y="4469615"/>
              <a:ext cx="760386" cy="0"/>
            </a:xfrm>
            <a:prstGeom prst="line">
              <a:avLst/>
            </a:prstGeom>
            <a:noFill/>
            <a:ln w="9525" cap="flat" cmpd="sng" algn="ctr">
              <a:solidFill>
                <a:sysClr val="windowText" lastClr="000000"/>
              </a:solidFill>
              <a:prstDash val="solid"/>
            </a:ln>
            <a:effectLst/>
          </p:spPr>
        </p:cxnSp>
        <p:graphicFrame>
          <p:nvGraphicFramePr>
            <p:cNvPr id="18" name="对象 17">
              <a:extLst>
                <a:ext uri="{FF2B5EF4-FFF2-40B4-BE49-F238E27FC236}">
                  <a16:creationId xmlns:a16="http://schemas.microsoft.com/office/drawing/2014/main" id="{545B520D-F816-4CE8-94D8-BBF44C4AEBAE}"/>
                </a:ext>
              </a:extLst>
            </p:cNvPr>
            <p:cNvGraphicFramePr>
              <a:graphicFrameLocks noChangeAspect="1"/>
            </p:cNvGraphicFramePr>
            <p:nvPr>
              <p:extLst>
                <p:ext uri="{D42A27DB-BD31-4B8C-83A1-F6EECF244321}">
                  <p14:modId xmlns:p14="http://schemas.microsoft.com/office/powerpoint/2010/main" val="1665649140"/>
                </p:ext>
              </p:extLst>
            </p:nvPr>
          </p:nvGraphicFramePr>
          <p:xfrm>
            <a:off x="7665683" y="3207366"/>
            <a:ext cx="387043" cy="366051"/>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34" name="对象 33"/>
                        <p:cNvPicPr>
                          <a:picLocks noChangeAspect="1" noChangeArrowheads="1"/>
                        </p:cNvPicPr>
                        <p:nvPr/>
                      </p:nvPicPr>
                      <p:blipFill>
                        <a:blip r:embed="rId7"/>
                        <a:srcRect/>
                        <a:stretch>
                          <a:fillRect/>
                        </a:stretch>
                      </p:blipFill>
                      <p:spPr bwMode="auto">
                        <a:xfrm>
                          <a:off x="7665683" y="3207366"/>
                          <a:ext cx="387043" cy="366051"/>
                        </a:xfrm>
                        <a:prstGeom prst="rect">
                          <a:avLst/>
                        </a:prstGeom>
                        <a:noFill/>
                        <a:ln>
                          <a:noFill/>
                        </a:ln>
                      </p:spPr>
                    </p:pic>
                  </p:oleObj>
                </mc:Fallback>
              </mc:AlternateContent>
            </a:graphicData>
          </a:graphic>
        </p:graphicFrame>
        <p:cxnSp>
          <p:nvCxnSpPr>
            <p:cNvPr id="19" name="直接连接符 18">
              <a:extLst>
                <a:ext uri="{FF2B5EF4-FFF2-40B4-BE49-F238E27FC236}">
                  <a16:creationId xmlns:a16="http://schemas.microsoft.com/office/drawing/2014/main" id="{4D95CF62-CCDA-45BE-AEC0-543570FC586B}"/>
                </a:ext>
              </a:extLst>
            </p:cNvPr>
            <p:cNvCxnSpPr/>
            <p:nvPr/>
          </p:nvCxnSpPr>
          <p:spPr>
            <a:xfrm>
              <a:off x="8264283" y="3576777"/>
              <a:ext cx="0" cy="885475"/>
            </a:xfrm>
            <a:prstGeom prst="line">
              <a:avLst/>
            </a:prstGeom>
            <a:noFill/>
            <a:ln w="9525" cap="flat" cmpd="sng" algn="ctr">
              <a:solidFill>
                <a:sysClr val="windowText" lastClr="000000"/>
              </a:solidFill>
              <a:prstDash val="solid"/>
              <a:headEnd type="triangle" w="med" len="med"/>
              <a:tailEnd type="triangle" w="med" len="med"/>
            </a:ln>
            <a:effectLst/>
          </p:spPr>
        </p:cxnSp>
        <p:graphicFrame>
          <p:nvGraphicFramePr>
            <p:cNvPr id="20" name="对象 19">
              <a:extLst>
                <a:ext uri="{FF2B5EF4-FFF2-40B4-BE49-F238E27FC236}">
                  <a16:creationId xmlns:a16="http://schemas.microsoft.com/office/drawing/2014/main" id="{9150C3C5-1466-4C8F-B0E0-AD0A357451B1}"/>
                </a:ext>
              </a:extLst>
            </p:cNvPr>
            <p:cNvGraphicFramePr>
              <a:graphicFrameLocks noChangeAspect="1"/>
            </p:cNvGraphicFramePr>
            <p:nvPr>
              <p:extLst>
                <p:ext uri="{D42A27DB-BD31-4B8C-83A1-F6EECF244321}">
                  <p14:modId xmlns:p14="http://schemas.microsoft.com/office/powerpoint/2010/main" val="1517570058"/>
                </p:ext>
              </p:extLst>
            </p:nvPr>
          </p:nvGraphicFramePr>
          <p:xfrm>
            <a:off x="8257763" y="3645609"/>
            <a:ext cx="395287" cy="344488"/>
          </p:xfrm>
          <a:graphic>
            <a:graphicData uri="http://schemas.openxmlformats.org/presentationml/2006/ole">
              <mc:AlternateContent xmlns:mc="http://schemas.openxmlformats.org/markup-compatibility/2006">
                <mc:Choice xmlns:v="urn:schemas-microsoft-com:vml" Requires="v">
                  <p:oleObj name="Equation" r:id="rId8" imgW="139680" imgH="177480" progId="Equation.DSMT4">
                    <p:embed/>
                  </p:oleObj>
                </mc:Choice>
                <mc:Fallback>
                  <p:oleObj name="Equation" r:id="rId8" imgW="139680" imgH="177480" progId="Equation.DSMT4">
                    <p:embed/>
                    <p:pic>
                      <p:nvPicPr>
                        <p:cNvPr id="38" name="对象 37"/>
                        <p:cNvPicPr>
                          <a:picLocks noChangeAspect="1" noChangeArrowheads="1"/>
                        </p:cNvPicPr>
                        <p:nvPr/>
                      </p:nvPicPr>
                      <p:blipFill>
                        <a:blip r:embed="rId9"/>
                        <a:srcRect/>
                        <a:stretch>
                          <a:fillRect/>
                        </a:stretch>
                      </p:blipFill>
                      <p:spPr bwMode="auto">
                        <a:xfrm>
                          <a:off x="8257763" y="3645609"/>
                          <a:ext cx="395287"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椭圆 20">
              <a:extLst>
                <a:ext uri="{FF2B5EF4-FFF2-40B4-BE49-F238E27FC236}">
                  <a16:creationId xmlns:a16="http://schemas.microsoft.com/office/drawing/2014/main" id="{47B0CF3B-F69F-4A32-9A42-E98CE79B1259}"/>
                </a:ext>
              </a:extLst>
            </p:cNvPr>
            <p:cNvSpPr/>
            <p:nvPr/>
          </p:nvSpPr>
          <p:spPr>
            <a:xfrm>
              <a:off x="6804703" y="3887799"/>
              <a:ext cx="115430" cy="230861"/>
            </a:xfrm>
            <a:prstGeom prst="ellipse">
              <a:avLst/>
            </a:prstGeom>
            <a:solidFill>
              <a:srgbClr val="FF0000"/>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cxnSp>
          <p:nvCxnSpPr>
            <p:cNvPr id="22" name="直接连接符 21">
              <a:extLst>
                <a:ext uri="{FF2B5EF4-FFF2-40B4-BE49-F238E27FC236}">
                  <a16:creationId xmlns:a16="http://schemas.microsoft.com/office/drawing/2014/main" id="{D05B5926-247A-4DD4-B1DD-A49A7EB617BC}"/>
                </a:ext>
              </a:extLst>
            </p:cNvPr>
            <p:cNvCxnSpPr/>
            <p:nvPr/>
          </p:nvCxnSpPr>
          <p:spPr>
            <a:xfrm>
              <a:off x="6367175" y="3884217"/>
              <a:ext cx="532023" cy="0"/>
            </a:xfrm>
            <a:prstGeom prst="line">
              <a:avLst/>
            </a:prstGeom>
            <a:noFill/>
            <a:ln w="9525" cap="flat" cmpd="sng" algn="ctr">
              <a:solidFill>
                <a:sysClr val="windowText" lastClr="000000"/>
              </a:solidFill>
              <a:prstDash val="dash"/>
            </a:ln>
            <a:effectLst/>
          </p:spPr>
        </p:cxnSp>
        <p:cxnSp>
          <p:nvCxnSpPr>
            <p:cNvPr id="23" name="直接连接符 22">
              <a:extLst>
                <a:ext uri="{FF2B5EF4-FFF2-40B4-BE49-F238E27FC236}">
                  <a16:creationId xmlns:a16="http://schemas.microsoft.com/office/drawing/2014/main" id="{D3C04118-BF93-4DD5-BBAC-08493A743CA1}"/>
                </a:ext>
              </a:extLst>
            </p:cNvPr>
            <p:cNvCxnSpPr/>
            <p:nvPr/>
          </p:nvCxnSpPr>
          <p:spPr>
            <a:xfrm>
              <a:off x="6367175" y="4122225"/>
              <a:ext cx="532023" cy="0"/>
            </a:xfrm>
            <a:prstGeom prst="line">
              <a:avLst/>
            </a:prstGeom>
            <a:noFill/>
            <a:ln w="9525" cap="flat" cmpd="sng" algn="ctr">
              <a:solidFill>
                <a:sysClr val="windowText" lastClr="000000"/>
              </a:solidFill>
              <a:prstDash val="dash"/>
            </a:ln>
            <a:effectLst/>
          </p:spPr>
        </p:cxnSp>
        <p:cxnSp>
          <p:nvCxnSpPr>
            <p:cNvPr id="24" name="直接连接符 23">
              <a:extLst>
                <a:ext uri="{FF2B5EF4-FFF2-40B4-BE49-F238E27FC236}">
                  <a16:creationId xmlns:a16="http://schemas.microsoft.com/office/drawing/2014/main" id="{A500BDC6-9C76-49EC-B795-927D941EA1A9}"/>
                </a:ext>
              </a:extLst>
            </p:cNvPr>
            <p:cNvCxnSpPr/>
            <p:nvPr/>
          </p:nvCxnSpPr>
          <p:spPr>
            <a:xfrm flipH="1">
              <a:off x="6628906" y="3576621"/>
              <a:ext cx="4280" cy="307596"/>
            </a:xfrm>
            <a:prstGeom prst="line">
              <a:avLst/>
            </a:prstGeom>
            <a:noFill/>
            <a:ln w="9525" cap="flat" cmpd="sng" algn="ctr">
              <a:solidFill>
                <a:sysClr val="windowText" lastClr="000000"/>
              </a:solidFill>
              <a:prstDash val="solid"/>
              <a:headEnd type="none" w="med" len="med"/>
              <a:tailEnd type="triangle" w="med" len="med"/>
            </a:ln>
            <a:effectLst/>
          </p:spPr>
        </p:cxnSp>
        <p:cxnSp>
          <p:nvCxnSpPr>
            <p:cNvPr id="25" name="直接连接符 24">
              <a:extLst>
                <a:ext uri="{FF2B5EF4-FFF2-40B4-BE49-F238E27FC236}">
                  <a16:creationId xmlns:a16="http://schemas.microsoft.com/office/drawing/2014/main" id="{D1267BBF-D54D-4303-AE9E-46E075D43430}"/>
                </a:ext>
              </a:extLst>
            </p:cNvPr>
            <p:cNvCxnSpPr/>
            <p:nvPr/>
          </p:nvCxnSpPr>
          <p:spPr>
            <a:xfrm flipV="1">
              <a:off x="6628906" y="4107830"/>
              <a:ext cx="0" cy="336612"/>
            </a:xfrm>
            <a:prstGeom prst="line">
              <a:avLst/>
            </a:prstGeom>
            <a:noFill/>
            <a:ln w="9525" cap="flat" cmpd="sng" algn="ctr">
              <a:solidFill>
                <a:sysClr val="windowText" lastClr="000000"/>
              </a:solidFill>
              <a:prstDash val="solid"/>
              <a:headEnd type="none" w="med" len="med"/>
              <a:tailEnd type="triangle" w="med" len="med"/>
            </a:ln>
            <a:effectLst/>
          </p:spPr>
        </p:cxnSp>
        <p:graphicFrame>
          <p:nvGraphicFramePr>
            <p:cNvPr id="26" name="对象 25">
              <a:extLst>
                <a:ext uri="{FF2B5EF4-FFF2-40B4-BE49-F238E27FC236}">
                  <a16:creationId xmlns:a16="http://schemas.microsoft.com/office/drawing/2014/main" id="{E5D2FED0-9004-4A61-A020-78A2BA0F8B07}"/>
                </a:ext>
              </a:extLst>
            </p:cNvPr>
            <p:cNvGraphicFramePr>
              <a:graphicFrameLocks noChangeAspect="1"/>
            </p:cNvGraphicFramePr>
            <p:nvPr>
              <p:extLst>
                <p:ext uri="{D42A27DB-BD31-4B8C-83A1-F6EECF244321}">
                  <p14:modId xmlns:p14="http://schemas.microsoft.com/office/powerpoint/2010/main" val="497076054"/>
                </p:ext>
              </p:extLst>
            </p:nvPr>
          </p:nvGraphicFramePr>
          <p:xfrm>
            <a:off x="6277407" y="3409967"/>
            <a:ext cx="430213" cy="442912"/>
          </p:xfrm>
          <a:graphic>
            <a:graphicData uri="http://schemas.openxmlformats.org/presentationml/2006/ole">
              <mc:AlternateContent xmlns:mc="http://schemas.openxmlformats.org/markup-compatibility/2006">
                <mc:Choice xmlns:v="urn:schemas-microsoft-com:vml" Requires="v">
                  <p:oleObj name="Equation" r:id="rId10" imgW="152280" imgH="228600" progId="Equation.DSMT4">
                    <p:embed/>
                  </p:oleObj>
                </mc:Choice>
                <mc:Fallback>
                  <p:oleObj name="Equation" r:id="rId10" imgW="152280" imgH="228600" progId="Equation.DSMT4">
                    <p:embed/>
                    <p:pic>
                      <p:nvPicPr>
                        <p:cNvPr id="46" name="对象 45"/>
                        <p:cNvPicPr>
                          <a:picLocks noChangeAspect="1" noChangeArrowheads="1"/>
                        </p:cNvPicPr>
                        <p:nvPr/>
                      </p:nvPicPr>
                      <p:blipFill>
                        <a:blip r:embed="rId11"/>
                        <a:srcRect/>
                        <a:stretch>
                          <a:fillRect/>
                        </a:stretch>
                      </p:blipFill>
                      <p:spPr bwMode="auto">
                        <a:xfrm>
                          <a:off x="6277407" y="3409967"/>
                          <a:ext cx="4302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7" name="直接连接符 26">
              <a:extLst>
                <a:ext uri="{FF2B5EF4-FFF2-40B4-BE49-F238E27FC236}">
                  <a16:creationId xmlns:a16="http://schemas.microsoft.com/office/drawing/2014/main" id="{7B47B5DE-D933-4842-B274-926C2A0CAAB0}"/>
                </a:ext>
              </a:extLst>
            </p:cNvPr>
            <p:cNvCxnSpPr/>
            <p:nvPr/>
          </p:nvCxnSpPr>
          <p:spPr>
            <a:xfrm flipH="1">
              <a:off x="6858658" y="4019042"/>
              <a:ext cx="7520" cy="973914"/>
            </a:xfrm>
            <a:prstGeom prst="line">
              <a:avLst/>
            </a:prstGeom>
            <a:noFill/>
            <a:ln w="9525" cap="flat" cmpd="sng" algn="ctr">
              <a:solidFill>
                <a:sysClr val="windowText" lastClr="000000"/>
              </a:solidFill>
              <a:prstDash val="dash"/>
            </a:ln>
            <a:effectLst/>
          </p:spPr>
        </p:cxnSp>
        <p:cxnSp>
          <p:nvCxnSpPr>
            <p:cNvPr id="28" name="直接连接符 27">
              <a:extLst>
                <a:ext uri="{FF2B5EF4-FFF2-40B4-BE49-F238E27FC236}">
                  <a16:creationId xmlns:a16="http://schemas.microsoft.com/office/drawing/2014/main" id="{D6CF0D37-0C89-49B5-9317-3D3904CE7D4A}"/>
                </a:ext>
              </a:extLst>
            </p:cNvPr>
            <p:cNvCxnSpPr/>
            <p:nvPr/>
          </p:nvCxnSpPr>
          <p:spPr>
            <a:xfrm>
              <a:off x="7669915" y="3501380"/>
              <a:ext cx="0" cy="1534103"/>
            </a:xfrm>
            <a:prstGeom prst="line">
              <a:avLst/>
            </a:prstGeom>
            <a:noFill/>
            <a:ln w="9525" cap="flat" cmpd="sng" algn="ctr">
              <a:solidFill>
                <a:sysClr val="windowText" lastClr="000000"/>
              </a:solidFill>
              <a:prstDash val="dash"/>
            </a:ln>
            <a:effectLst/>
          </p:spPr>
        </p:cxnSp>
        <p:cxnSp>
          <p:nvCxnSpPr>
            <p:cNvPr id="29" name="直接连接符 28">
              <a:extLst>
                <a:ext uri="{FF2B5EF4-FFF2-40B4-BE49-F238E27FC236}">
                  <a16:creationId xmlns:a16="http://schemas.microsoft.com/office/drawing/2014/main" id="{2291B995-A9D5-4F2C-9398-6F6E1CE33DC2}"/>
                </a:ext>
              </a:extLst>
            </p:cNvPr>
            <p:cNvCxnSpPr/>
            <p:nvPr/>
          </p:nvCxnSpPr>
          <p:spPr>
            <a:xfrm>
              <a:off x="6871231" y="4897975"/>
              <a:ext cx="793544" cy="0"/>
            </a:xfrm>
            <a:prstGeom prst="line">
              <a:avLst/>
            </a:prstGeom>
            <a:noFill/>
            <a:ln w="9525" cap="flat" cmpd="sng" algn="ctr">
              <a:solidFill>
                <a:sysClr val="windowText" lastClr="000000"/>
              </a:solidFill>
              <a:prstDash val="solid"/>
              <a:headEnd type="triangle" w="med" len="med"/>
              <a:tailEnd type="triangle" w="med" len="med"/>
            </a:ln>
            <a:effectLst/>
          </p:spPr>
        </p:cxnSp>
        <p:graphicFrame>
          <p:nvGraphicFramePr>
            <p:cNvPr id="30" name="对象 29">
              <a:extLst>
                <a:ext uri="{FF2B5EF4-FFF2-40B4-BE49-F238E27FC236}">
                  <a16:creationId xmlns:a16="http://schemas.microsoft.com/office/drawing/2014/main" id="{E020F5B0-480C-41FF-8A6C-9D870212778C}"/>
                </a:ext>
              </a:extLst>
            </p:cNvPr>
            <p:cNvGraphicFramePr>
              <a:graphicFrameLocks noChangeAspect="1"/>
            </p:cNvGraphicFramePr>
            <p:nvPr>
              <p:extLst>
                <p:ext uri="{D42A27DB-BD31-4B8C-83A1-F6EECF244321}">
                  <p14:modId xmlns:p14="http://schemas.microsoft.com/office/powerpoint/2010/main" val="1657584331"/>
                </p:ext>
              </p:extLst>
            </p:nvPr>
          </p:nvGraphicFramePr>
          <p:xfrm>
            <a:off x="6909541" y="4539630"/>
            <a:ext cx="357188" cy="244475"/>
          </p:xfrm>
          <a:graphic>
            <a:graphicData uri="http://schemas.openxmlformats.org/presentationml/2006/ole">
              <mc:AlternateContent xmlns:mc="http://schemas.openxmlformats.org/markup-compatibility/2006">
                <mc:Choice xmlns:v="urn:schemas-microsoft-com:vml" Requires="v">
                  <p:oleObj name="Equation" r:id="rId12" imgW="152280" imgH="152280" progId="Equation.DSMT4">
                    <p:embed/>
                  </p:oleObj>
                </mc:Choice>
                <mc:Fallback>
                  <p:oleObj name="Equation" r:id="rId12" imgW="152280" imgH="152280" progId="Equation.DSMT4">
                    <p:embed/>
                    <p:pic>
                      <p:nvPicPr>
                        <p:cNvPr id="51" name="对象 50"/>
                        <p:cNvPicPr>
                          <a:picLocks noChangeAspect="1" noChangeArrowheads="1"/>
                        </p:cNvPicPr>
                        <p:nvPr/>
                      </p:nvPicPr>
                      <p:blipFill>
                        <a:blip r:embed="rId13"/>
                        <a:srcRect/>
                        <a:stretch>
                          <a:fillRect/>
                        </a:stretch>
                      </p:blipFill>
                      <p:spPr bwMode="auto">
                        <a:xfrm>
                          <a:off x="6909541" y="4539630"/>
                          <a:ext cx="3571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a:extLst>
                <a:ext uri="{FF2B5EF4-FFF2-40B4-BE49-F238E27FC236}">
                  <a16:creationId xmlns:a16="http://schemas.microsoft.com/office/drawing/2014/main" id="{E9D199CD-F17D-4F1A-82A9-DA59B4A89638}"/>
                </a:ext>
              </a:extLst>
            </p:cNvPr>
            <p:cNvGraphicFramePr>
              <a:graphicFrameLocks noChangeAspect="1"/>
            </p:cNvGraphicFramePr>
            <p:nvPr>
              <p:extLst>
                <p:ext uri="{D42A27DB-BD31-4B8C-83A1-F6EECF244321}">
                  <p14:modId xmlns:p14="http://schemas.microsoft.com/office/powerpoint/2010/main" val="2784021633"/>
                </p:ext>
              </p:extLst>
            </p:nvPr>
          </p:nvGraphicFramePr>
          <p:xfrm>
            <a:off x="7092280" y="4103331"/>
            <a:ext cx="139700" cy="165100"/>
          </p:xfrm>
          <a:graphic>
            <a:graphicData uri="http://schemas.openxmlformats.org/presentationml/2006/ole">
              <mc:AlternateContent xmlns:mc="http://schemas.openxmlformats.org/markup-compatibility/2006">
                <mc:Choice xmlns:v="urn:schemas-microsoft-com:vml" Requires="v">
                  <p:oleObj name="Equation" r:id="rId14" imgW="139680" imgH="164880" progId="Equation.DSMT4">
                    <p:embed/>
                  </p:oleObj>
                </mc:Choice>
                <mc:Fallback>
                  <p:oleObj name="Equation" r:id="rId14" imgW="139680" imgH="164880" progId="Equation.DSMT4">
                    <p:embed/>
                    <p:pic>
                      <p:nvPicPr>
                        <p:cNvPr id="55" name="对象 54"/>
                        <p:cNvPicPr/>
                        <p:nvPr/>
                      </p:nvPicPr>
                      <p:blipFill>
                        <a:blip r:embed="rId15"/>
                        <a:stretch>
                          <a:fillRect/>
                        </a:stretch>
                      </p:blipFill>
                      <p:spPr>
                        <a:xfrm>
                          <a:off x="7092280" y="4103331"/>
                          <a:ext cx="139700" cy="165100"/>
                        </a:xfrm>
                        <a:prstGeom prst="rect">
                          <a:avLst/>
                        </a:prstGeom>
                      </p:spPr>
                    </p:pic>
                  </p:oleObj>
                </mc:Fallback>
              </mc:AlternateContent>
            </a:graphicData>
          </a:graphic>
        </p:graphicFrame>
        <p:graphicFrame>
          <p:nvGraphicFramePr>
            <p:cNvPr id="32" name="对象 31">
              <a:extLst>
                <a:ext uri="{FF2B5EF4-FFF2-40B4-BE49-F238E27FC236}">
                  <a16:creationId xmlns:a16="http://schemas.microsoft.com/office/drawing/2014/main" id="{D14E3E2C-3388-4F60-B79F-E1A34659D152}"/>
                </a:ext>
              </a:extLst>
            </p:cNvPr>
            <p:cNvGraphicFramePr>
              <a:graphicFrameLocks noChangeAspect="1"/>
            </p:cNvGraphicFramePr>
            <p:nvPr>
              <p:extLst>
                <p:ext uri="{D42A27DB-BD31-4B8C-83A1-F6EECF244321}">
                  <p14:modId xmlns:p14="http://schemas.microsoft.com/office/powerpoint/2010/main" val="4063363200"/>
                </p:ext>
              </p:extLst>
            </p:nvPr>
          </p:nvGraphicFramePr>
          <p:xfrm>
            <a:off x="7013412" y="3801667"/>
            <a:ext cx="139700" cy="165100"/>
          </p:xfrm>
          <a:graphic>
            <a:graphicData uri="http://schemas.openxmlformats.org/presentationml/2006/ole">
              <mc:AlternateContent xmlns:mc="http://schemas.openxmlformats.org/markup-compatibility/2006">
                <mc:Choice xmlns:v="urn:schemas-microsoft-com:vml" Requires="v">
                  <p:oleObj name="Equation" r:id="rId16" imgW="139680" imgH="164880" progId="Equation.DSMT4">
                    <p:embed/>
                  </p:oleObj>
                </mc:Choice>
                <mc:Fallback>
                  <p:oleObj name="Equation" r:id="rId16" imgW="139680" imgH="164880" progId="Equation.DSMT4">
                    <p:embed/>
                    <p:pic>
                      <p:nvPicPr>
                        <p:cNvPr id="180226" name="对象 1802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013412" y="3801667"/>
                          <a:ext cx="1397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对象 32">
              <a:extLst>
                <a:ext uri="{FF2B5EF4-FFF2-40B4-BE49-F238E27FC236}">
                  <a16:creationId xmlns:a16="http://schemas.microsoft.com/office/drawing/2014/main" id="{EF3378DD-0350-47E3-8A7B-1CC163DB030A}"/>
                </a:ext>
              </a:extLst>
            </p:cNvPr>
            <p:cNvGraphicFramePr>
              <a:graphicFrameLocks noChangeAspect="1"/>
            </p:cNvGraphicFramePr>
            <p:nvPr>
              <p:extLst>
                <p:ext uri="{D42A27DB-BD31-4B8C-83A1-F6EECF244321}">
                  <p14:modId xmlns:p14="http://schemas.microsoft.com/office/powerpoint/2010/main" val="1724438987"/>
                </p:ext>
              </p:extLst>
            </p:nvPr>
          </p:nvGraphicFramePr>
          <p:xfrm>
            <a:off x="7661275" y="4462463"/>
            <a:ext cx="417513" cy="366712"/>
          </p:xfrm>
          <a:graphic>
            <a:graphicData uri="http://schemas.openxmlformats.org/presentationml/2006/ole">
              <mc:AlternateContent xmlns:mc="http://schemas.openxmlformats.org/markup-compatibility/2006">
                <mc:Choice xmlns:v="urn:schemas-microsoft-com:vml" Requires="v">
                  <p:oleObj name="Equation" r:id="rId18" imgW="177480" imgH="228600" progId="Equation.DSMT4">
                    <p:embed/>
                  </p:oleObj>
                </mc:Choice>
                <mc:Fallback>
                  <p:oleObj name="Equation" r:id="rId18" imgW="177480" imgH="228600" progId="Equation.DSMT4">
                    <p:embed/>
                    <p:pic>
                      <p:nvPicPr>
                        <p:cNvPr id="180227" name="对象 180226"/>
                        <p:cNvPicPr>
                          <a:picLocks noChangeAspect="1" noChangeArrowheads="1"/>
                        </p:cNvPicPr>
                        <p:nvPr/>
                      </p:nvPicPr>
                      <p:blipFill>
                        <a:blip r:embed="rId19"/>
                        <a:srcRect/>
                        <a:stretch>
                          <a:fillRect/>
                        </a:stretch>
                      </p:blipFill>
                      <p:spPr bwMode="auto">
                        <a:xfrm>
                          <a:off x="7661275" y="4462463"/>
                          <a:ext cx="4175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084549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D2F61CD-F370-43E9-8A51-FE61230FE961}"/>
              </a:ext>
            </a:extLst>
          </p:cNvPr>
          <p:cNvSpPr>
            <a:spLocks noChangeArrowheads="1"/>
          </p:cNvSpPr>
          <p:nvPr/>
        </p:nvSpPr>
        <p:spPr bwMode="auto">
          <a:xfrm>
            <a:off x="355170" y="2276872"/>
            <a:ext cx="8058423" cy="62201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endPar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2">
            <a:extLst>
              <a:ext uri="{FF2B5EF4-FFF2-40B4-BE49-F238E27FC236}">
                <a16:creationId xmlns:a16="http://schemas.microsoft.com/office/drawing/2014/main" id="{2CDC470E-6052-4B7B-BF19-C7C818274355}"/>
              </a:ext>
            </a:extLst>
          </p:cNvPr>
          <p:cNvSpPr>
            <a:spLocks noChangeArrowheads="1"/>
          </p:cNvSpPr>
          <p:nvPr/>
        </p:nvSpPr>
        <p:spPr bwMode="auto">
          <a:xfrm>
            <a:off x="269764" y="245214"/>
            <a:ext cx="5472608" cy="77804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相干孔径角</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：给定波前上具有相干性的两个间距最大的次级波源对光源中心的张角</a:t>
            </a:r>
          </a:p>
        </p:txBody>
      </p:sp>
      <p:graphicFrame>
        <p:nvGraphicFramePr>
          <p:cNvPr id="6" name="对象 5">
            <a:extLst>
              <a:ext uri="{FF2B5EF4-FFF2-40B4-BE49-F238E27FC236}">
                <a16:creationId xmlns:a16="http://schemas.microsoft.com/office/drawing/2014/main" id="{0F7C5408-6853-4678-B291-CF9B818DEBEA}"/>
              </a:ext>
            </a:extLst>
          </p:cNvPr>
          <p:cNvGraphicFramePr>
            <a:graphicFrameLocks noChangeAspect="1"/>
          </p:cNvGraphicFramePr>
          <p:nvPr>
            <p:extLst>
              <p:ext uri="{D42A27DB-BD31-4B8C-83A1-F6EECF244321}">
                <p14:modId xmlns:p14="http://schemas.microsoft.com/office/powerpoint/2010/main" val="3682140916"/>
              </p:ext>
            </p:extLst>
          </p:nvPr>
        </p:nvGraphicFramePr>
        <p:xfrm>
          <a:off x="2035678" y="1099686"/>
          <a:ext cx="2073354" cy="892815"/>
        </p:xfrm>
        <a:graphic>
          <a:graphicData uri="http://schemas.openxmlformats.org/presentationml/2006/ole">
            <mc:AlternateContent xmlns:mc="http://schemas.openxmlformats.org/markup-compatibility/2006">
              <mc:Choice xmlns:v="urn:schemas-microsoft-com:vml" Requires="v">
                <p:oleObj name="Equation" r:id="rId2" imgW="1002960" imgH="431640" progId="Equation.DSMT4">
                  <p:embed/>
                </p:oleObj>
              </mc:Choice>
              <mc:Fallback>
                <p:oleObj name="Equation" r:id="rId2" imgW="1002960" imgH="431640" progId="Equation.DSMT4">
                  <p:embed/>
                  <p:pic>
                    <p:nvPicPr>
                      <p:cNvPr id="6" name="对象 5"/>
                      <p:cNvPicPr/>
                      <p:nvPr/>
                    </p:nvPicPr>
                    <p:blipFill>
                      <a:blip r:embed="rId3"/>
                      <a:stretch>
                        <a:fillRect/>
                      </a:stretch>
                    </p:blipFill>
                    <p:spPr>
                      <a:xfrm>
                        <a:off x="2035678" y="1099686"/>
                        <a:ext cx="2073354" cy="892815"/>
                      </a:xfrm>
                      <a:prstGeom prst="rect">
                        <a:avLst/>
                      </a:prstGeom>
                    </p:spPr>
                  </p:pic>
                </p:oleObj>
              </mc:Fallback>
            </mc:AlternateContent>
          </a:graphicData>
        </a:graphic>
      </p:graphicFrame>
      <p:sp>
        <p:nvSpPr>
          <p:cNvPr id="7" name="矩形 6">
            <a:extLst>
              <a:ext uri="{FF2B5EF4-FFF2-40B4-BE49-F238E27FC236}">
                <a16:creationId xmlns:a16="http://schemas.microsoft.com/office/drawing/2014/main" id="{5342CC9E-67E6-465B-99D9-157E88EE0947}"/>
              </a:ext>
            </a:extLst>
          </p:cNvPr>
          <p:cNvSpPr/>
          <p:nvPr/>
        </p:nvSpPr>
        <p:spPr>
          <a:xfrm>
            <a:off x="195837" y="2587877"/>
            <a:ext cx="2810231" cy="3570208"/>
          </a:xfrm>
          <a:prstGeom prst="rect">
            <a:avLst/>
          </a:prstGeom>
        </p:spPr>
        <p:txBody>
          <a:bodyPr wrap="square">
            <a:spAutoFit/>
          </a:bodyPr>
          <a:lstStyle/>
          <a:p>
            <a:pPr algn="just" defTabSz="914400">
              <a:lnSpc>
                <a:spcPct val="130000"/>
              </a:lnSpc>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相干孔径角与给定波前到光源平面的距离</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成</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反比</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，与次级波源之间间距成</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正比</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。对于给定的相干孔径角，所考察的波前距离光源越远，则光源的横向相干范围越大。</a:t>
            </a:r>
          </a:p>
        </p:txBody>
      </p:sp>
      <p:pic>
        <p:nvPicPr>
          <p:cNvPr id="51" name="图片 50">
            <a:extLst>
              <a:ext uri="{FF2B5EF4-FFF2-40B4-BE49-F238E27FC236}">
                <a16:creationId xmlns:a16="http://schemas.microsoft.com/office/drawing/2014/main" id="{E0112257-7215-4E83-8209-6C16D6B1EDE6}"/>
              </a:ext>
            </a:extLst>
          </p:cNvPr>
          <p:cNvPicPr>
            <a:picLocks noChangeAspect="1"/>
          </p:cNvPicPr>
          <p:nvPr/>
        </p:nvPicPr>
        <p:blipFill>
          <a:blip r:embed="rId4"/>
          <a:stretch>
            <a:fillRect/>
          </a:stretch>
        </p:blipFill>
        <p:spPr>
          <a:xfrm>
            <a:off x="3572174" y="2120461"/>
            <a:ext cx="5296307" cy="3972766"/>
          </a:xfrm>
          <a:prstGeom prst="rect">
            <a:avLst/>
          </a:prstGeom>
        </p:spPr>
      </p:pic>
    </p:spTree>
    <p:extLst>
      <p:ext uri="{BB962C8B-B14F-4D97-AF65-F5344CB8AC3E}">
        <p14:creationId xmlns:p14="http://schemas.microsoft.com/office/powerpoint/2010/main" val="1404782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6D8890D-554F-4073-AB75-0798AB0305F5}"/>
              </a:ext>
            </a:extLst>
          </p:cNvPr>
          <p:cNvSpPr>
            <a:spLocks noChangeArrowheads="1"/>
          </p:cNvSpPr>
          <p:nvPr/>
        </p:nvSpPr>
        <p:spPr bwMode="auto">
          <a:xfrm>
            <a:off x="354931" y="232635"/>
            <a:ext cx="2889969" cy="40496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200" dirty="0">
                <a:solidFill>
                  <a:srgbClr val="0066FF"/>
                </a:solidFill>
                <a:latin typeface="Times New Roman" panose="02020603050405020304" pitchFamily="18" charset="0"/>
                <a:ea typeface="微软雅黑" panose="020B0503020204020204" pitchFamily="34" charset="-122"/>
                <a:cs typeface="Times New Roman" panose="02020603050405020304" pitchFamily="18" charset="0"/>
              </a:rPr>
              <a:t>空间相干性反比公式：</a:t>
            </a:r>
          </a:p>
        </p:txBody>
      </p:sp>
      <mc:AlternateContent xmlns:mc="http://schemas.openxmlformats.org/markup-compatibility/2006" xmlns:a14="http://schemas.microsoft.com/office/drawing/2010/main">
        <mc:Choice Requires="a14">
          <p:sp>
            <p:nvSpPr>
              <p:cNvPr id="9" name="对象 8">
                <a:extLst>
                  <a:ext uri="{FF2B5EF4-FFF2-40B4-BE49-F238E27FC236}">
                    <a16:creationId xmlns:a16="http://schemas.microsoft.com/office/drawing/2014/main" id="{65BA6701-009E-4D3F-91D9-BAC689D3F651}"/>
                  </a:ext>
                </a:extLst>
              </p:cNvPr>
              <p:cNvSpPr txBox="1"/>
              <p:nvPr/>
            </p:nvSpPr>
            <p:spPr>
              <a:xfrm>
                <a:off x="1151272" y="865526"/>
                <a:ext cx="2777038" cy="506746"/>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200" i="1" smtClean="0">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𝑏</m:t>
                          </m:r>
                        </m:e>
                        <m:sub>
                          <m:r>
                            <a:rPr lang="zh-CN" altLang="en-US" sz="2200" i="1">
                              <a:solidFill>
                                <a:srgbClr val="000000"/>
                              </a:solidFill>
                              <a:latin typeface="Cambria Math" panose="02040503050406030204" pitchFamily="18" charset="0"/>
                            </a:rPr>
                            <m:t>0</m:t>
                          </m:r>
                        </m:sub>
                      </m:sSub>
                      <m:r>
                        <m:rPr>
                          <m:sty m:val="p"/>
                        </m:rPr>
                        <a:rPr lang="zh-CN" altLang="en-US" sz="2200" i="1">
                          <a:solidFill>
                            <a:srgbClr val="000000"/>
                          </a:solidFill>
                          <a:latin typeface="Cambria Math" panose="02040503050406030204" pitchFamily="18" charset="0"/>
                        </a:rPr>
                        <m:t>Δ</m:t>
                      </m:r>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𝜃</m:t>
                          </m:r>
                        </m:e>
                        <m:sub>
                          <m:r>
                            <a:rPr lang="zh-CN" altLang="en-US" sz="2200" i="1">
                              <a:solidFill>
                                <a:srgbClr val="000000"/>
                              </a:solidFill>
                              <a:latin typeface="Cambria Math" panose="02040503050406030204" pitchFamily="18" charset="0"/>
                            </a:rPr>
                            <m:t>0</m:t>
                          </m:r>
                        </m:sub>
                      </m:sSub>
                      <m:r>
                        <a:rPr lang="zh-CN" altLang="en-US" sz="2200" i="1">
                          <a:solidFill>
                            <a:srgbClr val="000000"/>
                          </a:solidFill>
                          <a:latin typeface="Cambria Math" panose="02040503050406030204" pitchFamily="18" charset="0"/>
                        </a:rPr>
                        <m:t>≈</m:t>
                      </m:r>
                      <m:sSub>
                        <m:sSubPr>
                          <m:ctrlPr>
                            <a:rPr lang="zh-CN" altLang="en-US" sz="2200" i="1">
                              <a:solidFill>
                                <a:srgbClr val="000000"/>
                              </a:solidFill>
                              <a:latin typeface="Cambria Math" panose="02040503050406030204" pitchFamily="18" charset="0"/>
                            </a:rPr>
                          </m:ctrlPr>
                        </m:sSubPr>
                        <m:e>
                          <m:r>
                            <a:rPr lang="zh-CN" altLang="en-US" sz="2200" i="1">
                              <a:solidFill>
                                <a:srgbClr val="000000"/>
                              </a:solidFill>
                              <a:latin typeface="Cambria Math" panose="02040503050406030204" pitchFamily="18" charset="0"/>
                            </a:rPr>
                            <m:t>𝑑</m:t>
                          </m:r>
                        </m:e>
                        <m:sub>
                          <m:r>
                            <a:rPr lang="en-US" altLang="zh-CN" sz="2200" b="0" i="1" smtClean="0">
                              <a:solidFill>
                                <a:srgbClr val="000000"/>
                              </a:solidFill>
                              <a:latin typeface="Cambria Math" panose="02040503050406030204" pitchFamily="18" charset="0"/>
                            </a:rPr>
                            <m:t>𝑚𝑎𝑥</m:t>
                          </m:r>
                        </m:sub>
                      </m:sSub>
                      <m:r>
                        <a:rPr lang="zh-CN" altLang="en-US" sz="2200" i="1">
                          <a:solidFill>
                            <a:srgbClr val="000000"/>
                          </a:solidFill>
                          <a:latin typeface="Cambria Math" panose="02040503050406030204" pitchFamily="18" charset="0"/>
                        </a:rPr>
                        <m:t>𝜑</m:t>
                      </m:r>
                      <m:r>
                        <a:rPr lang="zh-CN" altLang="en-US" sz="2200" i="1">
                          <a:solidFill>
                            <a:srgbClr val="000000"/>
                          </a:solidFill>
                          <a:latin typeface="Cambria Math" panose="02040503050406030204" pitchFamily="18" charset="0"/>
                        </a:rPr>
                        <m:t>≈</m:t>
                      </m:r>
                      <m:r>
                        <a:rPr lang="zh-CN" altLang="en-US" sz="2200" i="1">
                          <a:solidFill>
                            <a:srgbClr val="000000"/>
                          </a:solidFill>
                          <a:latin typeface="Cambria Math" panose="02040503050406030204" pitchFamily="18" charset="0"/>
                        </a:rPr>
                        <m:t>𝜆</m:t>
                      </m:r>
                    </m:oMath>
                  </m:oMathPara>
                </a14:m>
                <a:endParaRPr lang="zh-CN" altLang="en-US" sz="2200" dirty="0"/>
              </a:p>
            </p:txBody>
          </p:sp>
        </mc:Choice>
        <mc:Fallback xmlns="">
          <p:sp>
            <p:nvSpPr>
              <p:cNvPr id="9" name="对象 8">
                <a:extLst>
                  <a:ext uri="{FF2B5EF4-FFF2-40B4-BE49-F238E27FC236}">
                    <a16:creationId xmlns:a16="http://schemas.microsoft.com/office/drawing/2014/main" id="{65BA6701-009E-4D3F-91D9-BAC689D3F651}"/>
                  </a:ext>
                </a:extLst>
              </p:cNvPr>
              <p:cNvSpPr txBox="1">
                <a:spLocks noRot="1" noChangeAspect="1" noMove="1" noResize="1" noEditPoints="1" noAdjustHandles="1" noChangeArrowheads="1" noChangeShapeType="1" noTextEdit="1"/>
              </p:cNvSpPr>
              <p:nvPr/>
            </p:nvSpPr>
            <p:spPr>
              <a:xfrm>
                <a:off x="1151272" y="865526"/>
                <a:ext cx="2777038" cy="506746"/>
              </a:xfrm>
              <a:prstGeom prst="rect">
                <a:avLst/>
              </a:prstGeom>
              <a:blipFill>
                <a:blip r:embed="rId2"/>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172D048A-56C4-4143-8D5C-AE21E93C0A91}"/>
              </a:ext>
            </a:extLst>
          </p:cNvPr>
          <p:cNvSpPr/>
          <p:nvPr/>
        </p:nvSpPr>
        <p:spPr>
          <a:xfrm>
            <a:off x="150532" y="1372272"/>
            <a:ext cx="8734927" cy="1555811"/>
          </a:xfrm>
          <a:prstGeom prst="rect">
            <a:avLst/>
          </a:prstGeom>
        </p:spPr>
        <p:txBody>
          <a:bodyPr wrap="square">
            <a:spAutoFit/>
          </a:bodyPr>
          <a:lstStyle/>
          <a:p>
            <a:pPr marL="342900" indent="-342900" algn="just" defTabSz="914400">
              <a:lnSpc>
                <a:spcPct val="150000"/>
              </a:lnSpc>
              <a:buFont typeface="Wingdings" panose="05000000000000000000" pitchFamily="2" charset="2"/>
              <a:buChar char="u"/>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光源的横向宽度越小，则相干孔径角越大，因而光源的空间相干性越高。当双缝处于相干孔径之内时，可出现干涉，否则无干涉。 </a:t>
            </a:r>
          </a:p>
          <a:p>
            <a:pPr marL="342900" indent="-342900" algn="just" defTabSz="914400">
              <a:lnSpc>
                <a:spcPct val="150000"/>
              </a:lnSpc>
              <a:buFont typeface="Wingdings" panose="05000000000000000000" pitchFamily="2" charset="2"/>
              <a:buChar char="u"/>
            </a:pP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点光源具有最大的空间相干性。</a:t>
            </a:r>
          </a:p>
        </p:txBody>
      </p:sp>
      <p:pic>
        <p:nvPicPr>
          <p:cNvPr id="51" name="图片 50">
            <a:extLst>
              <a:ext uri="{FF2B5EF4-FFF2-40B4-BE49-F238E27FC236}">
                <a16:creationId xmlns:a16="http://schemas.microsoft.com/office/drawing/2014/main" id="{6C3AA69E-0685-40C0-A078-C634598502CC}"/>
              </a:ext>
            </a:extLst>
          </p:cNvPr>
          <p:cNvPicPr>
            <a:picLocks noChangeAspect="1"/>
          </p:cNvPicPr>
          <p:nvPr/>
        </p:nvPicPr>
        <p:blipFill>
          <a:blip r:embed="rId3"/>
          <a:stretch>
            <a:fillRect/>
          </a:stretch>
        </p:blipFill>
        <p:spPr>
          <a:xfrm>
            <a:off x="2486097" y="3220726"/>
            <a:ext cx="3763008" cy="3200400"/>
          </a:xfrm>
          <a:prstGeom prst="rect">
            <a:avLst/>
          </a:prstGeom>
        </p:spPr>
      </p:pic>
    </p:spTree>
    <p:extLst>
      <p:ext uri="{BB962C8B-B14F-4D97-AF65-F5344CB8AC3E}">
        <p14:creationId xmlns:p14="http://schemas.microsoft.com/office/powerpoint/2010/main" val="176680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95B8EE-C6DC-40BE-9AED-EDD96FD2FB5D}"/>
              </a:ext>
            </a:extLst>
          </p:cNvPr>
          <p:cNvSpPr>
            <a:spLocks noChangeArrowheads="1"/>
          </p:cNvSpPr>
          <p:nvPr/>
        </p:nvSpPr>
        <p:spPr bwMode="auto">
          <a:xfrm>
            <a:off x="355170" y="2276872"/>
            <a:ext cx="8058423" cy="62201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endPar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Rectangle 2">
            <a:extLst>
              <a:ext uri="{FF2B5EF4-FFF2-40B4-BE49-F238E27FC236}">
                <a16:creationId xmlns:a16="http://schemas.microsoft.com/office/drawing/2014/main" id="{3D2F9DEA-F637-4FBF-87C2-1EAFE447C18F}"/>
              </a:ext>
            </a:extLst>
          </p:cNvPr>
          <p:cNvSpPr>
            <a:spLocks noChangeArrowheads="1"/>
          </p:cNvSpPr>
          <p:nvPr/>
        </p:nvSpPr>
        <p:spPr bwMode="auto">
          <a:xfrm>
            <a:off x="404353" y="190433"/>
            <a:ext cx="5112568" cy="425239"/>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迈克尔逊测星仪</a:t>
            </a:r>
          </a:p>
        </p:txBody>
      </p:sp>
      <p:sp>
        <p:nvSpPr>
          <p:cNvPr id="5" name="Line 2">
            <a:extLst>
              <a:ext uri="{FF2B5EF4-FFF2-40B4-BE49-F238E27FC236}">
                <a16:creationId xmlns:a16="http://schemas.microsoft.com/office/drawing/2014/main" id="{C526023E-522A-4307-957C-88FC79592BAA}"/>
              </a:ext>
            </a:extLst>
          </p:cNvPr>
          <p:cNvSpPr>
            <a:spLocks noChangeShapeType="1"/>
          </p:cNvSpPr>
          <p:nvPr/>
        </p:nvSpPr>
        <p:spPr bwMode="auto">
          <a:xfrm>
            <a:off x="3132138" y="3573463"/>
            <a:ext cx="0" cy="719137"/>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 name="Oval 3">
            <a:extLst>
              <a:ext uri="{FF2B5EF4-FFF2-40B4-BE49-F238E27FC236}">
                <a16:creationId xmlns:a16="http://schemas.microsoft.com/office/drawing/2014/main" id="{546D36FB-FFCF-44ED-A7D3-59417837F443}"/>
              </a:ext>
            </a:extLst>
          </p:cNvPr>
          <p:cNvSpPr>
            <a:spLocks noChangeArrowheads="1"/>
          </p:cNvSpPr>
          <p:nvPr/>
        </p:nvSpPr>
        <p:spPr bwMode="auto">
          <a:xfrm>
            <a:off x="324643" y="831809"/>
            <a:ext cx="144463" cy="431800"/>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7" name="Object 4">
            <a:extLst>
              <a:ext uri="{FF2B5EF4-FFF2-40B4-BE49-F238E27FC236}">
                <a16:creationId xmlns:a16="http://schemas.microsoft.com/office/drawing/2014/main" id="{24AB87FA-A4CA-4506-9328-B3EF9CBCEF47}"/>
              </a:ext>
            </a:extLst>
          </p:cNvPr>
          <p:cNvGraphicFramePr>
            <a:graphicFrameLocks noChangeAspect="1"/>
          </p:cNvGraphicFramePr>
          <p:nvPr>
            <p:extLst>
              <p:ext uri="{D42A27DB-BD31-4B8C-83A1-F6EECF244321}">
                <p14:modId xmlns:p14="http://schemas.microsoft.com/office/powerpoint/2010/main" val="447658326"/>
              </p:ext>
            </p:extLst>
          </p:nvPr>
        </p:nvGraphicFramePr>
        <p:xfrm>
          <a:off x="479425" y="6021388"/>
          <a:ext cx="263525" cy="312737"/>
        </p:xfrm>
        <a:graphic>
          <a:graphicData uri="http://schemas.openxmlformats.org/presentationml/2006/ole">
            <mc:AlternateContent xmlns:mc="http://schemas.openxmlformats.org/markup-compatibility/2006">
              <mc:Choice xmlns:v="urn:schemas-microsoft-com:vml" Requires="v">
                <p:oleObj name="Equation" r:id="rId3" imgW="139680" imgH="164880" progId="Equation.DSMT4">
                  <p:embed/>
                </p:oleObj>
              </mc:Choice>
              <mc:Fallback>
                <p:oleObj name="Equation" r:id="rId3" imgW="139680" imgH="164880" progId="Equation.DSMT4">
                  <p:embed/>
                  <p:pic>
                    <p:nvPicPr>
                      <p:cNvPr id="15" name="Object 4"/>
                      <p:cNvPicPr>
                        <a:picLocks noChangeAspect="1" noChangeArrowheads="1"/>
                      </p:cNvPicPr>
                      <p:nvPr/>
                    </p:nvPicPr>
                    <p:blipFill>
                      <a:blip r:embed="rId4"/>
                      <a:srcRect/>
                      <a:stretch>
                        <a:fillRect/>
                      </a:stretch>
                    </p:blipFill>
                    <p:spPr bwMode="auto">
                      <a:xfrm>
                        <a:off x="479425" y="6021388"/>
                        <a:ext cx="263525"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5">
            <a:extLst>
              <a:ext uri="{FF2B5EF4-FFF2-40B4-BE49-F238E27FC236}">
                <a16:creationId xmlns:a16="http://schemas.microsoft.com/office/drawing/2014/main" id="{ADBA7BDE-0EA0-4D2D-9945-37C5E456F2C7}"/>
              </a:ext>
            </a:extLst>
          </p:cNvPr>
          <p:cNvSpPr>
            <a:spLocks noChangeShapeType="1"/>
          </p:cNvSpPr>
          <p:nvPr/>
        </p:nvSpPr>
        <p:spPr bwMode="auto">
          <a:xfrm flipV="1">
            <a:off x="1620838" y="4221163"/>
            <a:ext cx="287337" cy="287337"/>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9" name="Line 6">
            <a:extLst>
              <a:ext uri="{FF2B5EF4-FFF2-40B4-BE49-F238E27FC236}">
                <a16:creationId xmlns:a16="http://schemas.microsoft.com/office/drawing/2014/main" id="{BA5BFC46-846C-487D-9C22-71B5F57A38E5}"/>
              </a:ext>
            </a:extLst>
          </p:cNvPr>
          <p:cNvSpPr>
            <a:spLocks noChangeShapeType="1"/>
          </p:cNvSpPr>
          <p:nvPr/>
        </p:nvSpPr>
        <p:spPr bwMode="auto">
          <a:xfrm flipH="1">
            <a:off x="1476375" y="5876925"/>
            <a:ext cx="576263" cy="576263"/>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 name="Line 7">
            <a:extLst>
              <a:ext uri="{FF2B5EF4-FFF2-40B4-BE49-F238E27FC236}">
                <a16:creationId xmlns:a16="http://schemas.microsoft.com/office/drawing/2014/main" id="{5B9EAA90-85C7-4DED-A5DF-DABA19B8EE40}"/>
              </a:ext>
            </a:extLst>
          </p:cNvPr>
          <p:cNvSpPr>
            <a:spLocks noChangeShapeType="1"/>
          </p:cNvSpPr>
          <p:nvPr/>
        </p:nvSpPr>
        <p:spPr bwMode="auto">
          <a:xfrm flipH="1" flipV="1">
            <a:off x="1620838" y="3357563"/>
            <a:ext cx="287337" cy="287337"/>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 name="Line 8">
            <a:extLst>
              <a:ext uri="{FF2B5EF4-FFF2-40B4-BE49-F238E27FC236}">
                <a16:creationId xmlns:a16="http://schemas.microsoft.com/office/drawing/2014/main" id="{C321B05F-9A6F-45E5-A9E2-6D7A29B9EAF2}"/>
              </a:ext>
            </a:extLst>
          </p:cNvPr>
          <p:cNvSpPr>
            <a:spLocks noChangeShapeType="1"/>
          </p:cNvSpPr>
          <p:nvPr/>
        </p:nvSpPr>
        <p:spPr bwMode="auto">
          <a:xfrm>
            <a:off x="1547813" y="1484313"/>
            <a:ext cx="576262" cy="576262"/>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2" name="Line 9">
            <a:extLst>
              <a:ext uri="{FF2B5EF4-FFF2-40B4-BE49-F238E27FC236}">
                <a16:creationId xmlns:a16="http://schemas.microsoft.com/office/drawing/2014/main" id="{4FCC3C17-9EB5-4A5C-A684-BA6E5343C9D9}"/>
              </a:ext>
            </a:extLst>
          </p:cNvPr>
          <p:cNvSpPr>
            <a:spLocks noChangeShapeType="1"/>
          </p:cNvSpPr>
          <p:nvPr/>
        </p:nvSpPr>
        <p:spPr bwMode="auto">
          <a:xfrm flipH="1" flipV="1">
            <a:off x="1692275" y="1628775"/>
            <a:ext cx="3600450" cy="71438"/>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13" name="Freeform 11">
            <a:extLst>
              <a:ext uri="{FF2B5EF4-FFF2-40B4-BE49-F238E27FC236}">
                <a16:creationId xmlns:a16="http://schemas.microsoft.com/office/drawing/2014/main" id="{30532201-82E5-42BB-99AB-669907634823}"/>
              </a:ext>
            </a:extLst>
          </p:cNvPr>
          <p:cNvSpPr>
            <a:spLocks/>
          </p:cNvSpPr>
          <p:nvPr/>
        </p:nvSpPr>
        <p:spPr bwMode="auto">
          <a:xfrm flipH="1">
            <a:off x="3421063" y="2708275"/>
            <a:ext cx="71437" cy="719138"/>
          </a:xfrm>
          <a:custGeom>
            <a:avLst/>
            <a:gdLst>
              <a:gd name="T0" fmla="*/ 0 w 91"/>
              <a:gd name="T1" fmla="*/ 0 h 1270"/>
              <a:gd name="T2" fmla="*/ 0 w 91"/>
              <a:gd name="T3" fmla="*/ 1270 h 1270"/>
              <a:gd name="T4" fmla="*/ 91 w 91"/>
              <a:gd name="T5" fmla="*/ 1134 h 1270"/>
              <a:gd name="T6" fmla="*/ 91 w 91"/>
              <a:gd name="T7" fmla="*/ 0 h 1270"/>
              <a:gd name="T8" fmla="*/ 0 w 91"/>
              <a:gd name="T9" fmla="*/ 0 h 1270"/>
            </a:gdLst>
            <a:ahLst/>
            <a:cxnLst>
              <a:cxn ang="0">
                <a:pos x="T0" y="T1"/>
              </a:cxn>
              <a:cxn ang="0">
                <a:pos x="T2" y="T3"/>
              </a:cxn>
              <a:cxn ang="0">
                <a:pos x="T4" y="T5"/>
              </a:cxn>
              <a:cxn ang="0">
                <a:pos x="T6" y="T7"/>
              </a:cxn>
              <a:cxn ang="0">
                <a:pos x="T8" y="T9"/>
              </a:cxn>
            </a:cxnLst>
            <a:rect l="0" t="0" r="r" b="b"/>
            <a:pathLst>
              <a:path w="91" h="1270">
                <a:moveTo>
                  <a:pt x="0" y="0"/>
                </a:moveTo>
                <a:lnTo>
                  <a:pt x="0" y="1270"/>
                </a:lnTo>
                <a:lnTo>
                  <a:pt x="91" y="1134"/>
                </a:lnTo>
                <a:lnTo>
                  <a:pt x="91" y="0"/>
                </a:lnTo>
                <a:lnTo>
                  <a:pt x="0" y="0"/>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Freeform 12">
            <a:extLst>
              <a:ext uri="{FF2B5EF4-FFF2-40B4-BE49-F238E27FC236}">
                <a16:creationId xmlns:a16="http://schemas.microsoft.com/office/drawing/2014/main" id="{C6E670CE-925F-49F8-BB14-C5D41D5D1A3F}"/>
              </a:ext>
            </a:extLst>
          </p:cNvPr>
          <p:cNvSpPr>
            <a:spLocks/>
          </p:cNvSpPr>
          <p:nvPr/>
        </p:nvSpPr>
        <p:spPr bwMode="auto">
          <a:xfrm flipH="1" flipV="1">
            <a:off x="3421063" y="4438650"/>
            <a:ext cx="71437" cy="719138"/>
          </a:xfrm>
          <a:custGeom>
            <a:avLst/>
            <a:gdLst>
              <a:gd name="T0" fmla="*/ 0 w 91"/>
              <a:gd name="T1" fmla="*/ 0 h 1270"/>
              <a:gd name="T2" fmla="*/ 0 w 91"/>
              <a:gd name="T3" fmla="*/ 1270 h 1270"/>
              <a:gd name="T4" fmla="*/ 91 w 91"/>
              <a:gd name="T5" fmla="*/ 1134 h 1270"/>
              <a:gd name="T6" fmla="*/ 91 w 91"/>
              <a:gd name="T7" fmla="*/ 0 h 1270"/>
              <a:gd name="T8" fmla="*/ 0 w 91"/>
              <a:gd name="T9" fmla="*/ 0 h 1270"/>
            </a:gdLst>
            <a:ahLst/>
            <a:cxnLst>
              <a:cxn ang="0">
                <a:pos x="T0" y="T1"/>
              </a:cxn>
              <a:cxn ang="0">
                <a:pos x="T2" y="T3"/>
              </a:cxn>
              <a:cxn ang="0">
                <a:pos x="T4" y="T5"/>
              </a:cxn>
              <a:cxn ang="0">
                <a:pos x="T6" y="T7"/>
              </a:cxn>
              <a:cxn ang="0">
                <a:pos x="T8" y="T9"/>
              </a:cxn>
            </a:cxnLst>
            <a:rect l="0" t="0" r="r" b="b"/>
            <a:pathLst>
              <a:path w="91" h="1270">
                <a:moveTo>
                  <a:pt x="0" y="0"/>
                </a:moveTo>
                <a:lnTo>
                  <a:pt x="0" y="1270"/>
                </a:lnTo>
                <a:lnTo>
                  <a:pt x="91" y="1134"/>
                </a:lnTo>
                <a:lnTo>
                  <a:pt x="91" y="0"/>
                </a:lnTo>
                <a:lnTo>
                  <a:pt x="0" y="0"/>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Freeform 13">
            <a:extLst>
              <a:ext uri="{FF2B5EF4-FFF2-40B4-BE49-F238E27FC236}">
                <a16:creationId xmlns:a16="http://schemas.microsoft.com/office/drawing/2014/main" id="{AF562653-A1BA-4646-88E6-DB9E112D2332}"/>
              </a:ext>
            </a:extLst>
          </p:cNvPr>
          <p:cNvSpPr>
            <a:spLocks/>
          </p:cNvSpPr>
          <p:nvPr/>
        </p:nvSpPr>
        <p:spPr bwMode="auto">
          <a:xfrm>
            <a:off x="3419475" y="3571875"/>
            <a:ext cx="73025" cy="720725"/>
          </a:xfrm>
          <a:custGeom>
            <a:avLst/>
            <a:gdLst>
              <a:gd name="T0" fmla="*/ 0 w 45"/>
              <a:gd name="T1" fmla="*/ 46 h 590"/>
              <a:gd name="T2" fmla="*/ 0 w 45"/>
              <a:gd name="T3" fmla="*/ 545 h 590"/>
              <a:gd name="T4" fmla="*/ 45 w 45"/>
              <a:gd name="T5" fmla="*/ 590 h 590"/>
              <a:gd name="T6" fmla="*/ 45 w 45"/>
              <a:gd name="T7" fmla="*/ 0 h 590"/>
              <a:gd name="T8" fmla="*/ 0 w 45"/>
              <a:gd name="T9" fmla="*/ 46 h 590"/>
            </a:gdLst>
            <a:ahLst/>
            <a:cxnLst>
              <a:cxn ang="0">
                <a:pos x="T0" y="T1"/>
              </a:cxn>
              <a:cxn ang="0">
                <a:pos x="T2" y="T3"/>
              </a:cxn>
              <a:cxn ang="0">
                <a:pos x="T4" y="T5"/>
              </a:cxn>
              <a:cxn ang="0">
                <a:pos x="T6" y="T7"/>
              </a:cxn>
              <a:cxn ang="0">
                <a:pos x="T8" y="T9"/>
              </a:cxn>
            </a:cxnLst>
            <a:rect l="0" t="0" r="r" b="b"/>
            <a:pathLst>
              <a:path w="45" h="590">
                <a:moveTo>
                  <a:pt x="0" y="46"/>
                </a:moveTo>
                <a:lnTo>
                  <a:pt x="0" y="545"/>
                </a:lnTo>
                <a:lnTo>
                  <a:pt x="45" y="590"/>
                </a:lnTo>
                <a:lnTo>
                  <a:pt x="45" y="0"/>
                </a:lnTo>
                <a:lnTo>
                  <a:pt x="0" y="46"/>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Oval 14">
            <a:extLst>
              <a:ext uri="{FF2B5EF4-FFF2-40B4-BE49-F238E27FC236}">
                <a16:creationId xmlns:a16="http://schemas.microsoft.com/office/drawing/2014/main" id="{4496AFDA-D18D-4FAC-B35B-1D62970ACC01}"/>
              </a:ext>
            </a:extLst>
          </p:cNvPr>
          <p:cNvSpPr>
            <a:spLocks noChangeArrowheads="1"/>
          </p:cNvSpPr>
          <p:nvPr/>
        </p:nvSpPr>
        <p:spPr bwMode="auto">
          <a:xfrm>
            <a:off x="4211638" y="2566988"/>
            <a:ext cx="288925" cy="2733675"/>
          </a:xfrm>
          <a:prstGeom prst="ellipse">
            <a:avLst/>
          </a:prstGeom>
          <a:solidFill>
            <a:srgbClr val="EAEAEA"/>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Line 15">
            <a:extLst>
              <a:ext uri="{FF2B5EF4-FFF2-40B4-BE49-F238E27FC236}">
                <a16:creationId xmlns:a16="http://schemas.microsoft.com/office/drawing/2014/main" id="{056CE3BE-C634-4B87-86AD-B53BC8212049}"/>
              </a:ext>
            </a:extLst>
          </p:cNvPr>
          <p:cNvSpPr>
            <a:spLocks noChangeShapeType="1"/>
          </p:cNvSpPr>
          <p:nvPr/>
        </p:nvSpPr>
        <p:spPr bwMode="auto">
          <a:xfrm>
            <a:off x="755650" y="3933825"/>
            <a:ext cx="5113338"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8" name="Line 16">
            <a:extLst>
              <a:ext uri="{FF2B5EF4-FFF2-40B4-BE49-F238E27FC236}">
                <a16:creationId xmlns:a16="http://schemas.microsoft.com/office/drawing/2014/main" id="{0C084766-4461-488F-9B06-E2C51F600437}"/>
              </a:ext>
            </a:extLst>
          </p:cNvPr>
          <p:cNvSpPr>
            <a:spLocks noChangeShapeType="1"/>
          </p:cNvSpPr>
          <p:nvPr/>
        </p:nvSpPr>
        <p:spPr bwMode="auto">
          <a:xfrm>
            <a:off x="5868988" y="2062163"/>
            <a:ext cx="0" cy="3743325"/>
          </a:xfrm>
          <a:prstGeom prst="line">
            <a:avLst/>
          </a:prstGeom>
          <a:noFill/>
          <a:ln w="381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9" name="Line 17">
            <a:extLst>
              <a:ext uri="{FF2B5EF4-FFF2-40B4-BE49-F238E27FC236}">
                <a16:creationId xmlns:a16="http://schemas.microsoft.com/office/drawing/2014/main" id="{1B540498-29A0-42A5-85DF-3455A5577650}"/>
              </a:ext>
            </a:extLst>
          </p:cNvPr>
          <p:cNvSpPr>
            <a:spLocks noChangeShapeType="1"/>
          </p:cNvSpPr>
          <p:nvPr/>
        </p:nvSpPr>
        <p:spPr bwMode="auto">
          <a:xfrm flipH="1">
            <a:off x="1763713" y="3500438"/>
            <a:ext cx="1728787" cy="0"/>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0" name="Line 18">
            <a:extLst>
              <a:ext uri="{FF2B5EF4-FFF2-40B4-BE49-F238E27FC236}">
                <a16:creationId xmlns:a16="http://schemas.microsoft.com/office/drawing/2014/main" id="{A82AA362-83F9-4335-8BE8-29AA2E37C041}"/>
              </a:ext>
            </a:extLst>
          </p:cNvPr>
          <p:cNvSpPr>
            <a:spLocks noChangeShapeType="1"/>
          </p:cNvSpPr>
          <p:nvPr/>
        </p:nvSpPr>
        <p:spPr bwMode="auto">
          <a:xfrm flipH="1">
            <a:off x="1836738" y="1700213"/>
            <a:ext cx="3455987" cy="73025"/>
          </a:xfrm>
          <a:prstGeom prst="line">
            <a:avLst/>
          </a:prstGeom>
          <a:noFill/>
          <a:ln w="9525">
            <a:solidFill>
              <a:srgbClr val="33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1" name="Line 19">
            <a:extLst>
              <a:ext uri="{FF2B5EF4-FFF2-40B4-BE49-F238E27FC236}">
                <a16:creationId xmlns:a16="http://schemas.microsoft.com/office/drawing/2014/main" id="{4274A20A-AEDE-4458-B35A-7D5DEBAEC30C}"/>
              </a:ext>
            </a:extLst>
          </p:cNvPr>
          <p:cNvSpPr>
            <a:spLocks noChangeShapeType="1"/>
          </p:cNvSpPr>
          <p:nvPr/>
        </p:nvSpPr>
        <p:spPr bwMode="auto">
          <a:xfrm flipH="1">
            <a:off x="1692275" y="6164263"/>
            <a:ext cx="3600450" cy="71437"/>
          </a:xfrm>
          <a:prstGeom prst="line">
            <a:avLst/>
          </a:prstGeom>
          <a:noFill/>
          <a:ln w="9525">
            <a:solidFill>
              <a:srgbClr val="33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2" name="Line 20">
            <a:extLst>
              <a:ext uri="{FF2B5EF4-FFF2-40B4-BE49-F238E27FC236}">
                <a16:creationId xmlns:a16="http://schemas.microsoft.com/office/drawing/2014/main" id="{D2446CD9-AAF2-4733-A0A2-670E479FA4F8}"/>
              </a:ext>
            </a:extLst>
          </p:cNvPr>
          <p:cNvSpPr>
            <a:spLocks noChangeShapeType="1"/>
          </p:cNvSpPr>
          <p:nvPr/>
        </p:nvSpPr>
        <p:spPr bwMode="auto">
          <a:xfrm flipH="1" flipV="1">
            <a:off x="1836738" y="6092825"/>
            <a:ext cx="3455987" cy="73025"/>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3" name="Line 21">
            <a:extLst>
              <a:ext uri="{FF2B5EF4-FFF2-40B4-BE49-F238E27FC236}">
                <a16:creationId xmlns:a16="http://schemas.microsoft.com/office/drawing/2014/main" id="{A039D146-1B2D-41CF-82C0-8BC622DB59D2}"/>
              </a:ext>
            </a:extLst>
          </p:cNvPr>
          <p:cNvSpPr>
            <a:spLocks noChangeShapeType="1"/>
          </p:cNvSpPr>
          <p:nvPr/>
        </p:nvSpPr>
        <p:spPr bwMode="auto">
          <a:xfrm flipH="1" flipV="1">
            <a:off x="1692275" y="3429000"/>
            <a:ext cx="1800225" cy="71438"/>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4" name="Line 22">
            <a:extLst>
              <a:ext uri="{FF2B5EF4-FFF2-40B4-BE49-F238E27FC236}">
                <a16:creationId xmlns:a16="http://schemas.microsoft.com/office/drawing/2014/main" id="{A5A7D7CA-C90C-4A77-8F38-4197CA0F2113}"/>
              </a:ext>
            </a:extLst>
          </p:cNvPr>
          <p:cNvSpPr>
            <a:spLocks noChangeShapeType="1"/>
          </p:cNvSpPr>
          <p:nvPr/>
        </p:nvSpPr>
        <p:spPr bwMode="auto">
          <a:xfrm flipV="1">
            <a:off x="1692275" y="1628775"/>
            <a:ext cx="0" cy="180022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5" name="Line 23">
            <a:extLst>
              <a:ext uri="{FF2B5EF4-FFF2-40B4-BE49-F238E27FC236}">
                <a16:creationId xmlns:a16="http://schemas.microsoft.com/office/drawing/2014/main" id="{683B699B-24B2-417C-B25D-AA6BD9555F22}"/>
              </a:ext>
            </a:extLst>
          </p:cNvPr>
          <p:cNvSpPr>
            <a:spLocks noChangeShapeType="1"/>
          </p:cNvSpPr>
          <p:nvPr/>
        </p:nvSpPr>
        <p:spPr bwMode="auto">
          <a:xfrm flipV="1">
            <a:off x="1763713" y="1773238"/>
            <a:ext cx="73025" cy="1727200"/>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6" name="Line 24">
            <a:extLst>
              <a:ext uri="{FF2B5EF4-FFF2-40B4-BE49-F238E27FC236}">
                <a16:creationId xmlns:a16="http://schemas.microsoft.com/office/drawing/2014/main" id="{7ECE6524-ABB4-495F-8E83-51514859B9D9}"/>
              </a:ext>
            </a:extLst>
          </p:cNvPr>
          <p:cNvSpPr>
            <a:spLocks noChangeShapeType="1"/>
          </p:cNvSpPr>
          <p:nvPr/>
        </p:nvSpPr>
        <p:spPr bwMode="auto">
          <a:xfrm>
            <a:off x="1692275" y="4437063"/>
            <a:ext cx="0" cy="180022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7" name="Line 25">
            <a:extLst>
              <a:ext uri="{FF2B5EF4-FFF2-40B4-BE49-F238E27FC236}">
                <a16:creationId xmlns:a16="http://schemas.microsoft.com/office/drawing/2014/main" id="{D3EB60D6-BB85-4C71-A1BF-063955429D71}"/>
              </a:ext>
            </a:extLst>
          </p:cNvPr>
          <p:cNvSpPr>
            <a:spLocks noChangeShapeType="1"/>
          </p:cNvSpPr>
          <p:nvPr/>
        </p:nvSpPr>
        <p:spPr bwMode="auto">
          <a:xfrm>
            <a:off x="1763713" y="4365625"/>
            <a:ext cx="73025" cy="1727200"/>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8" name="Line 26">
            <a:extLst>
              <a:ext uri="{FF2B5EF4-FFF2-40B4-BE49-F238E27FC236}">
                <a16:creationId xmlns:a16="http://schemas.microsoft.com/office/drawing/2014/main" id="{3006BA86-2976-4281-B9CC-95FA177EE93C}"/>
              </a:ext>
            </a:extLst>
          </p:cNvPr>
          <p:cNvSpPr>
            <a:spLocks noChangeShapeType="1"/>
          </p:cNvSpPr>
          <p:nvPr/>
        </p:nvSpPr>
        <p:spPr bwMode="auto">
          <a:xfrm flipH="1" flipV="1">
            <a:off x="1763713" y="4365625"/>
            <a:ext cx="1728787" cy="0"/>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29" name="Line 27">
            <a:extLst>
              <a:ext uri="{FF2B5EF4-FFF2-40B4-BE49-F238E27FC236}">
                <a16:creationId xmlns:a16="http://schemas.microsoft.com/office/drawing/2014/main" id="{731E50F4-6F2B-43FC-B933-8474FC6B636F}"/>
              </a:ext>
            </a:extLst>
          </p:cNvPr>
          <p:cNvSpPr>
            <a:spLocks noChangeShapeType="1"/>
          </p:cNvSpPr>
          <p:nvPr/>
        </p:nvSpPr>
        <p:spPr bwMode="auto">
          <a:xfrm flipH="1">
            <a:off x="1692275" y="4365625"/>
            <a:ext cx="1800225" cy="71438"/>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0" name="Line 28">
            <a:extLst>
              <a:ext uri="{FF2B5EF4-FFF2-40B4-BE49-F238E27FC236}">
                <a16:creationId xmlns:a16="http://schemas.microsoft.com/office/drawing/2014/main" id="{BC13C889-AD8E-45A5-9822-65AABAC54488}"/>
              </a:ext>
            </a:extLst>
          </p:cNvPr>
          <p:cNvSpPr>
            <a:spLocks noChangeShapeType="1"/>
          </p:cNvSpPr>
          <p:nvPr/>
        </p:nvSpPr>
        <p:spPr bwMode="auto">
          <a:xfrm flipH="1" flipV="1">
            <a:off x="323850" y="1600200"/>
            <a:ext cx="1368425" cy="2857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1" name="Line 29">
            <a:extLst>
              <a:ext uri="{FF2B5EF4-FFF2-40B4-BE49-F238E27FC236}">
                <a16:creationId xmlns:a16="http://schemas.microsoft.com/office/drawing/2014/main" id="{BB0EF306-4C84-4D3C-A7FC-DD6E9CA9DB65}"/>
              </a:ext>
            </a:extLst>
          </p:cNvPr>
          <p:cNvSpPr>
            <a:spLocks noChangeShapeType="1"/>
          </p:cNvSpPr>
          <p:nvPr/>
        </p:nvSpPr>
        <p:spPr bwMode="auto">
          <a:xfrm flipH="1">
            <a:off x="309563" y="1773238"/>
            <a:ext cx="1527175" cy="2857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2" name="Line 30">
            <a:extLst>
              <a:ext uri="{FF2B5EF4-FFF2-40B4-BE49-F238E27FC236}">
                <a16:creationId xmlns:a16="http://schemas.microsoft.com/office/drawing/2014/main" id="{7A92A026-F742-43B7-BB54-C35DE37FA4A2}"/>
              </a:ext>
            </a:extLst>
          </p:cNvPr>
          <p:cNvSpPr>
            <a:spLocks noChangeShapeType="1"/>
          </p:cNvSpPr>
          <p:nvPr/>
        </p:nvSpPr>
        <p:spPr bwMode="auto">
          <a:xfrm flipH="1">
            <a:off x="323850" y="6237288"/>
            <a:ext cx="1368425" cy="2857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3" name="Line 31">
            <a:extLst>
              <a:ext uri="{FF2B5EF4-FFF2-40B4-BE49-F238E27FC236}">
                <a16:creationId xmlns:a16="http://schemas.microsoft.com/office/drawing/2014/main" id="{8D2EBC52-0433-4149-952B-634157AB1F62}"/>
              </a:ext>
            </a:extLst>
          </p:cNvPr>
          <p:cNvSpPr>
            <a:spLocks noChangeShapeType="1"/>
          </p:cNvSpPr>
          <p:nvPr/>
        </p:nvSpPr>
        <p:spPr bwMode="auto">
          <a:xfrm flipH="1" flipV="1">
            <a:off x="338138" y="6064250"/>
            <a:ext cx="1498600" cy="2857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34" name="Line 32">
            <a:extLst>
              <a:ext uri="{FF2B5EF4-FFF2-40B4-BE49-F238E27FC236}">
                <a16:creationId xmlns:a16="http://schemas.microsoft.com/office/drawing/2014/main" id="{3A32F524-4214-4FB3-B297-9063276A567E}"/>
              </a:ext>
            </a:extLst>
          </p:cNvPr>
          <p:cNvSpPr>
            <a:spLocks noChangeShapeType="1"/>
          </p:cNvSpPr>
          <p:nvPr/>
        </p:nvSpPr>
        <p:spPr bwMode="auto">
          <a:xfrm flipH="1">
            <a:off x="180975" y="1700213"/>
            <a:ext cx="287338"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Line 33">
            <a:extLst>
              <a:ext uri="{FF2B5EF4-FFF2-40B4-BE49-F238E27FC236}">
                <a16:creationId xmlns:a16="http://schemas.microsoft.com/office/drawing/2014/main" id="{01093791-4CBC-42C2-B700-EF5C60D2C5FC}"/>
              </a:ext>
            </a:extLst>
          </p:cNvPr>
          <p:cNvSpPr>
            <a:spLocks noChangeShapeType="1"/>
          </p:cNvSpPr>
          <p:nvPr/>
        </p:nvSpPr>
        <p:spPr bwMode="auto">
          <a:xfrm flipH="1">
            <a:off x="179388" y="6165850"/>
            <a:ext cx="288925"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6" name="Line 34">
            <a:extLst>
              <a:ext uri="{FF2B5EF4-FFF2-40B4-BE49-F238E27FC236}">
                <a16:creationId xmlns:a16="http://schemas.microsoft.com/office/drawing/2014/main" id="{89CA8867-FB7C-47D0-8440-CF47D235D797}"/>
              </a:ext>
            </a:extLst>
          </p:cNvPr>
          <p:cNvSpPr>
            <a:spLocks noChangeShapeType="1"/>
          </p:cNvSpPr>
          <p:nvPr/>
        </p:nvSpPr>
        <p:spPr bwMode="auto">
          <a:xfrm>
            <a:off x="323850" y="1700213"/>
            <a:ext cx="0" cy="4465637"/>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37" name="Object 35">
            <a:extLst>
              <a:ext uri="{FF2B5EF4-FFF2-40B4-BE49-F238E27FC236}">
                <a16:creationId xmlns:a16="http://schemas.microsoft.com/office/drawing/2014/main" id="{421203BB-B283-41C1-AC30-E8D43FB29EC4}"/>
              </a:ext>
            </a:extLst>
          </p:cNvPr>
          <p:cNvGraphicFramePr>
            <a:graphicFrameLocks noChangeAspect="1"/>
          </p:cNvGraphicFramePr>
          <p:nvPr>
            <p:extLst>
              <p:ext uri="{D42A27DB-BD31-4B8C-83A1-F6EECF244321}">
                <p14:modId xmlns:p14="http://schemas.microsoft.com/office/powerpoint/2010/main" val="268263871"/>
              </p:ext>
            </p:extLst>
          </p:nvPr>
        </p:nvGraphicFramePr>
        <p:xfrm>
          <a:off x="365125" y="3487738"/>
          <a:ext cx="223838" cy="312737"/>
        </p:xfrm>
        <a:graphic>
          <a:graphicData uri="http://schemas.openxmlformats.org/presentationml/2006/ole">
            <mc:AlternateContent xmlns:mc="http://schemas.openxmlformats.org/markup-compatibility/2006">
              <mc:Choice xmlns:v="urn:schemas-microsoft-com:vml" Requires="v">
                <p:oleObj name="Equation" r:id="rId5" imgW="126720" imgH="177480" progId="Equation.DSMT4">
                  <p:embed/>
                </p:oleObj>
              </mc:Choice>
              <mc:Fallback>
                <p:oleObj name="Equation" r:id="rId5" imgW="126720" imgH="177480" progId="Equation.DSMT4">
                  <p:embed/>
                  <p:pic>
                    <p:nvPicPr>
                      <p:cNvPr id="48" name="Object 35"/>
                      <p:cNvPicPr>
                        <a:picLocks noChangeAspect="1" noChangeArrowheads="1"/>
                      </p:cNvPicPr>
                      <p:nvPr/>
                    </p:nvPicPr>
                    <p:blipFill>
                      <a:blip r:embed="rId6"/>
                      <a:srcRect/>
                      <a:stretch>
                        <a:fillRect/>
                      </a:stretch>
                    </p:blipFill>
                    <p:spPr bwMode="auto">
                      <a:xfrm>
                        <a:off x="365125" y="3487738"/>
                        <a:ext cx="223838" cy="31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6">
            <a:extLst>
              <a:ext uri="{FF2B5EF4-FFF2-40B4-BE49-F238E27FC236}">
                <a16:creationId xmlns:a16="http://schemas.microsoft.com/office/drawing/2014/main" id="{3641661D-FEF1-4EDD-BC43-E13A47F1B357}"/>
              </a:ext>
            </a:extLst>
          </p:cNvPr>
          <p:cNvGraphicFramePr>
            <a:graphicFrameLocks noChangeAspect="1"/>
          </p:cNvGraphicFramePr>
          <p:nvPr/>
        </p:nvGraphicFramePr>
        <p:xfrm>
          <a:off x="2054225" y="1916113"/>
          <a:ext cx="430213" cy="431800"/>
        </p:xfrm>
        <a:graphic>
          <a:graphicData uri="http://schemas.openxmlformats.org/presentationml/2006/ole">
            <mc:AlternateContent xmlns:mc="http://schemas.openxmlformats.org/markup-compatibility/2006">
              <mc:Choice xmlns:v="urn:schemas-microsoft-com:vml" Requires="v">
                <p:oleObj name="Equation" r:id="rId7" imgW="228600" imgH="228600" progId="Equation.DSMT4">
                  <p:embed/>
                </p:oleObj>
              </mc:Choice>
              <mc:Fallback>
                <p:oleObj name="Equation" r:id="rId7" imgW="228600" imgH="228600" progId="Equation.DSMT4">
                  <p:embed/>
                  <p:pic>
                    <p:nvPicPr>
                      <p:cNvPr id="49"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4225" y="1916113"/>
                        <a:ext cx="4302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37">
            <a:extLst>
              <a:ext uri="{FF2B5EF4-FFF2-40B4-BE49-F238E27FC236}">
                <a16:creationId xmlns:a16="http://schemas.microsoft.com/office/drawing/2014/main" id="{77377202-8BFF-4B47-BABA-55A444A6376A}"/>
              </a:ext>
            </a:extLst>
          </p:cNvPr>
          <p:cNvGraphicFramePr>
            <a:graphicFrameLocks noChangeAspect="1"/>
          </p:cNvGraphicFramePr>
          <p:nvPr/>
        </p:nvGraphicFramePr>
        <p:xfrm>
          <a:off x="1176338" y="4292600"/>
          <a:ext cx="454025" cy="431800"/>
        </p:xfrm>
        <a:graphic>
          <a:graphicData uri="http://schemas.openxmlformats.org/presentationml/2006/ole">
            <mc:AlternateContent xmlns:mc="http://schemas.openxmlformats.org/markup-compatibility/2006">
              <mc:Choice xmlns:v="urn:schemas-microsoft-com:vml" Requires="v">
                <p:oleObj name="Equation" r:id="rId9" imgW="241200" imgH="228600" progId="Equation.DSMT4">
                  <p:embed/>
                </p:oleObj>
              </mc:Choice>
              <mc:Fallback>
                <p:oleObj name="Equation" r:id="rId9" imgW="241200" imgH="228600" progId="Equation.DSMT4">
                  <p:embed/>
                  <p:pic>
                    <p:nvPicPr>
                      <p:cNvPr id="5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6338" y="4292600"/>
                        <a:ext cx="4540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38">
            <a:extLst>
              <a:ext uri="{FF2B5EF4-FFF2-40B4-BE49-F238E27FC236}">
                <a16:creationId xmlns:a16="http://schemas.microsoft.com/office/drawing/2014/main" id="{FC97CE0D-F568-44D8-B29A-AB41E8BE716D}"/>
              </a:ext>
            </a:extLst>
          </p:cNvPr>
          <p:cNvGraphicFramePr>
            <a:graphicFrameLocks noChangeAspect="1"/>
          </p:cNvGraphicFramePr>
          <p:nvPr/>
        </p:nvGraphicFramePr>
        <p:xfrm>
          <a:off x="1187450" y="3068638"/>
          <a:ext cx="430213" cy="431800"/>
        </p:xfrm>
        <a:graphic>
          <a:graphicData uri="http://schemas.openxmlformats.org/presentationml/2006/ole">
            <mc:AlternateContent xmlns:mc="http://schemas.openxmlformats.org/markup-compatibility/2006">
              <mc:Choice xmlns:v="urn:schemas-microsoft-com:vml" Requires="v">
                <p:oleObj name="Equation" r:id="rId11" imgW="228600" imgH="228600" progId="Equation.DSMT4">
                  <p:embed/>
                </p:oleObj>
              </mc:Choice>
              <mc:Fallback>
                <p:oleObj name="Equation" r:id="rId11" imgW="228600" imgH="228600" progId="Equation.DSMT4">
                  <p:embed/>
                  <p:pic>
                    <p:nvPicPr>
                      <p:cNvPr id="51"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3068638"/>
                        <a:ext cx="4302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39">
            <a:extLst>
              <a:ext uri="{FF2B5EF4-FFF2-40B4-BE49-F238E27FC236}">
                <a16:creationId xmlns:a16="http://schemas.microsoft.com/office/drawing/2014/main" id="{20B58F65-BB88-47CF-BEE7-1491B5D0406E}"/>
              </a:ext>
            </a:extLst>
          </p:cNvPr>
          <p:cNvGraphicFramePr>
            <a:graphicFrameLocks noChangeAspect="1"/>
          </p:cNvGraphicFramePr>
          <p:nvPr/>
        </p:nvGraphicFramePr>
        <p:xfrm>
          <a:off x="2100263" y="5661025"/>
          <a:ext cx="455612" cy="431800"/>
        </p:xfrm>
        <a:graphic>
          <a:graphicData uri="http://schemas.openxmlformats.org/presentationml/2006/ole">
            <mc:AlternateContent xmlns:mc="http://schemas.openxmlformats.org/markup-compatibility/2006">
              <mc:Choice xmlns:v="urn:schemas-microsoft-com:vml" Requires="v">
                <p:oleObj name="Equation" r:id="rId13" imgW="241200" imgH="228600" progId="Equation.DSMT4">
                  <p:embed/>
                </p:oleObj>
              </mc:Choice>
              <mc:Fallback>
                <p:oleObj name="Equation" r:id="rId13" imgW="241200" imgH="228600" progId="Equation.DSMT4">
                  <p:embed/>
                  <p:pic>
                    <p:nvPicPr>
                      <p:cNvPr id="52" name="Object 3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0263" y="5661025"/>
                        <a:ext cx="4556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40">
            <a:extLst>
              <a:ext uri="{FF2B5EF4-FFF2-40B4-BE49-F238E27FC236}">
                <a16:creationId xmlns:a16="http://schemas.microsoft.com/office/drawing/2014/main" id="{042EA7A4-23DB-4972-8867-3EDFCFE20A6C}"/>
              </a:ext>
            </a:extLst>
          </p:cNvPr>
          <p:cNvGraphicFramePr>
            <a:graphicFrameLocks noChangeAspect="1"/>
          </p:cNvGraphicFramePr>
          <p:nvPr/>
        </p:nvGraphicFramePr>
        <p:xfrm>
          <a:off x="3132138" y="2997200"/>
          <a:ext cx="311150" cy="431800"/>
        </p:xfrm>
        <a:graphic>
          <a:graphicData uri="http://schemas.openxmlformats.org/presentationml/2006/ole">
            <mc:AlternateContent xmlns:mc="http://schemas.openxmlformats.org/markup-compatibility/2006">
              <mc:Choice xmlns:v="urn:schemas-microsoft-com:vml" Requires="v">
                <p:oleObj name="Equation" r:id="rId15" imgW="164880" imgH="228600" progId="Equation.DSMT4">
                  <p:embed/>
                </p:oleObj>
              </mc:Choice>
              <mc:Fallback>
                <p:oleObj name="Equation" r:id="rId15" imgW="164880" imgH="228600" progId="Equation.DSMT4">
                  <p:embed/>
                  <p:pic>
                    <p:nvPicPr>
                      <p:cNvPr id="53" name="Object 4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32138" y="2997200"/>
                        <a:ext cx="3111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41">
            <a:extLst>
              <a:ext uri="{FF2B5EF4-FFF2-40B4-BE49-F238E27FC236}">
                <a16:creationId xmlns:a16="http://schemas.microsoft.com/office/drawing/2014/main" id="{7B3777E8-833B-4240-8719-142DB3D3EDC2}"/>
              </a:ext>
            </a:extLst>
          </p:cNvPr>
          <p:cNvGraphicFramePr>
            <a:graphicFrameLocks noChangeAspect="1"/>
          </p:cNvGraphicFramePr>
          <p:nvPr/>
        </p:nvGraphicFramePr>
        <p:xfrm>
          <a:off x="3086100" y="4365625"/>
          <a:ext cx="334963" cy="431800"/>
        </p:xfrm>
        <a:graphic>
          <a:graphicData uri="http://schemas.openxmlformats.org/presentationml/2006/ole">
            <mc:AlternateContent xmlns:mc="http://schemas.openxmlformats.org/markup-compatibility/2006">
              <mc:Choice xmlns:v="urn:schemas-microsoft-com:vml" Requires="v">
                <p:oleObj name="Equation" r:id="rId17" imgW="177480" imgH="228600" progId="Equation.DSMT4">
                  <p:embed/>
                </p:oleObj>
              </mc:Choice>
              <mc:Fallback>
                <p:oleObj name="Equation" r:id="rId17" imgW="177480" imgH="228600" progId="Equation.DSMT4">
                  <p:embed/>
                  <p:pic>
                    <p:nvPicPr>
                      <p:cNvPr id="54"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86100" y="4365625"/>
                        <a:ext cx="33496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Line 42">
            <a:extLst>
              <a:ext uri="{FF2B5EF4-FFF2-40B4-BE49-F238E27FC236}">
                <a16:creationId xmlns:a16="http://schemas.microsoft.com/office/drawing/2014/main" id="{F7EE731D-535E-4E34-B44C-EB734D02A6BD}"/>
              </a:ext>
            </a:extLst>
          </p:cNvPr>
          <p:cNvSpPr>
            <a:spLocks noChangeShapeType="1"/>
          </p:cNvSpPr>
          <p:nvPr/>
        </p:nvSpPr>
        <p:spPr bwMode="auto">
          <a:xfrm flipV="1">
            <a:off x="3492500" y="4149725"/>
            <a:ext cx="863600" cy="2159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43">
            <a:extLst>
              <a:ext uri="{FF2B5EF4-FFF2-40B4-BE49-F238E27FC236}">
                <a16:creationId xmlns:a16="http://schemas.microsoft.com/office/drawing/2014/main" id="{FC8BC174-904C-4136-828F-638B34BC1F4E}"/>
              </a:ext>
            </a:extLst>
          </p:cNvPr>
          <p:cNvSpPr>
            <a:spLocks noChangeShapeType="1"/>
          </p:cNvSpPr>
          <p:nvPr/>
        </p:nvSpPr>
        <p:spPr bwMode="auto">
          <a:xfrm flipV="1">
            <a:off x="3492500" y="3284538"/>
            <a:ext cx="863600" cy="2159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Line 44">
            <a:extLst>
              <a:ext uri="{FF2B5EF4-FFF2-40B4-BE49-F238E27FC236}">
                <a16:creationId xmlns:a16="http://schemas.microsoft.com/office/drawing/2014/main" id="{F638F621-E1EE-4F46-B058-1D2B748E264E}"/>
              </a:ext>
            </a:extLst>
          </p:cNvPr>
          <p:cNvSpPr>
            <a:spLocks noChangeShapeType="1"/>
          </p:cNvSpPr>
          <p:nvPr/>
        </p:nvSpPr>
        <p:spPr bwMode="auto">
          <a:xfrm flipV="1">
            <a:off x="3492500" y="3573463"/>
            <a:ext cx="2376488" cy="576262"/>
          </a:xfrm>
          <a:prstGeom prst="line">
            <a:avLst/>
          </a:prstGeom>
          <a:noFill/>
          <a:ln w="9525">
            <a:solidFill>
              <a:sysClr val="windowText" lastClr="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Line 45">
            <a:extLst>
              <a:ext uri="{FF2B5EF4-FFF2-40B4-BE49-F238E27FC236}">
                <a16:creationId xmlns:a16="http://schemas.microsoft.com/office/drawing/2014/main" id="{A46BCE24-EDD9-417D-924B-2ED9A121771D}"/>
              </a:ext>
            </a:extLst>
          </p:cNvPr>
          <p:cNvSpPr>
            <a:spLocks noChangeShapeType="1"/>
          </p:cNvSpPr>
          <p:nvPr/>
        </p:nvSpPr>
        <p:spPr bwMode="auto">
          <a:xfrm flipV="1">
            <a:off x="4356100" y="3573463"/>
            <a:ext cx="1512888" cy="57626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8" name="Line 46">
            <a:extLst>
              <a:ext uri="{FF2B5EF4-FFF2-40B4-BE49-F238E27FC236}">
                <a16:creationId xmlns:a16="http://schemas.microsoft.com/office/drawing/2014/main" id="{0E2C51FB-8D07-43E5-9242-60C0E5DEC413}"/>
              </a:ext>
            </a:extLst>
          </p:cNvPr>
          <p:cNvSpPr>
            <a:spLocks noChangeShapeType="1"/>
          </p:cNvSpPr>
          <p:nvPr/>
        </p:nvSpPr>
        <p:spPr bwMode="auto">
          <a:xfrm>
            <a:off x="4356100" y="3284538"/>
            <a:ext cx="1512888" cy="2889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49" name="Object 47">
            <a:extLst>
              <a:ext uri="{FF2B5EF4-FFF2-40B4-BE49-F238E27FC236}">
                <a16:creationId xmlns:a16="http://schemas.microsoft.com/office/drawing/2014/main" id="{44F32FE9-0475-4C21-AAA9-83F4F7A5A225}"/>
              </a:ext>
            </a:extLst>
          </p:cNvPr>
          <p:cNvGraphicFramePr>
            <a:graphicFrameLocks noChangeAspect="1"/>
          </p:cNvGraphicFramePr>
          <p:nvPr>
            <p:extLst>
              <p:ext uri="{D42A27DB-BD31-4B8C-83A1-F6EECF244321}">
                <p14:modId xmlns:p14="http://schemas.microsoft.com/office/powerpoint/2010/main" val="3410080570"/>
              </p:ext>
            </p:extLst>
          </p:nvPr>
        </p:nvGraphicFramePr>
        <p:xfrm>
          <a:off x="3948113" y="5242124"/>
          <a:ext cx="263525" cy="311150"/>
        </p:xfrm>
        <a:graphic>
          <a:graphicData uri="http://schemas.openxmlformats.org/presentationml/2006/ole">
            <mc:AlternateContent xmlns:mc="http://schemas.openxmlformats.org/markup-compatibility/2006">
              <mc:Choice xmlns:v="urn:schemas-microsoft-com:vml" Requires="v">
                <p:oleObj name="Equation" r:id="rId19" imgW="139680" imgH="164880" progId="Equation.DSMT4">
                  <p:embed/>
                </p:oleObj>
              </mc:Choice>
              <mc:Fallback>
                <p:oleObj name="Equation" r:id="rId19" imgW="139680" imgH="164880" progId="Equation.DSMT4">
                  <p:embed/>
                  <p:pic>
                    <p:nvPicPr>
                      <p:cNvPr id="60" name="Object 4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48113" y="5242124"/>
                        <a:ext cx="26352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48">
            <a:extLst>
              <a:ext uri="{FF2B5EF4-FFF2-40B4-BE49-F238E27FC236}">
                <a16:creationId xmlns:a16="http://schemas.microsoft.com/office/drawing/2014/main" id="{C83ADB02-F673-4A3F-A4C0-C0BEF9A3D81E}"/>
              </a:ext>
            </a:extLst>
          </p:cNvPr>
          <p:cNvGraphicFramePr>
            <a:graphicFrameLocks noChangeAspect="1"/>
          </p:cNvGraphicFramePr>
          <p:nvPr/>
        </p:nvGraphicFramePr>
        <p:xfrm>
          <a:off x="5353050" y="1484313"/>
          <a:ext cx="334963" cy="431800"/>
        </p:xfrm>
        <a:graphic>
          <a:graphicData uri="http://schemas.openxmlformats.org/presentationml/2006/ole">
            <mc:AlternateContent xmlns:mc="http://schemas.openxmlformats.org/markup-compatibility/2006">
              <mc:Choice xmlns:v="urn:schemas-microsoft-com:vml" Requires="v">
                <p:oleObj name="Equation" r:id="rId21" imgW="177480" imgH="228600" progId="Equation.DSMT4">
                  <p:embed/>
                </p:oleObj>
              </mc:Choice>
              <mc:Fallback>
                <p:oleObj name="Equation" r:id="rId21" imgW="177480" imgH="228600" progId="Equation.DSMT4">
                  <p:embed/>
                  <p:pic>
                    <p:nvPicPr>
                      <p:cNvPr id="61" name="Object 4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53050" y="1484313"/>
                        <a:ext cx="33496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49">
            <a:extLst>
              <a:ext uri="{FF2B5EF4-FFF2-40B4-BE49-F238E27FC236}">
                <a16:creationId xmlns:a16="http://schemas.microsoft.com/office/drawing/2014/main" id="{7A2E85BD-CD04-435F-88B7-68233609D2B6}"/>
              </a:ext>
            </a:extLst>
          </p:cNvPr>
          <p:cNvGraphicFramePr>
            <a:graphicFrameLocks noChangeAspect="1"/>
          </p:cNvGraphicFramePr>
          <p:nvPr/>
        </p:nvGraphicFramePr>
        <p:xfrm>
          <a:off x="5364163" y="5949950"/>
          <a:ext cx="334962" cy="431800"/>
        </p:xfrm>
        <a:graphic>
          <a:graphicData uri="http://schemas.openxmlformats.org/presentationml/2006/ole">
            <mc:AlternateContent xmlns:mc="http://schemas.openxmlformats.org/markup-compatibility/2006">
              <mc:Choice xmlns:v="urn:schemas-microsoft-com:vml" Requires="v">
                <p:oleObj name="Equation" r:id="rId23" imgW="177480" imgH="228600" progId="Equation.DSMT4">
                  <p:embed/>
                </p:oleObj>
              </mc:Choice>
              <mc:Fallback>
                <p:oleObj name="Equation" r:id="rId23" imgW="177480" imgH="228600" progId="Equation.DSMT4">
                  <p:embed/>
                  <p:pic>
                    <p:nvPicPr>
                      <p:cNvPr id="62" name="Object 4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64163" y="5949950"/>
                        <a:ext cx="33496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 name="Oval 50">
            <a:extLst>
              <a:ext uri="{FF2B5EF4-FFF2-40B4-BE49-F238E27FC236}">
                <a16:creationId xmlns:a16="http://schemas.microsoft.com/office/drawing/2014/main" id="{48CA53D1-4D64-4DF5-9F37-6C28A6BD8850}"/>
              </a:ext>
            </a:extLst>
          </p:cNvPr>
          <p:cNvSpPr>
            <a:spLocks noChangeArrowheads="1"/>
          </p:cNvSpPr>
          <p:nvPr/>
        </p:nvSpPr>
        <p:spPr bwMode="auto">
          <a:xfrm flipH="1" flipV="1">
            <a:off x="5292725" y="6137275"/>
            <a:ext cx="69850" cy="69850"/>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3" name="Oval 51">
            <a:extLst>
              <a:ext uri="{FF2B5EF4-FFF2-40B4-BE49-F238E27FC236}">
                <a16:creationId xmlns:a16="http://schemas.microsoft.com/office/drawing/2014/main" id="{B5C5DD44-6A34-4243-94DA-89A7CE2B1B3D}"/>
              </a:ext>
            </a:extLst>
          </p:cNvPr>
          <p:cNvSpPr>
            <a:spLocks noChangeArrowheads="1"/>
          </p:cNvSpPr>
          <p:nvPr/>
        </p:nvSpPr>
        <p:spPr bwMode="auto">
          <a:xfrm flipH="1" flipV="1">
            <a:off x="5292725" y="1671638"/>
            <a:ext cx="69850" cy="69850"/>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4" name="Text Box 52">
            <a:extLst>
              <a:ext uri="{FF2B5EF4-FFF2-40B4-BE49-F238E27FC236}">
                <a16:creationId xmlns:a16="http://schemas.microsoft.com/office/drawing/2014/main" id="{6D19BE1D-6C81-423D-9420-845FCF3C97CA}"/>
              </a:ext>
            </a:extLst>
          </p:cNvPr>
          <p:cNvSpPr txBox="1">
            <a:spLocks noChangeArrowheads="1"/>
          </p:cNvSpPr>
          <p:nvPr/>
        </p:nvSpPr>
        <p:spPr bwMode="auto">
          <a:xfrm>
            <a:off x="5867400" y="1052513"/>
            <a:ext cx="327659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接收屏上的干涉，是星光通过</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形成的</a:t>
            </a:r>
          </a:p>
        </p:txBody>
      </p:sp>
      <p:sp>
        <p:nvSpPr>
          <p:cNvPr id="55" name="Text Box 53">
            <a:extLst>
              <a:ext uri="{FF2B5EF4-FFF2-40B4-BE49-F238E27FC236}">
                <a16:creationId xmlns:a16="http://schemas.microsoft.com/office/drawing/2014/main" id="{9B282A53-62C0-491A-BF7A-5E9E6AC3CCC1}"/>
              </a:ext>
            </a:extLst>
          </p:cNvPr>
          <p:cNvSpPr txBox="1">
            <a:spLocks noChangeArrowheads="1"/>
          </p:cNvSpPr>
          <p:nvPr/>
        </p:nvSpPr>
        <p:spPr bwMode="auto">
          <a:xfrm>
            <a:off x="5867400" y="2420938"/>
            <a:ext cx="32035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defRPr sz="2200">
                <a:latin typeface="Times New Roman" panose="02020603050405020304" pitchFamily="18" charset="0"/>
                <a:ea typeface="微软雅黑" panose="020B0503020204020204" pitchFamily="34" charset="-122"/>
                <a:cs typeface="Times New Roman" panose="02020603050405020304"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双缝</a:t>
            </a:r>
            <a:r>
              <a:rPr kumimoji="0" lang="en-US" altLang="zh-CN" sz="22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2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处的相干性与</a:t>
            </a:r>
            <a:r>
              <a:rPr kumimoji="0" lang="en-US" altLang="zh-CN" sz="22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200" b="0" i="1"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a:t>
            </a:r>
            <a:r>
              <a:rPr kumimoji="0" lang="en-US" altLang="zh-CN" sz="2200" b="0" i="0" u="none" strike="noStrike" kern="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200" b="0" i="0" u="none" strike="noStrike" kern="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处相同</a:t>
            </a:r>
          </a:p>
        </p:txBody>
      </p:sp>
      <p:sp>
        <p:nvSpPr>
          <p:cNvPr id="56" name="Text Box 54">
            <a:extLst>
              <a:ext uri="{FF2B5EF4-FFF2-40B4-BE49-F238E27FC236}">
                <a16:creationId xmlns:a16="http://schemas.microsoft.com/office/drawing/2014/main" id="{9B25A58A-6618-47FB-B0BF-E23BDE1D0E6E}"/>
              </a:ext>
            </a:extLst>
          </p:cNvPr>
          <p:cNvSpPr txBox="1">
            <a:spLocks noChangeArrowheads="1"/>
          </p:cNvSpPr>
          <p:nvPr/>
        </p:nvSpPr>
        <p:spPr bwMode="auto">
          <a:xfrm>
            <a:off x="5867400" y="3860800"/>
            <a:ext cx="32035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双缝的等效宽度为</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处的间隔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p>
        </p:txBody>
      </p:sp>
      <p:sp>
        <p:nvSpPr>
          <p:cNvPr id="57" name="Arc 55">
            <a:extLst>
              <a:ext uri="{FF2B5EF4-FFF2-40B4-BE49-F238E27FC236}">
                <a16:creationId xmlns:a16="http://schemas.microsoft.com/office/drawing/2014/main" id="{841C606C-50E6-4EA9-968E-598824646A4D}"/>
              </a:ext>
            </a:extLst>
          </p:cNvPr>
          <p:cNvSpPr>
            <a:spLocks/>
          </p:cNvSpPr>
          <p:nvPr/>
        </p:nvSpPr>
        <p:spPr bwMode="auto">
          <a:xfrm flipH="1">
            <a:off x="755650" y="1604963"/>
            <a:ext cx="485775" cy="204787"/>
          </a:xfrm>
          <a:custGeom>
            <a:avLst/>
            <a:gdLst>
              <a:gd name="G0" fmla="+- 0 0 0"/>
              <a:gd name="G1" fmla="+- 4078 0 0"/>
              <a:gd name="G2" fmla="+- 21600 0 0"/>
              <a:gd name="T0" fmla="*/ 21212 w 21600"/>
              <a:gd name="T1" fmla="*/ 0 h 9077"/>
              <a:gd name="T2" fmla="*/ 21014 w 21600"/>
              <a:gd name="T3" fmla="*/ 9077 h 9077"/>
              <a:gd name="T4" fmla="*/ 0 w 21600"/>
              <a:gd name="T5" fmla="*/ 4078 h 9077"/>
            </a:gdLst>
            <a:ahLst/>
            <a:cxnLst>
              <a:cxn ang="0">
                <a:pos x="T0" y="T1"/>
              </a:cxn>
              <a:cxn ang="0">
                <a:pos x="T2" y="T3"/>
              </a:cxn>
              <a:cxn ang="0">
                <a:pos x="T4" y="T5"/>
              </a:cxn>
            </a:cxnLst>
            <a:rect l="0" t="0" r="r" b="b"/>
            <a:pathLst>
              <a:path w="21600" h="9077" fill="none" extrusionOk="0">
                <a:moveTo>
                  <a:pt x="21211" y="0"/>
                </a:moveTo>
                <a:cubicBezTo>
                  <a:pt x="21469" y="1344"/>
                  <a:pt x="21600" y="2709"/>
                  <a:pt x="21600" y="4078"/>
                </a:cubicBezTo>
                <a:cubicBezTo>
                  <a:pt x="21600" y="5761"/>
                  <a:pt x="21403" y="7439"/>
                  <a:pt x="21013" y="9076"/>
                </a:cubicBezTo>
              </a:path>
              <a:path w="21600" h="9077" stroke="0" extrusionOk="0">
                <a:moveTo>
                  <a:pt x="21211" y="0"/>
                </a:moveTo>
                <a:cubicBezTo>
                  <a:pt x="21469" y="1344"/>
                  <a:pt x="21600" y="2709"/>
                  <a:pt x="21600" y="4078"/>
                </a:cubicBezTo>
                <a:cubicBezTo>
                  <a:pt x="21600" y="5761"/>
                  <a:pt x="21403" y="7439"/>
                  <a:pt x="21013" y="9076"/>
                </a:cubicBezTo>
                <a:lnTo>
                  <a:pt x="0" y="4078"/>
                </a:lnTo>
                <a:close/>
              </a:path>
            </a:pathLst>
          </a:cu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8" name="Arc 56">
            <a:extLst>
              <a:ext uri="{FF2B5EF4-FFF2-40B4-BE49-F238E27FC236}">
                <a16:creationId xmlns:a16="http://schemas.microsoft.com/office/drawing/2014/main" id="{1F7857E1-1C8A-4C24-9672-77530D57491E}"/>
              </a:ext>
            </a:extLst>
          </p:cNvPr>
          <p:cNvSpPr>
            <a:spLocks/>
          </p:cNvSpPr>
          <p:nvPr/>
        </p:nvSpPr>
        <p:spPr bwMode="auto">
          <a:xfrm flipH="1" flipV="1">
            <a:off x="755650" y="6049963"/>
            <a:ext cx="485775" cy="204787"/>
          </a:xfrm>
          <a:custGeom>
            <a:avLst/>
            <a:gdLst>
              <a:gd name="G0" fmla="+- 0 0 0"/>
              <a:gd name="G1" fmla="+- 4078 0 0"/>
              <a:gd name="G2" fmla="+- 21600 0 0"/>
              <a:gd name="T0" fmla="*/ 21212 w 21600"/>
              <a:gd name="T1" fmla="*/ 0 h 9077"/>
              <a:gd name="T2" fmla="*/ 21014 w 21600"/>
              <a:gd name="T3" fmla="*/ 9077 h 9077"/>
              <a:gd name="T4" fmla="*/ 0 w 21600"/>
              <a:gd name="T5" fmla="*/ 4078 h 9077"/>
            </a:gdLst>
            <a:ahLst/>
            <a:cxnLst>
              <a:cxn ang="0">
                <a:pos x="T0" y="T1"/>
              </a:cxn>
              <a:cxn ang="0">
                <a:pos x="T2" y="T3"/>
              </a:cxn>
              <a:cxn ang="0">
                <a:pos x="T4" y="T5"/>
              </a:cxn>
            </a:cxnLst>
            <a:rect l="0" t="0" r="r" b="b"/>
            <a:pathLst>
              <a:path w="21600" h="9077" fill="none" extrusionOk="0">
                <a:moveTo>
                  <a:pt x="21211" y="0"/>
                </a:moveTo>
                <a:cubicBezTo>
                  <a:pt x="21469" y="1344"/>
                  <a:pt x="21600" y="2709"/>
                  <a:pt x="21600" y="4078"/>
                </a:cubicBezTo>
                <a:cubicBezTo>
                  <a:pt x="21600" y="5761"/>
                  <a:pt x="21403" y="7439"/>
                  <a:pt x="21013" y="9076"/>
                </a:cubicBezTo>
              </a:path>
              <a:path w="21600" h="9077" stroke="0" extrusionOk="0">
                <a:moveTo>
                  <a:pt x="21211" y="0"/>
                </a:moveTo>
                <a:cubicBezTo>
                  <a:pt x="21469" y="1344"/>
                  <a:pt x="21600" y="2709"/>
                  <a:pt x="21600" y="4078"/>
                </a:cubicBezTo>
                <a:cubicBezTo>
                  <a:pt x="21600" y="5761"/>
                  <a:pt x="21403" y="7439"/>
                  <a:pt x="21013" y="9076"/>
                </a:cubicBezTo>
                <a:lnTo>
                  <a:pt x="0" y="4078"/>
                </a:lnTo>
                <a:close/>
              </a:path>
            </a:pathLst>
          </a:cu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59" name="Object 57">
            <a:extLst>
              <a:ext uri="{FF2B5EF4-FFF2-40B4-BE49-F238E27FC236}">
                <a16:creationId xmlns:a16="http://schemas.microsoft.com/office/drawing/2014/main" id="{E2425F6F-65BF-4525-9F2E-5031BC5A89C6}"/>
              </a:ext>
            </a:extLst>
          </p:cNvPr>
          <p:cNvGraphicFramePr>
            <a:graphicFrameLocks noChangeAspect="1"/>
          </p:cNvGraphicFramePr>
          <p:nvPr>
            <p:extLst>
              <p:ext uri="{D42A27DB-BD31-4B8C-83A1-F6EECF244321}">
                <p14:modId xmlns:p14="http://schemas.microsoft.com/office/powerpoint/2010/main" val="614888010"/>
              </p:ext>
            </p:extLst>
          </p:nvPr>
        </p:nvGraphicFramePr>
        <p:xfrm>
          <a:off x="479425" y="1562100"/>
          <a:ext cx="263525" cy="311150"/>
        </p:xfrm>
        <a:graphic>
          <a:graphicData uri="http://schemas.openxmlformats.org/presentationml/2006/ole">
            <mc:AlternateContent xmlns:mc="http://schemas.openxmlformats.org/markup-compatibility/2006">
              <mc:Choice xmlns:v="urn:schemas-microsoft-com:vml" Requires="v">
                <p:oleObj name="Equation" r:id="rId25" imgW="139680" imgH="164880" progId="Equation.DSMT4">
                  <p:embed/>
                </p:oleObj>
              </mc:Choice>
              <mc:Fallback>
                <p:oleObj name="Equation" r:id="rId25" imgW="139680" imgH="164880" progId="Equation.DSMT4">
                  <p:embed/>
                  <p:pic>
                    <p:nvPicPr>
                      <p:cNvPr id="70" name="Object 57"/>
                      <p:cNvPicPr>
                        <a:picLocks noChangeAspect="1" noChangeArrowheads="1"/>
                      </p:cNvPicPr>
                      <p:nvPr/>
                    </p:nvPicPr>
                    <p:blipFill>
                      <a:blip r:embed="rId26"/>
                      <a:srcRect/>
                      <a:stretch>
                        <a:fillRect/>
                      </a:stretch>
                    </p:blipFill>
                    <p:spPr bwMode="auto">
                      <a:xfrm>
                        <a:off x="479425" y="1562100"/>
                        <a:ext cx="26352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 name="Line 58">
            <a:extLst>
              <a:ext uri="{FF2B5EF4-FFF2-40B4-BE49-F238E27FC236}">
                <a16:creationId xmlns:a16="http://schemas.microsoft.com/office/drawing/2014/main" id="{41D30566-5CED-4B65-94E5-7E77C4409160}"/>
              </a:ext>
            </a:extLst>
          </p:cNvPr>
          <p:cNvSpPr>
            <a:spLocks noChangeShapeType="1"/>
          </p:cNvSpPr>
          <p:nvPr/>
        </p:nvSpPr>
        <p:spPr bwMode="auto">
          <a:xfrm flipH="1" flipV="1">
            <a:off x="396081" y="831809"/>
            <a:ext cx="2736850" cy="2159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sp>
        <p:nvSpPr>
          <p:cNvPr id="61" name="Line 59">
            <a:extLst>
              <a:ext uri="{FF2B5EF4-FFF2-40B4-BE49-F238E27FC236}">
                <a16:creationId xmlns:a16="http://schemas.microsoft.com/office/drawing/2014/main" id="{14E0A1E6-5888-4355-A3B5-201FB8E952CE}"/>
              </a:ext>
            </a:extLst>
          </p:cNvPr>
          <p:cNvSpPr>
            <a:spLocks noChangeShapeType="1"/>
          </p:cNvSpPr>
          <p:nvPr/>
        </p:nvSpPr>
        <p:spPr bwMode="auto">
          <a:xfrm flipH="1">
            <a:off x="396081" y="1047709"/>
            <a:ext cx="2736850" cy="215900"/>
          </a:xfrm>
          <a:prstGeom prst="line">
            <a:avLst/>
          </a:prstGeom>
          <a:noFill/>
          <a:ln w="9525">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defTabSz="914400"/>
            <a:endParaRPr lang="zh-CN" altLang="en-US">
              <a:solidFill>
                <a:prstClr val="black"/>
              </a:solidFill>
              <a:ea typeface="宋体" panose="02010600030101010101" pitchFamily="2" charset="-122"/>
            </a:endParaRPr>
          </a:p>
        </p:txBody>
      </p:sp>
      <p:graphicFrame>
        <p:nvGraphicFramePr>
          <p:cNvPr id="62" name="Object 60">
            <a:extLst>
              <a:ext uri="{FF2B5EF4-FFF2-40B4-BE49-F238E27FC236}">
                <a16:creationId xmlns:a16="http://schemas.microsoft.com/office/drawing/2014/main" id="{90D51CDE-AF6A-47BA-8D60-5143EDE82698}"/>
              </a:ext>
            </a:extLst>
          </p:cNvPr>
          <p:cNvGraphicFramePr>
            <a:graphicFrameLocks noChangeAspect="1"/>
          </p:cNvGraphicFramePr>
          <p:nvPr>
            <p:extLst>
              <p:ext uri="{D42A27DB-BD31-4B8C-83A1-F6EECF244321}">
                <p14:modId xmlns:p14="http://schemas.microsoft.com/office/powerpoint/2010/main" val="2360459158"/>
              </p:ext>
            </p:extLst>
          </p:nvPr>
        </p:nvGraphicFramePr>
        <p:xfrm>
          <a:off x="1630363" y="947581"/>
          <a:ext cx="263525" cy="311150"/>
        </p:xfrm>
        <a:graphic>
          <a:graphicData uri="http://schemas.openxmlformats.org/presentationml/2006/ole">
            <mc:AlternateContent xmlns:mc="http://schemas.openxmlformats.org/markup-compatibility/2006">
              <mc:Choice xmlns:v="urn:schemas-microsoft-com:vml" Requires="v">
                <p:oleObj name="Equation" r:id="rId27" imgW="139680" imgH="164880" progId="Equation.DSMT4">
                  <p:embed/>
                </p:oleObj>
              </mc:Choice>
              <mc:Fallback>
                <p:oleObj name="Equation" r:id="rId27" imgW="139680" imgH="164880" progId="Equation.DSMT4">
                  <p:embed/>
                  <p:pic>
                    <p:nvPicPr>
                      <p:cNvPr id="73" name="Object 60"/>
                      <p:cNvPicPr>
                        <a:picLocks noChangeAspect="1" noChangeArrowheads="1"/>
                      </p:cNvPicPr>
                      <p:nvPr/>
                    </p:nvPicPr>
                    <p:blipFill>
                      <a:blip r:embed="rId28"/>
                      <a:srcRect/>
                      <a:stretch>
                        <a:fillRect/>
                      </a:stretch>
                    </p:blipFill>
                    <p:spPr bwMode="auto">
                      <a:xfrm>
                        <a:off x="1630363" y="947581"/>
                        <a:ext cx="26352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63" name="Object 61">
                <a:extLst>
                  <a:ext uri="{FF2B5EF4-FFF2-40B4-BE49-F238E27FC236}">
                    <a16:creationId xmlns:a16="http://schemas.microsoft.com/office/drawing/2014/main" id="{A540B3B8-C889-495C-9D38-70BB0207AFD4}"/>
                  </a:ext>
                </a:extLst>
              </p:cNvPr>
              <p:cNvSpPr txBox="1"/>
              <p:nvPr/>
            </p:nvSpPr>
            <p:spPr bwMode="auto">
              <a:xfrm>
                <a:off x="7224712" y="4888264"/>
                <a:ext cx="1116013" cy="517724"/>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h</m:t>
                      </m:r>
                      <m:r>
                        <a:rPr lang="zh-CN" altLang="en-US" sz="2400" i="1" smtClean="0">
                          <a:solidFill>
                            <a:srgbClr val="000000"/>
                          </a:solidFill>
                          <a:latin typeface="Cambria Math" panose="02040503050406030204" pitchFamily="18" charset="0"/>
                        </a:rPr>
                        <m:t>𝜑</m:t>
                      </m:r>
                      <m:r>
                        <a:rPr lang="en-US" altLang="zh-CN" sz="2400" i="1" smtClean="0">
                          <a:solidFill>
                            <a:srgbClr val="000000"/>
                          </a:solidFill>
                          <a:latin typeface="Cambria Math" panose="02040503050406030204" pitchFamily="18" charset="0"/>
                          <a:ea typeface="Cambria Math" panose="02040503050406030204" pitchFamily="18" charset="0"/>
                        </a:rPr>
                        <m:t>~</m:t>
                      </m:r>
                      <m:r>
                        <a:rPr lang="zh-CN" altLang="en-US" sz="2400" i="1" smtClean="0">
                          <a:solidFill>
                            <a:srgbClr val="000000"/>
                          </a:solidFill>
                          <a:latin typeface="Cambria Math" panose="02040503050406030204" pitchFamily="18" charset="0"/>
                          <a:ea typeface="Cambria Math" panose="02040503050406030204" pitchFamily="18" charset="0"/>
                        </a:rPr>
                        <m:t>𝜆</m:t>
                      </m:r>
                    </m:oMath>
                  </m:oMathPara>
                </a14:m>
                <a:endParaRPr lang="zh-CN" altLang="en-US" sz="2400" dirty="0"/>
              </a:p>
            </p:txBody>
          </p:sp>
        </mc:Choice>
        <mc:Fallback xmlns="">
          <p:sp>
            <p:nvSpPr>
              <p:cNvPr id="63" name="Object 61">
                <a:extLst>
                  <a:ext uri="{FF2B5EF4-FFF2-40B4-BE49-F238E27FC236}">
                    <a16:creationId xmlns:a16="http://schemas.microsoft.com/office/drawing/2014/main" id="{A540B3B8-C889-495C-9D38-70BB0207AFD4}"/>
                  </a:ext>
                </a:extLst>
              </p:cNvPr>
              <p:cNvSpPr txBox="1">
                <a:spLocks noRot="1" noChangeAspect="1" noMove="1" noResize="1" noEditPoints="1" noAdjustHandles="1" noChangeArrowheads="1" noChangeShapeType="1" noTextEdit="1"/>
              </p:cNvSpPr>
              <p:nvPr/>
            </p:nvSpPr>
            <p:spPr bwMode="auto">
              <a:xfrm>
                <a:off x="7224712" y="4888264"/>
                <a:ext cx="1116013" cy="517724"/>
              </a:xfrm>
              <a:prstGeom prst="rect">
                <a:avLst/>
              </a:prstGeom>
              <a:blipFill>
                <a:blip r:embed="rId30"/>
                <a:stretch>
                  <a:fillRect/>
                </a:stretch>
              </a:blipFill>
              <a:extLst/>
            </p:spPr>
            <p:txBody>
              <a:bodyPr/>
              <a:lstStyle/>
              <a:p>
                <a:r>
                  <a:rPr lang="zh-CN" altLang="en-US">
                    <a:noFill/>
                  </a:rPr>
                  <a:t> </a:t>
                </a:r>
              </a:p>
            </p:txBody>
          </p:sp>
        </mc:Fallback>
      </mc:AlternateContent>
      <p:graphicFrame>
        <p:nvGraphicFramePr>
          <p:cNvPr id="64" name="Object 62">
            <a:extLst>
              <a:ext uri="{FF2B5EF4-FFF2-40B4-BE49-F238E27FC236}">
                <a16:creationId xmlns:a16="http://schemas.microsoft.com/office/drawing/2014/main" id="{72BED84C-894A-4C51-9416-DB8FDC04F164}"/>
              </a:ext>
            </a:extLst>
          </p:cNvPr>
          <p:cNvGraphicFramePr>
            <a:graphicFrameLocks noChangeAspect="1"/>
          </p:cNvGraphicFramePr>
          <p:nvPr/>
        </p:nvGraphicFramePr>
        <p:xfrm>
          <a:off x="2720975" y="3717925"/>
          <a:ext cx="338138" cy="431800"/>
        </p:xfrm>
        <a:graphic>
          <a:graphicData uri="http://schemas.openxmlformats.org/presentationml/2006/ole">
            <mc:AlternateContent xmlns:mc="http://schemas.openxmlformats.org/markup-compatibility/2006">
              <mc:Choice xmlns:v="urn:schemas-microsoft-com:vml" Requires="v">
                <p:oleObj name="Equation" r:id="rId31" imgW="139680" imgH="177480" progId="Equation.DSMT4">
                  <p:embed/>
                </p:oleObj>
              </mc:Choice>
              <mc:Fallback>
                <p:oleObj name="Equation" r:id="rId31" imgW="139680" imgH="177480" progId="Equation.DSMT4">
                  <p:embed/>
                  <p:pic>
                    <p:nvPicPr>
                      <p:cNvPr id="75" name="Object 62"/>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20975" y="3717925"/>
                        <a:ext cx="33813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65" name="Object 63">
                <a:extLst>
                  <a:ext uri="{FF2B5EF4-FFF2-40B4-BE49-F238E27FC236}">
                    <a16:creationId xmlns:a16="http://schemas.microsoft.com/office/drawing/2014/main" id="{9A13CBCA-27CD-4EAF-BA4D-E40B9D9DD943}"/>
                  </a:ext>
                </a:extLst>
              </p:cNvPr>
              <p:cNvSpPr txBox="1"/>
              <p:nvPr/>
            </p:nvSpPr>
            <p:spPr bwMode="auto">
              <a:xfrm>
                <a:off x="7253288" y="5553274"/>
                <a:ext cx="1493837" cy="828675"/>
              </a:xfrm>
              <a:prstGeom prst="rect">
                <a:avLst/>
              </a:prstGeom>
              <a:noFill/>
            </p:spPr>
            <p:txBody>
              <a:bodyPr>
                <a:normAutofit/>
              </a:bodyPr>
              <a:lstStyle/>
              <a:p>
                <a:pPr/>
                <a14:m>
                  <m:oMathPara xmlns:m="http://schemas.openxmlformats.org/officeDocument/2006/math">
                    <m:oMathParaPr>
                      <m:jc m:val="centerGroup"/>
                    </m:oMathParaPr>
                    <m:oMath xmlns:m="http://schemas.openxmlformats.org/officeDocument/2006/math">
                      <m:r>
                        <a:rPr lang="zh-CN" altLang="en-US" sz="2400" i="1">
                          <a:solidFill>
                            <a:srgbClr val="000000"/>
                          </a:solidFill>
                          <a:latin typeface="Cambria Math" panose="02040503050406030204" pitchFamily="18" charset="0"/>
                        </a:rPr>
                        <m:t>𝜑</m:t>
                      </m:r>
                      <m:r>
                        <a:rPr lang="en-US" altLang="zh-CN" sz="2400" i="1" smtClean="0">
                          <a:solidFill>
                            <a:srgbClr val="000000"/>
                          </a:solidFill>
                          <a:latin typeface="Cambria Math" panose="02040503050406030204" pitchFamily="18" charset="0"/>
                          <a:ea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𝜆</m:t>
                          </m:r>
                        </m:num>
                        <m:den>
                          <m:r>
                            <a:rPr lang="zh-CN" altLang="en-US" sz="2400" i="1">
                              <a:solidFill>
                                <a:srgbClr val="000000"/>
                              </a:solidFill>
                              <a:latin typeface="Cambria Math" panose="02040503050406030204" pitchFamily="18" charset="0"/>
                            </a:rPr>
                            <m:t>h</m:t>
                          </m:r>
                        </m:den>
                      </m:f>
                    </m:oMath>
                  </m:oMathPara>
                </a14:m>
                <a:endParaRPr lang="zh-CN" altLang="en-US" sz="2400" dirty="0"/>
              </a:p>
            </p:txBody>
          </p:sp>
        </mc:Choice>
        <mc:Fallback xmlns="">
          <p:sp>
            <p:nvSpPr>
              <p:cNvPr id="65" name="Object 63">
                <a:extLst>
                  <a:ext uri="{FF2B5EF4-FFF2-40B4-BE49-F238E27FC236}">
                    <a16:creationId xmlns:a16="http://schemas.microsoft.com/office/drawing/2014/main" id="{9A13CBCA-27CD-4EAF-BA4D-E40B9D9DD943}"/>
                  </a:ext>
                </a:extLst>
              </p:cNvPr>
              <p:cNvSpPr txBox="1">
                <a:spLocks noRot="1" noChangeAspect="1" noMove="1" noResize="1" noEditPoints="1" noAdjustHandles="1" noChangeArrowheads="1" noChangeShapeType="1" noTextEdit="1"/>
              </p:cNvSpPr>
              <p:nvPr/>
            </p:nvSpPr>
            <p:spPr bwMode="auto">
              <a:xfrm>
                <a:off x="7253288" y="5553274"/>
                <a:ext cx="1493837" cy="828675"/>
              </a:xfrm>
              <a:prstGeom prst="rect">
                <a:avLst/>
              </a:prstGeom>
              <a:blipFill>
                <a:blip r:embed="rId33"/>
                <a:stretch>
                  <a:fillRect/>
                </a:stretch>
              </a:blipFill>
              <a:extLst/>
            </p:spPr>
            <p:txBody>
              <a:bodyPr/>
              <a:lstStyle/>
              <a:p>
                <a:r>
                  <a:rPr lang="zh-CN" altLang="en-US">
                    <a:noFill/>
                  </a:rPr>
                  <a:t> </a:t>
                </a:r>
              </a:p>
            </p:txBody>
          </p:sp>
        </mc:Fallback>
      </mc:AlternateContent>
      <p:sp>
        <p:nvSpPr>
          <p:cNvPr id="66" name="Text Box 64">
            <a:extLst>
              <a:ext uri="{FF2B5EF4-FFF2-40B4-BE49-F238E27FC236}">
                <a16:creationId xmlns:a16="http://schemas.microsoft.com/office/drawing/2014/main" id="{49039810-75E0-43FC-967F-1674BFEFC541}"/>
              </a:ext>
            </a:extLst>
          </p:cNvPr>
          <p:cNvSpPr txBox="1">
            <a:spLocks noChangeArrowheads="1"/>
          </p:cNvSpPr>
          <p:nvPr/>
        </p:nvSpPr>
        <p:spPr bwMode="auto">
          <a:xfrm>
            <a:off x="5880100" y="4916488"/>
            <a:ext cx="131318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200" dirty="0">
                <a:solidFill>
                  <a:prstClr val="black"/>
                </a:solidFill>
                <a:latin typeface="微软雅黑" panose="020B0503020204020204" pitchFamily="34" charset="-122"/>
                <a:ea typeface="微软雅黑" panose="020B0503020204020204" pitchFamily="34" charset="-122"/>
              </a:rPr>
              <a:t>反比关系</a:t>
            </a:r>
          </a:p>
        </p:txBody>
      </p:sp>
      <p:sp>
        <p:nvSpPr>
          <p:cNvPr id="67" name="Text Box 65">
            <a:extLst>
              <a:ext uri="{FF2B5EF4-FFF2-40B4-BE49-F238E27FC236}">
                <a16:creationId xmlns:a16="http://schemas.microsoft.com/office/drawing/2014/main" id="{1C2D0B8D-89FD-4C7F-BD2E-7B8A1F4205D4}"/>
              </a:ext>
            </a:extLst>
          </p:cNvPr>
          <p:cNvSpPr txBox="1">
            <a:spLocks noChangeArrowheads="1"/>
          </p:cNvSpPr>
          <p:nvPr/>
        </p:nvSpPr>
        <p:spPr bwMode="auto">
          <a:xfrm>
            <a:off x="5868144" y="5780088"/>
            <a:ext cx="159530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200">
                <a:solidFill>
                  <a:prstClr val="black"/>
                </a:solidFill>
                <a:latin typeface="微软雅黑" panose="020B0503020204020204" pitchFamily="34" charset="-122"/>
                <a:ea typeface="微软雅黑" panose="020B0503020204020204" pitchFamily="34" charset="-122"/>
              </a:rPr>
              <a:t>恒星角直径</a:t>
            </a:r>
          </a:p>
        </p:txBody>
      </p:sp>
      <p:sp>
        <p:nvSpPr>
          <p:cNvPr id="68" name="Text Box 66">
            <a:extLst>
              <a:ext uri="{FF2B5EF4-FFF2-40B4-BE49-F238E27FC236}">
                <a16:creationId xmlns:a16="http://schemas.microsoft.com/office/drawing/2014/main" id="{0F287655-7761-4FF5-8F3F-7E29E99AB20E}"/>
              </a:ext>
            </a:extLst>
          </p:cNvPr>
          <p:cNvSpPr txBox="1">
            <a:spLocks noChangeArrowheads="1"/>
          </p:cNvSpPr>
          <p:nvPr/>
        </p:nvSpPr>
        <p:spPr bwMode="auto">
          <a:xfrm>
            <a:off x="2895600" y="1916113"/>
            <a:ext cx="159530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a:r>
              <a:rPr lang="zh-CN" altLang="en-US" sz="2200" dirty="0">
                <a:solidFill>
                  <a:srgbClr val="0066FF"/>
                </a:solidFill>
                <a:latin typeface="微软雅黑" panose="020B0503020204020204" pitchFamily="34" charset="-122"/>
                <a:ea typeface="微软雅黑" panose="020B0503020204020204" pitchFamily="34" charset="-122"/>
              </a:rPr>
              <a:t>测星干涉仪</a:t>
            </a:r>
          </a:p>
        </p:txBody>
      </p:sp>
      <p:cxnSp>
        <p:nvCxnSpPr>
          <p:cNvPr id="69" name="直接箭头连接符 68">
            <a:extLst>
              <a:ext uri="{FF2B5EF4-FFF2-40B4-BE49-F238E27FC236}">
                <a16:creationId xmlns:a16="http://schemas.microsoft.com/office/drawing/2014/main" id="{BAD4F629-D592-4F3D-ADBD-054E685242F0}"/>
              </a:ext>
            </a:extLst>
          </p:cNvPr>
          <p:cNvCxnSpPr/>
          <p:nvPr/>
        </p:nvCxnSpPr>
        <p:spPr>
          <a:xfrm>
            <a:off x="309563" y="5131931"/>
            <a:ext cx="1382712" cy="0"/>
          </a:xfrm>
          <a:prstGeom prst="straightConnector1">
            <a:avLst/>
          </a:prstGeom>
          <a:noFill/>
          <a:ln w="9525" cap="flat" cmpd="sng" algn="ctr">
            <a:solidFill>
              <a:sysClr val="windowText" lastClr="000000"/>
            </a:solidFill>
            <a:prstDash val="solid"/>
            <a:headEnd type="triangle" w="med" len="med"/>
            <a:tailEnd type="triangle" w="med" len="med"/>
          </a:ln>
          <a:effectLst/>
        </p:spPr>
      </p:cxnSp>
      <p:graphicFrame>
        <p:nvGraphicFramePr>
          <p:cNvPr id="70" name="对象 69">
            <a:extLst>
              <a:ext uri="{FF2B5EF4-FFF2-40B4-BE49-F238E27FC236}">
                <a16:creationId xmlns:a16="http://schemas.microsoft.com/office/drawing/2014/main" id="{E6D5FC5B-09BD-4B19-B07F-A15AF5D633FE}"/>
              </a:ext>
            </a:extLst>
          </p:cNvPr>
          <p:cNvGraphicFramePr>
            <a:graphicFrameLocks noGrp="1" noChangeAspect="1"/>
          </p:cNvGraphicFramePr>
          <p:nvPr>
            <p:extLst>
              <p:ext uri="{D42A27DB-BD31-4B8C-83A1-F6EECF244321}">
                <p14:modId xmlns:p14="http://schemas.microsoft.com/office/powerpoint/2010/main" val="3543429097"/>
              </p:ext>
            </p:extLst>
          </p:nvPr>
        </p:nvGraphicFramePr>
        <p:xfrm>
          <a:off x="803275" y="4711700"/>
          <a:ext cx="334963" cy="334963"/>
        </p:xfrm>
        <a:graphic>
          <a:graphicData uri="http://schemas.openxmlformats.org/presentationml/2006/ole">
            <mc:AlternateContent xmlns:mc="http://schemas.openxmlformats.org/markup-compatibility/2006">
              <mc:Choice xmlns:v="urn:schemas-microsoft-com:vml" Requires="v">
                <p:oleObj name="Equation" r:id="rId34" imgW="152280" imgH="152280" progId="Equation.DSMT4">
                  <p:embed/>
                </p:oleObj>
              </mc:Choice>
              <mc:Fallback>
                <p:oleObj name="Equation" r:id="rId34" imgW="152280" imgH="152280" progId="Equation.DSMT4">
                  <p:embed/>
                  <p:pic>
                    <p:nvPicPr>
                      <p:cNvPr id="6" name="对象 5"/>
                      <p:cNvPicPr>
                        <a:picLocks noGrp="1" noChangeAspect="1" noChangeArrowheads="1"/>
                      </p:cNvPicPr>
                      <p:nvPr/>
                    </p:nvPicPr>
                    <p:blipFill>
                      <a:blip r:embed="rId35"/>
                      <a:srcRect/>
                      <a:stretch>
                        <a:fillRect/>
                      </a:stretch>
                    </p:blipFill>
                    <p:spPr bwMode="auto">
                      <a:xfrm>
                        <a:off x="803275" y="4711700"/>
                        <a:ext cx="334963"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 name="Text Box 52">
            <a:extLst>
              <a:ext uri="{FF2B5EF4-FFF2-40B4-BE49-F238E27FC236}">
                <a16:creationId xmlns:a16="http://schemas.microsoft.com/office/drawing/2014/main" id="{84DD6E42-4AAD-4D5C-8744-68F2851E1F50}"/>
              </a:ext>
            </a:extLst>
          </p:cNvPr>
          <p:cNvSpPr txBox="1">
            <a:spLocks noChangeArrowheads="1"/>
          </p:cNvSpPr>
          <p:nvPr/>
        </p:nvSpPr>
        <p:spPr bwMode="auto">
          <a:xfrm>
            <a:off x="2557698" y="674533"/>
            <a:ext cx="3276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目的是测出星体的角直径</a:t>
            </a:r>
          </a:p>
        </p:txBody>
      </p:sp>
      <p:cxnSp>
        <p:nvCxnSpPr>
          <p:cNvPr id="72" name="直接连接符 71">
            <a:extLst>
              <a:ext uri="{FF2B5EF4-FFF2-40B4-BE49-F238E27FC236}">
                <a16:creationId xmlns:a16="http://schemas.microsoft.com/office/drawing/2014/main" id="{EBFD5B4A-11C2-4589-8D47-D0E6D4A82B95}"/>
              </a:ext>
            </a:extLst>
          </p:cNvPr>
          <p:cNvCxnSpPr>
            <a:stCxn id="16" idx="4"/>
          </p:cNvCxnSpPr>
          <p:nvPr/>
        </p:nvCxnSpPr>
        <p:spPr>
          <a:xfrm flipH="1">
            <a:off x="4356100" y="5300663"/>
            <a:ext cx="1" cy="360585"/>
          </a:xfrm>
          <a:prstGeom prst="line">
            <a:avLst/>
          </a:prstGeom>
          <a:noFill/>
          <a:ln w="9525" cap="flat" cmpd="sng" algn="ctr">
            <a:solidFill>
              <a:srgbClr val="4F81BD">
                <a:shade val="95000"/>
                <a:satMod val="105000"/>
              </a:srgbClr>
            </a:solidFill>
            <a:prstDash val="solid"/>
          </a:ln>
          <a:effectLst/>
        </p:spPr>
      </p:cxnSp>
      <p:sp>
        <p:nvSpPr>
          <p:cNvPr id="73" name="Line 2">
            <a:extLst>
              <a:ext uri="{FF2B5EF4-FFF2-40B4-BE49-F238E27FC236}">
                <a16:creationId xmlns:a16="http://schemas.microsoft.com/office/drawing/2014/main" id="{F370A3BF-1BE8-41B6-9B69-5D5384EF426B}"/>
              </a:ext>
            </a:extLst>
          </p:cNvPr>
          <p:cNvSpPr>
            <a:spLocks noChangeShapeType="1"/>
          </p:cNvSpPr>
          <p:nvPr/>
        </p:nvSpPr>
        <p:spPr bwMode="auto">
          <a:xfrm flipH="1">
            <a:off x="4384381" y="5480955"/>
            <a:ext cx="1449916"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74" name="对象 73">
            <a:extLst>
              <a:ext uri="{FF2B5EF4-FFF2-40B4-BE49-F238E27FC236}">
                <a16:creationId xmlns:a16="http://schemas.microsoft.com/office/drawing/2014/main" id="{ACC5D622-8021-40E0-BADC-F6B5D40AE92D}"/>
              </a:ext>
            </a:extLst>
          </p:cNvPr>
          <p:cNvGraphicFramePr>
            <a:graphicFrameLocks noChangeAspect="1"/>
          </p:cNvGraphicFramePr>
          <p:nvPr>
            <p:extLst>
              <p:ext uri="{D42A27DB-BD31-4B8C-83A1-F6EECF244321}">
                <p14:modId xmlns:p14="http://schemas.microsoft.com/office/powerpoint/2010/main" val="3431812093"/>
              </p:ext>
            </p:extLst>
          </p:nvPr>
        </p:nvGraphicFramePr>
        <p:xfrm>
          <a:off x="4968875" y="5131931"/>
          <a:ext cx="287337" cy="384175"/>
        </p:xfrm>
        <a:graphic>
          <a:graphicData uri="http://schemas.openxmlformats.org/presentationml/2006/ole">
            <mc:AlternateContent xmlns:mc="http://schemas.openxmlformats.org/markup-compatibility/2006">
              <mc:Choice xmlns:v="urn:schemas-microsoft-com:vml" Requires="v">
                <p:oleObj name="Equation" r:id="rId36" imgW="152280" imgH="203040" progId="Equation.DSMT4">
                  <p:embed/>
                </p:oleObj>
              </mc:Choice>
              <mc:Fallback>
                <p:oleObj name="Equation" r:id="rId36" imgW="152280" imgH="203040" progId="Equation.DSMT4">
                  <p:embed/>
                  <p:pic>
                    <p:nvPicPr>
                      <p:cNvPr id="8" name="对象 7"/>
                      <p:cNvPicPr>
                        <a:picLocks noChangeAspect="1" noChangeArrowheads="1"/>
                      </p:cNvPicPr>
                      <p:nvPr/>
                    </p:nvPicPr>
                    <p:blipFill>
                      <a:blip r:embed="rId37"/>
                      <a:srcRect/>
                      <a:stretch>
                        <a:fillRect/>
                      </a:stretch>
                    </p:blipFill>
                    <p:spPr bwMode="auto">
                      <a:xfrm>
                        <a:off x="4968875" y="5131931"/>
                        <a:ext cx="287337"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16206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7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5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57"/>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9"/>
                                        </p:tgtEl>
                                        <p:attrNameLst>
                                          <p:attrName>style.visibility</p:attrName>
                                        </p:attrNameLst>
                                      </p:cBhvr>
                                      <p:to>
                                        <p:strVal val="visible"/>
                                      </p:to>
                                    </p:set>
                                  </p:childTnLst>
                                </p:cTn>
                              </p:par>
                              <p:par>
                                <p:cTn id="70" presetID="1" presetClass="entr" presetSubtype="0" fill="hold" nodeType="withEffect">
                                  <p:stCondLst>
                                    <p:cond delay="0"/>
                                  </p:stCondLst>
                                  <p:childTnLst>
                                    <p:set>
                                      <p:cBhvr>
                                        <p:cTn id="71" dur="1" fill="hold">
                                          <p:stCondLst>
                                            <p:cond delay="0"/>
                                          </p:stCondLst>
                                        </p:cTn>
                                        <p:tgtEl>
                                          <p:spTgt spid="7"/>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4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48"/>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54"/>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55"/>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4"/>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7"/>
                                        </p:tgtEl>
                                        <p:attrNameLst>
                                          <p:attrName>style.visibility</p:attrName>
                                        </p:attrNameLst>
                                      </p:cBhvr>
                                      <p:to>
                                        <p:strVal val="visible"/>
                                      </p:to>
                                    </p:set>
                                  </p:childTnLst>
                                </p:cTn>
                              </p:par>
                              <p:par>
                                <p:cTn id="106" presetID="10" presetClass="entr" presetSubtype="0" fill="hold" nodeType="withEffect">
                                  <p:stCondLst>
                                    <p:cond delay="0"/>
                                  </p:stCondLst>
                                  <p:childTnLst>
                                    <p:set>
                                      <p:cBhvr>
                                        <p:cTn id="107" dur="1" fill="hold">
                                          <p:stCondLst>
                                            <p:cond delay="0"/>
                                          </p:stCondLst>
                                        </p:cTn>
                                        <p:tgtEl>
                                          <p:spTgt spid="70"/>
                                        </p:tgtEl>
                                        <p:attrNameLst>
                                          <p:attrName>style.visibility</p:attrName>
                                        </p:attrNameLst>
                                      </p:cBhvr>
                                      <p:to>
                                        <p:strVal val="visible"/>
                                      </p:to>
                                    </p:set>
                                    <p:animEffect transition="in" filter="fade">
                                      <p:cBhvr>
                                        <p:cTn id="108" dur="500"/>
                                        <p:tgtEl>
                                          <p:spTgt spid="70"/>
                                        </p:tgtEl>
                                      </p:cBhvr>
                                    </p:animEffect>
                                  </p:childTnLst>
                                </p:cTn>
                              </p:par>
                              <p:par>
                                <p:cTn id="109" presetID="10" presetClass="entr" presetSubtype="0" fill="hold" nodeType="withEffect">
                                  <p:stCondLst>
                                    <p:cond delay="0"/>
                                  </p:stCondLst>
                                  <p:childTnLst>
                                    <p:set>
                                      <p:cBhvr>
                                        <p:cTn id="110" dur="1" fill="hold">
                                          <p:stCondLst>
                                            <p:cond delay="0"/>
                                          </p:stCondLst>
                                        </p:cTn>
                                        <p:tgtEl>
                                          <p:spTgt spid="69"/>
                                        </p:tgtEl>
                                        <p:attrNameLst>
                                          <p:attrName>style.visibility</p:attrName>
                                        </p:attrNameLst>
                                      </p:cBhvr>
                                      <p:to>
                                        <p:strVal val="visible"/>
                                      </p:to>
                                    </p:set>
                                    <p:animEffect transition="in" filter="fade">
                                      <p:cBhvr>
                                        <p:cTn id="111" dur="500"/>
                                        <p:tgtEl>
                                          <p:spTgt spid="69"/>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6"/>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6"/>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63"/>
                                        </p:tgtEl>
                                        <p:attrNameLst>
                                          <p:attrName>style.visibility</p:attrName>
                                        </p:attrNameLst>
                                      </p:cBhvr>
                                      <p:to>
                                        <p:strVal val="visible"/>
                                      </p:to>
                                    </p:set>
                                    <p:animEffect transition="in" filter="wipe(left)">
                                      <p:cBhvr>
                                        <p:cTn id="124" dur="500"/>
                                        <p:tgtEl>
                                          <p:spTgt spid="63"/>
                                        </p:tgtEl>
                                      </p:cBhvr>
                                    </p:animEffec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wipe(down)">
                                      <p:cBhvr>
                                        <p:cTn id="13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44" grpId="0" animBg="1"/>
      <p:bldP spid="45" grpId="0" animBg="1"/>
      <p:bldP spid="46" grpId="0" animBg="1"/>
      <p:bldP spid="47" grpId="0" animBg="1"/>
      <p:bldP spid="48" grpId="0" animBg="1"/>
      <p:bldP spid="52" grpId="0" animBg="1"/>
      <p:bldP spid="53" grpId="0" animBg="1"/>
      <p:bldP spid="54" grpId="0"/>
      <p:bldP spid="55" grpId="0"/>
      <p:bldP spid="56" grpId="0"/>
      <p:bldP spid="57" grpId="0" animBg="1"/>
      <p:bldP spid="58" grpId="0" animBg="1"/>
      <p:bldP spid="60" grpId="0" animBg="1"/>
      <p:bldP spid="61" grpId="0" animBg="1"/>
      <p:bldP spid="63" grpId="0"/>
      <p:bldP spid="65" grpId="0"/>
      <p:bldP spid="66" grpId="0"/>
      <p:bldP spid="67" grpId="0"/>
      <p:bldP spid="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2">
            <a:extLst>
              <a:ext uri="{FF2B5EF4-FFF2-40B4-BE49-F238E27FC236}">
                <a16:creationId xmlns:a16="http://schemas.microsoft.com/office/drawing/2014/main" id="{3FF15D5F-76E9-4877-B509-494AD3B47861}"/>
              </a:ext>
            </a:extLst>
          </p:cNvPr>
          <p:cNvSpPr txBox="1">
            <a:spLocks noChangeArrowheads="1"/>
          </p:cNvSpPr>
          <p:nvPr/>
        </p:nvSpPr>
        <p:spPr bwMode="auto">
          <a:xfrm>
            <a:off x="587874" y="1135581"/>
            <a:ext cx="8136904" cy="1384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a:lnSpc>
                <a:spcPct val="120000"/>
              </a:lnSpc>
            </a:pP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1920</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月，迈克尔逊用这台仪器测到了猎户座“参宿四”的角径，当基线 </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拉长到</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121</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英寸</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=3.07m</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时，杨氏双孔干涉的条纹消失，可知“参宿四”的角径为</a:t>
            </a:r>
          </a:p>
        </p:txBody>
      </p:sp>
      <p:graphicFrame>
        <p:nvGraphicFramePr>
          <p:cNvPr id="4" name="对象 3">
            <a:extLst>
              <a:ext uri="{FF2B5EF4-FFF2-40B4-BE49-F238E27FC236}">
                <a16:creationId xmlns:a16="http://schemas.microsoft.com/office/drawing/2014/main" id="{2B79EF36-35EC-4709-B25A-F897CD88FB85}"/>
              </a:ext>
            </a:extLst>
          </p:cNvPr>
          <p:cNvGraphicFramePr>
            <a:graphicFrameLocks noChangeAspect="1"/>
          </p:cNvGraphicFramePr>
          <p:nvPr>
            <p:extLst>
              <p:ext uri="{D42A27DB-BD31-4B8C-83A1-F6EECF244321}">
                <p14:modId xmlns:p14="http://schemas.microsoft.com/office/powerpoint/2010/main" val="4274126845"/>
              </p:ext>
            </p:extLst>
          </p:nvPr>
        </p:nvGraphicFramePr>
        <p:xfrm>
          <a:off x="2420858" y="2819477"/>
          <a:ext cx="3966879" cy="848263"/>
        </p:xfrm>
        <a:graphic>
          <a:graphicData uri="http://schemas.openxmlformats.org/presentationml/2006/ole">
            <mc:AlternateContent xmlns:mc="http://schemas.openxmlformats.org/markup-compatibility/2006">
              <mc:Choice xmlns:v="urn:schemas-microsoft-com:vml" Requires="v">
                <p:oleObj name="Equation" r:id="rId3" imgW="2019240" imgH="431640" progId="Equation.DSMT4">
                  <p:embed/>
                </p:oleObj>
              </mc:Choice>
              <mc:Fallback>
                <p:oleObj name="Equation" r:id="rId3" imgW="2019240" imgH="431640" progId="Equation.DSMT4">
                  <p:embed/>
                  <p:pic>
                    <p:nvPicPr>
                      <p:cNvPr id="5" name="对象 4"/>
                      <p:cNvPicPr/>
                      <p:nvPr/>
                    </p:nvPicPr>
                    <p:blipFill>
                      <a:blip r:embed="rId4"/>
                      <a:stretch>
                        <a:fillRect/>
                      </a:stretch>
                    </p:blipFill>
                    <p:spPr>
                      <a:xfrm>
                        <a:off x="2420858" y="2819477"/>
                        <a:ext cx="3966879" cy="848263"/>
                      </a:xfrm>
                      <a:prstGeom prst="rect">
                        <a:avLst/>
                      </a:prstGeom>
                    </p:spPr>
                  </p:pic>
                </p:oleObj>
              </mc:Fallback>
            </mc:AlternateContent>
          </a:graphicData>
        </a:graphic>
      </p:graphicFrame>
      <p:sp>
        <p:nvSpPr>
          <p:cNvPr id="5" name="Text Box 52">
            <a:extLst>
              <a:ext uri="{FF2B5EF4-FFF2-40B4-BE49-F238E27FC236}">
                <a16:creationId xmlns:a16="http://schemas.microsoft.com/office/drawing/2014/main" id="{169B24EF-BEB2-4FA6-A863-F27518D42929}"/>
              </a:ext>
            </a:extLst>
          </p:cNvPr>
          <p:cNvSpPr txBox="1">
            <a:spLocks noChangeArrowheads="1"/>
          </p:cNvSpPr>
          <p:nvPr/>
        </p:nvSpPr>
        <p:spPr bwMode="auto">
          <a:xfrm>
            <a:off x="587874" y="4242410"/>
            <a:ext cx="8136904" cy="1384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914400">
              <a:lnSpc>
                <a:spcPct val="120000"/>
              </a:lnSpc>
            </a:pP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如果用天文望远镜来测定如此小的星体角径，则物镜口径至少要为 </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，才可以有效克服艾里斑的影响。而研磨、安装</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3m</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多口径的抛物镜面的工程难度可想而知。</a:t>
            </a:r>
          </a:p>
        </p:txBody>
      </p:sp>
      <p:sp>
        <p:nvSpPr>
          <p:cNvPr id="6" name="Rectangle 2">
            <a:extLst>
              <a:ext uri="{FF2B5EF4-FFF2-40B4-BE49-F238E27FC236}">
                <a16:creationId xmlns:a16="http://schemas.microsoft.com/office/drawing/2014/main" id="{D3F6CA10-C14A-4622-91B5-C4FF0CE69554}"/>
              </a:ext>
            </a:extLst>
          </p:cNvPr>
          <p:cNvSpPr>
            <a:spLocks noChangeArrowheads="1"/>
          </p:cNvSpPr>
          <p:nvPr/>
        </p:nvSpPr>
        <p:spPr bwMode="auto">
          <a:xfrm>
            <a:off x="587874" y="431175"/>
            <a:ext cx="2467351" cy="49525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迈克尔逊测星仪</a:t>
            </a:r>
          </a:p>
        </p:txBody>
      </p:sp>
    </p:spTree>
    <p:extLst>
      <p:ext uri="{BB962C8B-B14F-4D97-AF65-F5344CB8AC3E}">
        <p14:creationId xmlns:p14="http://schemas.microsoft.com/office/powerpoint/2010/main" val="117279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4E77EB-1C12-4477-AF19-8EB9A4C07677}"/>
              </a:ext>
            </a:extLst>
          </p:cNvPr>
          <p:cNvSpPr>
            <a:spLocks noChangeArrowheads="1"/>
          </p:cNvSpPr>
          <p:nvPr/>
        </p:nvSpPr>
        <p:spPr bwMode="auto">
          <a:xfrm>
            <a:off x="484021" y="511763"/>
            <a:ext cx="5112568" cy="778041"/>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迈克尔逊测星仪</a:t>
            </a:r>
          </a:p>
        </p:txBody>
      </p:sp>
      <p:pic>
        <p:nvPicPr>
          <p:cNvPr id="3" name="Picture 3" descr="Hooker_interferometer">
            <a:extLst>
              <a:ext uri="{FF2B5EF4-FFF2-40B4-BE49-F238E27FC236}">
                <a16:creationId xmlns:a16="http://schemas.microsoft.com/office/drawing/2014/main" id="{D4ED03A4-80F4-429B-A76D-0BB1BBBA7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19" y="1782323"/>
            <a:ext cx="3690288" cy="271315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5">
            <a:extLst>
              <a:ext uri="{FF2B5EF4-FFF2-40B4-BE49-F238E27FC236}">
                <a16:creationId xmlns:a16="http://schemas.microsoft.com/office/drawing/2014/main" id="{E7FC2871-81CE-4A32-AC57-95F0C0DBA4B9}"/>
              </a:ext>
            </a:extLst>
          </p:cNvPr>
          <p:cNvSpPr>
            <a:spLocks noChangeArrowheads="1"/>
          </p:cNvSpPr>
          <p:nvPr/>
        </p:nvSpPr>
        <p:spPr bwMode="auto">
          <a:xfrm>
            <a:off x="4507748" y="5535114"/>
            <a:ext cx="42846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defTabSz="914400">
              <a:lnSpc>
                <a:spcPct val="90000"/>
              </a:lnSpc>
              <a:spcBef>
                <a:spcPct val="20000"/>
              </a:spcBef>
            </a:pP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吋胡克望远镜，威尔逊天文台，洛杉矶，</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1917</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年建成。</a:t>
            </a:r>
          </a:p>
        </p:txBody>
      </p:sp>
      <p:sp>
        <p:nvSpPr>
          <p:cNvPr id="5" name="Text Box 6">
            <a:extLst>
              <a:ext uri="{FF2B5EF4-FFF2-40B4-BE49-F238E27FC236}">
                <a16:creationId xmlns:a16="http://schemas.microsoft.com/office/drawing/2014/main" id="{8B859652-CBE8-42B5-9571-A6C94A72F1B1}"/>
              </a:ext>
            </a:extLst>
          </p:cNvPr>
          <p:cNvSpPr txBox="1">
            <a:spLocks noChangeArrowheads="1"/>
          </p:cNvSpPr>
          <p:nvPr/>
        </p:nvSpPr>
        <p:spPr bwMode="auto">
          <a:xfrm>
            <a:off x="175985" y="4619609"/>
            <a:ext cx="331589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defTabSz="914400">
              <a:lnSpc>
                <a:spcPct val="90000"/>
              </a:lnSpc>
              <a:spcBef>
                <a:spcPct val="20000"/>
              </a:spcBef>
            </a:pP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安装在</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吋口径的胡克望远镜构架之上的</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20</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英尺迈克尔逊测星干涉仪（</a:t>
            </a:r>
            <a:r>
              <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1920</a:t>
            </a:r>
            <a:r>
              <a:rPr lang="zh-CN" altLang="en-US"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年）</a:t>
            </a:r>
            <a:endParaRPr lang="en-US" altLang="zh-CN" sz="2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7">
            <a:extLst>
              <a:ext uri="{FF2B5EF4-FFF2-40B4-BE49-F238E27FC236}">
                <a16:creationId xmlns:a16="http://schemas.microsoft.com/office/drawing/2014/main" id="{1349FC7C-153B-4D51-AA70-7927A4294CA4}"/>
              </a:ext>
            </a:extLst>
          </p:cNvPr>
          <p:cNvSpPr>
            <a:spLocks noChangeArrowheads="1"/>
          </p:cNvSpPr>
          <p:nvPr/>
        </p:nvSpPr>
        <p:spPr bwMode="auto">
          <a:xfrm>
            <a:off x="175985" y="1297238"/>
            <a:ext cx="35099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914400"/>
            <a:r>
              <a:rPr kumimoji="1" lang="en-US" altLang="zh-CN" sz="2000" dirty="0">
                <a:solidFill>
                  <a:prstClr val="black"/>
                </a:solidFill>
                <a:latin typeface="Times New Roman" pitchFamily="18" charset="0"/>
                <a:ea typeface="宋体" panose="02010600030101010101" pitchFamily="2" charset="-122"/>
              </a:rPr>
              <a:t>Michelson stellar interferometer </a:t>
            </a:r>
          </a:p>
        </p:txBody>
      </p:sp>
      <p:pic>
        <p:nvPicPr>
          <p:cNvPr id="7" name="Picture 2" descr="c:\users\LENOVO~1\appdata\roaming\360se6\USERDA~1\Temp\200961~1.JPG">
            <a:extLst>
              <a:ext uri="{FF2B5EF4-FFF2-40B4-BE49-F238E27FC236}">
                <a16:creationId xmlns:a16="http://schemas.microsoft.com/office/drawing/2014/main" id="{6822EE8E-AD5F-40E3-8E56-4A2F09648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309" y="3185374"/>
            <a:ext cx="2361530" cy="18296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users\LENOVO~1\appdata\roaming\360se6\USERDA~1\Temp\201102~1.JPG">
            <a:extLst>
              <a:ext uri="{FF2B5EF4-FFF2-40B4-BE49-F238E27FC236}">
                <a16:creationId xmlns:a16="http://schemas.microsoft.com/office/drawing/2014/main" id="{E5792D44-1F61-4632-931E-EAF5C7055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613376"/>
            <a:ext cx="1224136" cy="1811723"/>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AAB0F07F-B485-45F2-AFD9-433FD4AA1326}"/>
              </a:ext>
            </a:extLst>
          </p:cNvPr>
          <p:cNvSpPr/>
          <p:nvPr/>
        </p:nvSpPr>
        <p:spPr>
          <a:xfrm>
            <a:off x="6228184" y="634878"/>
            <a:ext cx="2808312" cy="1815882"/>
          </a:xfrm>
          <a:prstGeom prst="rect">
            <a:avLst/>
          </a:prstGeom>
        </p:spPr>
        <p:txBody>
          <a:bodyPr wrap="square">
            <a:spAutoFit/>
          </a:bodyPr>
          <a:lstStyle/>
          <a:p>
            <a:pPr defTabSz="914400"/>
            <a:r>
              <a:rPr lang="zh-CN" altLang="en-US" sz="1400" dirty="0">
                <a:solidFill>
                  <a:prstClr val="black"/>
                </a:solidFill>
                <a:latin typeface="微软雅黑" panose="020B0503020204020204" pitchFamily="34" charset="-122"/>
                <a:ea typeface="微软雅黑" panose="020B0503020204020204" pitchFamily="34" charset="-122"/>
              </a:rPr>
              <a:t>阿尔伯特</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亚伯拉罕</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迈克尔逊</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defTabSz="914400"/>
            <a:r>
              <a:rPr lang="zh-CN" altLang="en-US" sz="1400" dirty="0">
                <a:solidFill>
                  <a:prstClr val="black"/>
                </a:solidFill>
                <a:latin typeface="微软雅黑" panose="020B0503020204020204" pitchFamily="34" charset="-122"/>
                <a:ea typeface="微软雅黑" panose="020B0503020204020204" pitchFamily="34" charset="-122"/>
              </a:rPr>
              <a:t>（</a:t>
            </a:r>
            <a:r>
              <a:rPr lang="en-US" altLang="zh-CN" sz="1400" dirty="0">
                <a:solidFill>
                  <a:prstClr val="black"/>
                </a:solidFill>
                <a:latin typeface="微软雅黑" panose="020B0503020204020204" pitchFamily="34" charset="-122"/>
                <a:ea typeface="微软雅黑" panose="020B0503020204020204" pitchFamily="34" charset="-122"/>
              </a:rPr>
              <a:t>1852-1931</a:t>
            </a:r>
            <a:r>
              <a:rPr lang="zh-CN" altLang="en-US" sz="1400" dirty="0">
                <a:solidFill>
                  <a:prstClr val="black"/>
                </a:solidFill>
                <a:latin typeface="微软雅黑" panose="020B0503020204020204" pitchFamily="34" charset="-122"/>
                <a:ea typeface="微软雅黑" panose="020B0503020204020204" pitchFamily="34" charset="-122"/>
              </a:rPr>
              <a:t>）</a:t>
            </a:r>
            <a:endParaRPr lang="en-US" altLang="zh-CN" sz="1400" dirty="0">
              <a:solidFill>
                <a:prstClr val="black"/>
              </a:solidFill>
              <a:latin typeface="微软雅黑" panose="020B0503020204020204" pitchFamily="34" charset="-122"/>
              <a:ea typeface="微软雅黑" panose="020B0503020204020204" pitchFamily="34" charset="-122"/>
            </a:endParaRPr>
          </a:p>
          <a:p>
            <a:pPr algn="just" defTabSz="914400"/>
            <a:r>
              <a:rPr lang="zh-CN" altLang="en-US" sz="1400" dirty="0">
                <a:solidFill>
                  <a:prstClr val="black"/>
                </a:solidFill>
                <a:latin typeface="微软雅黑" panose="020B0503020204020204" pitchFamily="34" charset="-122"/>
                <a:ea typeface="微软雅黑" panose="020B0503020204020204" pitchFamily="34" charset="-122"/>
              </a:rPr>
              <a:t>波兰裔美国藉物理学家，</a:t>
            </a:r>
            <a:r>
              <a:rPr lang="en-US" altLang="zh-CN" sz="1400" dirty="0">
                <a:solidFill>
                  <a:prstClr val="black"/>
                </a:solidFill>
                <a:latin typeface="微软雅黑" panose="020B0503020204020204" pitchFamily="34" charset="-122"/>
                <a:ea typeface="微软雅黑" panose="020B0503020204020204" pitchFamily="34" charset="-122"/>
              </a:rPr>
              <a:t>1907</a:t>
            </a:r>
            <a:r>
              <a:rPr lang="zh-CN" altLang="en-US" sz="1400" dirty="0">
                <a:solidFill>
                  <a:prstClr val="black"/>
                </a:solidFill>
                <a:latin typeface="微软雅黑" panose="020B0503020204020204" pitchFamily="34" charset="-122"/>
                <a:ea typeface="微软雅黑" panose="020B0503020204020204" pitchFamily="34" charset="-122"/>
              </a:rPr>
              <a:t>年诺贝尔物理学奖获得者，是一位出色的实验物理学家，他所完成的实验都以设计精巧、精确度高而闻名，爱因斯坦曾赞誉他为“科学界的艺术家”。</a:t>
            </a:r>
          </a:p>
        </p:txBody>
      </p:sp>
      <p:pic>
        <p:nvPicPr>
          <p:cNvPr id="10" name="Picture 4" descr="100inchHooker">
            <a:extLst>
              <a:ext uri="{FF2B5EF4-FFF2-40B4-BE49-F238E27FC236}">
                <a16:creationId xmlns:a16="http://schemas.microsoft.com/office/drawing/2014/main" id="{897A398C-F218-41D5-A126-ED8E0C32AC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96023" y="2780928"/>
            <a:ext cx="1560490" cy="254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5608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9E6E84-F1BA-4286-8B5A-236CDE778370}"/>
              </a:ext>
            </a:extLst>
          </p:cNvPr>
          <p:cNvSpPr/>
          <p:nvPr/>
        </p:nvSpPr>
        <p:spPr>
          <a:xfrm>
            <a:off x="1939723" y="2840263"/>
            <a:ext cx="5040162" cy="646331"/>
          </a:xfrm>
          <a:prstGeom prst="rect">
            <a:avLst/>
          </a:prstGeom>
        </p:spPr>
        <p:txBody>
          <a:bodyPr wrap="none">
            <a:spAutoFit/>
          </a:bodyPr>
          <a:lstStyle/>
          <a:p>
            <a:r>
              <a:rPr lang="zh-CN" altLang="en-US" sz="3600" b="1" dirty="0"/>
              <a:t>作业：</a:t>
            </a:r>
            <a:r>
              <a:rPr lang="en-US" altLang="zh-CN" sz="3600" b="1" dirty="0"/>
              <a:t>P206</a:t>
            </a:r>
            <a:r>
              <a:rPr lang="zh-CN" altLang="en-US" sz="3600" b="1" dirty="0"/>
              <a:t>：</a:t>
            </a:r>
            <a:r>
              <a:rPr lang="en-US" altLang="zh-CN" sz="3600" b="1" dirty="0"/>
              <a:t>2, 4, 5, 6, 7</a:t>
            </a:r>
            <a:endParaRPr lang="zh-CN" altLang="en-US" sz="3600" b="1" dirty="0"/>
          </a:p>
        </p:txBody>
      </p:sp>
    </p:spTree>
    <p:extLst>
      <p:ext uri="{BB962C8B-B14F-4D97-AF65-F5344CB8AC3E}">
        <p14:creationId xmlns:p14="http://schemas.microsoft.com/office/powerpoint/2010/main" val="3068224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B32EA9D-3F95-4E50-920A-37C40CFF9A43}"/>
              </a:ext>
            </a:extLst>
          </p:cNvPr>
          <p:cNvGrpSpPr/>
          <p:nvPr/>
        </p:nvGrpSpPr>
        <p:grpSpPr>
          <a:xfrm>
            <a:off x="302501" y="1447021"/>
            <a:ext cx="3194131" cy="4214227"/>
            <a:chOff x="179388" y="1484313"/>
            <a:chExt cx="5707054" cy="4968875"/>
          </a:xfrm>
        </p:grpSpPr>
        <p:sp>
          <p:nvSpPr>
            <p:cNvPr id="3" name="Line 2">
              <a:extLst>
                <a:ext uri="{FF2B5EF4-FFF2-40B4-BE49-F238E27FC236}">
                  <a16:creationId xmlns:a16="http://schemas.microsoft.com/office/drawing/2014/main" id="{D62660DF-BD82-4512-AFF8-B9C05719023C}"/>
                </a:ext>
              </a:extLst>
            </p:cNvPr>
            <p:cNvSpPr>
              <a:spLocks noChangeShapeType="1"/>
            </p:cNvSpPr>
            <p:nvPr/>
          </p:nvSpPr>
          <p:spPr bwMode="auto">
            <a:xfrm>
              <a:off x="3132138" y="3573463"/>
              <a:ext cx="0" cy="719137"/>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 name="Line 5">
              <a:extLst>
                <a:ext uri="{FF2B5EF4-FFF2-40B4-BE49-F238E27FC236}">
                  <a16:creationId xmlns:a16="http://schemas.microsoft.com/office/drawing/2014/main" id="{951184A1-4795-480D-87EB-F405D8D43829}"/>
                </a:ext>
              </a:extLst>
            </p:cNvPr>
            <p:cNvSpPr>
              <a:spLocks noChangeShapeType="1"/>
            </p:cNvSpPr>
            <p:nvPr/>
          </p:nvSpPr>
          <p:spPr bwMode="auto">
            <a:xfrm flipV="1">
              <a:off x="1620838" y="4221163"/>
              <a:ext cx="287337" cy="287337"/>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5" name="Line 9">
              <a:extLst>
                <a:ext uri="{FF2B5EF4-FFF2-40B4-BE49-F238E27FC236}">
                  <a16:creationId xmlns:a16="http://schemas.microsoft.com/office/drawing/2014/main" id="{710BBE4E-F301-4600-9CDC-66F312D90C7B}"/>
                </a:ext>
              </a:extLst>
            </p:cNvPr>
            <p:cNvSpPr>
              <a:spLocks noChangeShapeType="1"/>
            </p:cNvSpPr>
            <p:nvPr/>
          </p:nvSpPr>
          <p:spPr bwMode="auto">
            <a:xfrm flipH="1" flipV="1">
              <a:off x="1692275" y="1628775"/>
              <a:ext cx="3600450" cy="71438"/>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6" name="Freeform 11">
              <a:extLst>
                <a:ext uri="{FF2B5EF4-FFF2-40B4-BE49-F238E27FC236}">
                  <a16:creationId xmlns:a16="http://schemas.microsoft.com/office/drawing/2014/main" id="{969B54FE-DE4C-437C-BC78-6FECA5A08B4A}"/>
                </a:ext>
              </a:extLst>
            </p:cNvPr>
            <p:cNvSpPr>
              <a:spLocks/>
            </p:cNvSpPr>
            <p:nvPr/>
          </p:nvSpPr>
          <p:spPr bwMode="auto">
            <a:xfrm flipH="1">
              <a:off x="3421063" y="2708275"/>
              <a:ext cx="71437" cy="719138"/>
            </a:xfrm>
            <a:custGeom>
              <a:avLst/>
              <a:gdLst>
                <a:gd name="T0" fmla="*/ 0 w 91"/>
                <a:gd name="T1" fmla="*/ 0 h 1270"/>
                <a:gd name="T2" fmla="*/ 0 w 91"/>
                <a:gd name="T3" fmla="*/ 1270 h 1270"/>
                <a:gd name="T4" fmla="*/ 91 w 91"/>
                <a:gd name="T5" fmla="*/ 1134 h 1270"/>
                <a:gd name="T6" fmla="*/ 91 w 91"/>
                <a:gd name="T7" fmla="*/ 0 h 1270"/>
                <a:gd name="T8" fmla="*/ 0 w 91"/>
                <a:gd name="T9" fmla="*/ 0 h 1270"/>
              </a:gdLst>
              <a:ahLst/>
              <a:cxnLst>
                <a:cxn ang="0">
                  <a:pos x="T0" y="T1"/>
                </a:cxn>
                <a:cxn ang="0">
                  <a:pos x="T2" y="T3"/>
                </a:cxn>
                <a:cxn ang="0">
                  <a:pos x="T4" y="T5"/>
                </a:cxn>
                <a:cxn ang="0">
                  <a:pos x="T6" y="T7"/>
                </a:cxn>
                <a:cxn ang="0">
                  <a:pos x="T8" y="T9"/>
                </a:cxn>
              </a:cxnLst>
              <a:rect l="0" t="0" r="r" b="b"/>
              <a:pathLst>
                <a:path w="91" h="1270">
                  <a:moveTo>
                    <a:pt x="0" y="0"/>
                  </a:moveTo>
                  <a:lnTo>
                    <a:pt x="0" y="1270"/>
                  </a:lnTo>
                  <a:lnTo>
                    <a:pt x="91" y="1134"/>
                  </a:lnTo>
                  <a:lnTo>
                    <a:pt x="91" y="0"/>
                  </a:lnTo>
                  <a:lnTo>
                    <a:pt x="0" y="0"/>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7" name="Freeform 12">
              <a:extLst>
                <a:ext uri="{FF2B5EF4-FFF2-40B4-BE49-F238E27FC236}">
                  <a16:creationId xmlns:a16="http://schemas.microsoft.com/office/drawing/2014/main" id="{00818948-7112-413A-B386-902408F96648}"/>
                </a:ext>
              </a:extLst>
            </p:cNvPr>
            <p:cNvSpPr>
              <a:spLocks/>
            </p:cNvSpPr>
            <p:nvPr/>
          </p:nvSpPr>
          <p:spPr bwMode="auto">
            <a:xfrm flipH="1" flipV="1">
              <a:off x="3421063" y="4438650"/>
              <a:ext cx="71437" cy="719138"/>
            </a:xfrm>
            <a:custGeom>
              <a:avLst/>
              <a:gdLst>
                <a:gd name="T0" fmla="*/ 0 w 91"/>
                <a:gd name="T1" fmla="*/ 0 h 1270"/>
                <a:gd name="T2" fmla="*/ 0 w 91"/>
                <a:gd name="T3" fmla="*/ 1270 h 1270"/>
                <a:gd name="T4" fmla="*/ 91 w 91"/>
                <a:gd name="T5" fmla="*/ 1134 h 1270"/>
                <a:gd name="T6" fmla="*/ 91 w 91"/>
                <a:gd name="T7" fmla="*/ 0 h 1270"/>
                <a:gd name="T8" fmla="*/ 0 w 91"/>
                <a:gd name="T9" fmla="*/ 0 h 1270"/>
              </a:gdLst>
              <a:ahLst/>
              <a:cxnLst>
                <a:cxn ang="0">
                  <a:pos x="T0" y="T1"/>
                </a:cxn>
                <a:cxn ang="0">
                  <a:pos x="T2" y="T3"/>
                </a:cxn>
                <a:cxn ang="0">
                  <a:pos x="T4" y="T5"/>
                </a:cxn>
                <a:cxn ang="0">
                  <a:pos x="T6" y="T7"/>
                </a:cxn>
                <a:cxn ang="0">
                  <a:pos x="T8" y="T9"/>
                </a:cxn>
              </a:cxnLst>
              <a:rect l="0" t="0" r="r" b="b"/>
              <a:pathLst>
                <a:path w="91" h="1270">
                  <a:moveTo>
                    <a:pt x="0" y="0"/>
                  </a:moveTo>
                  <a:lnTo>
                    <a:pt x="0" y="1270"/>
                  </a:lnTo>
                  <a:lnTo>
                    <a:pt x="91" y="1134"/>
                  </a:lnTo>
                  <a:lnTo>
                    <a:pt x="91" y="0"/>
                  </a:lnTo>
                  <a:lnTo>
                    <a:pt x="0" y="0"/>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8" name="Freeform 13">
              <a:extLst>
                <a:ext uri="{FF2B5EF4-FFF2-40B4-BE49-F238E27FC236}">
                  <a16:creationId xmlns:a16="http://schemas.microsoft.com/office/drawing/2014/main" id="{BB5C391D-CAE5-45CB-B127-1878B7CD784D}"/>
                </a:ext>
              </a:extLst>
            </p:cNvPr>
            <p:cNvSpPr>
              <a:spLocks/>
            </p:cNvSpPr>
            <p:nvPr/>
          </p:nvSpPr>
          <p:spPr bwMode="auto">
            <a:xfrm>
              <a:off x="3419475" y="3571875"/>
              <a:ext cx="73025" cy="720725"/>
            </a:xfrm>
            <a:custGeom>
              <a:avLst/>
              <a:gdLst>
                <a:gd name="T0" fmla="*/ 0 w 45"/>
                <a:gd name="T1" fmla="*/ 46 h 590"/>
                <a:gd name="T2" fmla="*/ 0 w 45"/>
                <a:gd name="T3" fmla="*/ 545 h 590"/>
                <a:gd name="T4" fmla="*/ 45 w 45"/>
                <a:gd name="T5" fmla="*/ 590 h 590"/>
                <a:gd name="T6" fmla="*/ 45 w 45"/>
                <a:gd name="T7" fmla="*/ 0 h 590"/>
                <a:gd name="T8" fmla="*/ 0 w 45"/>
                <a:gd name="T9" fmla="*/ 46 h 590"/>
              </a:gdLst>
              <a:ahLst/>
              <a:cxnLst>
                <a:cxn ang="0">
                  <a:pos x="T0" y="T1"/>
                </a:cxn>
                <a:cxn ang="0">
                  <a:pos x="T2" y="T3"/>
                </a:cxn>
                <a:cxn ang="0">
                  <a:pos x="T4" y="T5"/>
                </a:cxn>
                <a:cxn ang="0">
                  <a:pos x="T6" y="T7"/>
                </a:cxn>
                <a:cxn ang="0">
                  <a:pos x="T8" y="T9"/>
                </a:cxn>
              </a:cxnLst>
              <a:rect l="0" t="0" r="r" b="b"/>
              <a:pathLst>
                <a:path w="45" h="590">
                  <a:moveTo>
                    <a:pt x="0" y="46"/>
                  </a:moveTo>
                  <a:lnTo>
                    <a:pt x="0" y="545"/>
                  </a:lnTo>
                  <a:lnTo>
                    <a:pt x="45" y="590"/>
                  </a:lnTo>
                  <a:lnTo>
                    <a:pt x="45" y="0"/>
                  </a:lnTo>
                  <a:lnTo>
                    <a:pt x="0" y="46"/>
                  </a:lnTo>
                  <a:close/>
                </a:path>
              </a:pathLst>
            </a:cu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9" name="Oval 14">
              <a:extLst>
                <a:ext uri="{FF2B5EF4-FFF2-40B4-BE49-F238E27FC236}">
                  <a16:creationId xmlns:a16="http://schemas.microsoft.com/office/drawing/2014/main" id="{9DD900CE-0DCA-4A39-8626-058E9E9B7296}"/>
                </a:ext>
              </a:extLst>
            </p:cNvPr>
            <p:cNvSpPr>
              <a:spLocks noChangeArrowheads="1"/>
            </p:cNvSpPr>
            <p:nvPr/>
          </p:nvSpPr>
          <p:spPr bwMode="auto">
            <a:xfrm>
              <a:off x="4211638" y="2566988"/>
              <a:ext cx="288925" cy="2733675"/>
            </a:xfrm>
            <a:prstGeom prst="ellipse">
              <a:avLst/>
            </a:prstGeom>
            <a:solidFill>
              <a:srgbClr val="EAEAEA"/>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0" name="Line 16">
              <a:extLst>
                <a:ext uri="{FF2B5EF4-FFF2-40B4-BE49-F238E27FC236}">
                  <a16:creationId xmlns:a16="http://schemas.microsoft.com/office/drawing/2014/main" id="{A0387A47-7E69-4FEB-AD47-AC164D7FA55C}"/>
                </a:ext>
              </a:extLst>
            </p:cNvPr>
            <p:cNvSpPr>
              <a:spLocks noChangeShapeType="1"/>
            </p:cNvSpPr>
            <p:nvPr/>
          </p:nvSpPr>
          <p:spPr bwMode="auto">
            <a:xfrm>
              <a:off x="5868988" y="2062163"/>
              <a:ext cx="0" cy="3743325"/>
            </a:xfrm>
            <a:prstGeom prst="line">
              <a:avLst/>
            </a:prstGeom>
            <a:noFill/>
            <a:ln w="381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1" name="Line 17">
              <a:extLst>
                <a:ext uri="{FF2B5EF4-FFF2-40B4-BE49-F238E27FC236}">
                  <a16:creationId xmlns:a16="http://schemas.microsoft.com/office/drawing/2014/main" id="{1D98FCA3-2365-404A-A8A8-82D3C80F54F5}"/>
                </a:ext>
              </a:extLst>
            </p:cNvPr>
            <p:cNvSpPr>
              <a:spLocks noChangeShapeType="1"/>
            </p:cNvSpPr>
            <p:nvPr/>
          </p:nvSpPr>
          <p:spPr bwMode="auto">
            <a:xfrm flipH="1">
              <a:off x="1763713" y="3500438"/>
              <a:ext cx="1728787" cy="0"/>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2" name="Line 18">
              <a:extLst>
                <a:ext uri="{FF2B5EF4-FFF2-40B4-BE49-F238E27FC236}">
                  <a16:creationId xmlns:a16="http://schemas.microsoft.com/office/drawing/2014/main" id="{793FE3D7-C2A9-48D5-B693-22498DA23F37}"/>
                </a:ext>
              </a:extLst>
            </p:cNvPr>
            <p:cNvSpPr>
              <a:spLocks noChangeShapeType="1"/>
            </p:cNvSpPr>
            <p:nvPr/>
          </p:nvSpPr>
          <p:spPr bwMode="auto">
            <a:xfrm flipH="1">
              <a:off x="1836738" y="1700213"/>
              <a:ext cx="3455987" cy="73025"/>
            </a:xfrm>
            <a:prstGeom prst="line">
              <a:avLst/>
            </a:prstGeom>
            <a:noFill/>
            <a:ln w="9525">
              <a:solidFill>
                <a:srgbClr val="33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3" name="Line 19">
              <a:extLst>
                <a:ext uri="{FF2B5EF4-FFF2-40B4-BE49-F238E27FC236}">
                  <a16:creationId xmlns:a16="http://schemas.microsoft.com/office/drawing/2014/main" id="{B83FB43D-F51F-45BC-9C19-FBC027C507D2}"/>
                </a:ext>
              </a:extLst>
            </p:cNvPr>
            <p:cNvSpPr>
              <a:spLocks noChangeShapeType="1"/>
            </p:cNvSpPr>
            <p:nvPr/>
          </p:nvSpPr>
          <p:spPr bwMode="auto">
            <a:xfrm flipH="1">
              <a:off x="1692275" y="6164263"/>
              <a:ext cx="3600450" cy="71437"/>
            </a:xfrm>
            <a:prstGeom prst="line">
              <a:avLst/>
            </a:prstGeom>
            <a:noFill/>
            <a:ln w="9525">
              <a:solidFill>
                <a:srgbClr val="3333CC"/>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4" name="Line 20">
              <a:extLst>
                <a:ext uri="{FF2B5EF4-FFF2-40B4-BE49-F238E27FC236}">
                  <a16:creationId xmlns:a16="http://schemas.microsoft.com/office/drawing/2014/main" id="{122F852D-8E9E-4A6C-BE99-429D8C815B1D}"/>
                </a:ext>
              </a:extLst>
            </p:cNvPr>
            <p:cNvSpPr>
              <a:spLocks noChangeShapeType="1"/>
            </p:cNvSpPr>
            <p:nvPr/>
          </p:nvSpPr>
          <p:spPr bwMode="auto">
            <a:xfrm flipH="1" flipV="1">
              <a:off x="1836738" y="6092825"/>
              <a:ext cx="3455987" cy="73025"/>
            </a:xfrm>
            <a:prstGeom prst="line">
              <a:avLst/>
            </a:prstGeom>
            <a:noFill/>
            <a:ln w="9525">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5" name="Line 21">
              <a:extLst>
                <a:ext uri="{FF2B5EF4-FFF2-40B4-BE49-F238E27FC236}">
                  <a16:creationId xmlns:a16="http://schemas.microsoft.com/office/drawing/2014/main" id="{0EEF9274-3168-486B-9B94-B206BE2DE46C}"/>
                </a:ext>
              </a:extLst>
            </p:cNvPr>
            <p:cNvSpPr>
              <a:spLocks noChangeShapeType="1"/>
            </p:cNvSpPr>
            <p:nvPr/>
          </p:nvSpPr>
          <p:spPr bwMode="auto">
            <a:xfrm flipH="1" flipV="1">
              <a:off x="1692275" y="3429000"/>
              <a:ext cx="1800225" cy="71438"/>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6" name="Line 24">
              <a:extLst>
                <a:ext uri="{FF2B5EF4-FFF2-40B4-BE49-F238E27FC236}">
                  <a16:creationId xmlns:a16="http://schemas.microsoft.com/office/drawing/2014/main" id="{32024FE7-610A-46C6-B0AE-BC47ACFBE793}"/>
                </a:ext>
              </a:extLst>
            </p:cNvPr>
            <p:cNvSpPr>
              <a:spLocks noChangeShapeType="1"/>
            </p:cNvSpPr>
            <p:nvPr/>
          </p:nvSpPr>
          <p:spPr bwMode="auto">
            <a:xfrm>
              <a:off x="1692275" y="4437063"/>
              <a:ext cx="0" cy="180022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17" name="Line 34">
              <a:extLst>
                <a:ext uri="{FF2B5EF4-FFF2-40B4-BE49-F238E27FC236}">
                  <a16:creationId xmlns:a16="http://schemas.microsoft.com/office/drawing/2014/main" id="{FD2168E3-7AB5-4A4E-9012-F549A7A1229C}"/>
                </a:ext>
              </a:extLst>
            </p:cNvPr>
            <p:cNvSpPr>
              <a:spLocks noChangeShapeType="1"/>
            </p:cNvSpPr>
            <p:nvPr/>
          </p:nvSpPr>
          <p:spPr bwMode="auto">
            <a:xfrm>
              <a:off x="323850" y="1700213"/>
              <a:ext cx="0" cy="4465637"/>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18" name="Object 39">
              <a:extLst>
                <a:ext uri="{FF2B5EF4-FFF2-40B4-BE49-F238E27FC236}">
                  <a16:creationId xmlns:a16="http://schemas.microsoft.com/office/drawing/2014/main" id="{34D742D6-6400-4858-933E-8FFB697B85E0}"/>
                </a:ext>
              </a:extLst>
            </p:cNvPr>
            <p:cNvGraphicFramePr>
              <a:graphicFrameLocks noChangeAspect="1"/>
            </p:cNvGraphicFramePr>
            <p:nvPr>
              <p:extLst>
                <p:ext uri="{D42A27DB-BD31-4B8C-83A1-F6EECF244321}">
                  <p14:modId xmlns:p14="http://schemas.microsoft.com/office/powerpoint/2010/main" val="788395253"/>
                </p:ext>
              </p:extLst>
            </p:nvPr>
          </p:nvGraphicFramePr>
          <p:xfrm>
            <a:off x="2100263" y="5661025"/>
            <a:ext cx="455612" cy="431800"/>
          </p:xfrm>
          <a:graphic>
            <a:graphicData uri="http://schemas.openxmlformats.org/presentationml/2006/ole">
              <mc:AlternateContent xmlns:mc="http://schemas.openxmlformats.org/markup-compatibility/2006">
                <mc:Choice xmlns:v="urn:schemas-microsoft-com:vml" Requires="v">
                  <p:oleObj name="Equation" r:id="rId2" imgW="241200" imgH="228600" progId="Equation.DSMT4">
                    <p:embed/>
                  </p:oleObj>
                </mc:Choice>
                <mc:Fallback>
                  <p:oleObj name="Equation" r:id="rId2" imgW="241200" imgH="228600" progId="Equation.DSMT4">
                    <p:embed/>
                    <p:pic>
                      <p:nvPicPr>
                        <p:cNvPr id="117" name="Object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5661025"/>
                          <a:ext cx="4556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Line 42">
              <a:extLst>
                <a:ext uri="{FF2B5EF4-FFF2-40B4-BE49-F238E27FC236}">
                  <a16:creationId xmlns:a16="http://schemas.microsoft.com/office/drawing/2014/main" id="{248AD440-414A-4A29-BBC9-1F88F24A8197}"/>
                </a:ext>
              </a:extLst>
            </p:cNvPr>
            <p:cNvSpPr>
              <a:spLocks noChangeShapeType="1"/>
            </p:cNvSpPr>
            <p:nvPr/>
          </p:nvSpPr>
          <p:spPr bwMode="auto">
            <a:xfrm flipV="1">
              <a:off x="3492500" y="4149725"/>
              <a:ext cx="863600" cy="2159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0" name="Line 43">
              <a:extLst>
                <a:ext uri="{FF2B5EF4-FFF2-40B4-BE49-F238E27FC236}">
                  <a16:creationId xmlns:a16="http://schemas.microsoft.com/office/drawing/2014/main" id="{7DF74C24-8F1B-457D-8B1C-FA97A4813E4D}"/>
                </a:ext>
              </a:extLst>
            </p:cNvPr>
            <p:cNvSpPr>
              <a:spLocks noChangeShapeType="1"/>
            </p:cNvSpPr>
            <p:nvPr/>
          </p:nvSpPr>
          <p:spPr bwMode="auto">
            <a:xfrm flipV="1">
              <a:off x="3492500" y="3284538"/>
              <a:ext cx="863600" cy="2159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1" name="Line 44">
              <a:extLst>
                <a:ext uri="{FF2B5EF4-FFF2-40B4-BE49-F238E27FC236}">
                  <a16:creationId xmlns:a16="http://schemas.microsoft.com/office/drawing/2014/main" id="{1553D9C5-17F5-4B99-BE0B-30FBB39CC1AE}"/>
                </a:ext>
              </a:extLst>
            </p:cNvPr>
            <p:cNvSpPr>
              <a:spLocks noChangeShapeType="1"/>
            </p:cNvSpPr>
            <p:nvPr/>
          </p:nvSpPr>
          <p:spPr bwMode="auto">
            <a:xfrm flipV="1">
              <a:off x="3492500" y="3573463"/>
              <a:ext cx="2376488" cy="576262"/>
            </a:xfrm>
            <a:prstGeom prst="line">
              <a:avLst/>
            </a:prstGeom>
            <a:noFill/>
            <a:ln w="9525">
              <a:solidFill>
                <a:sysClr val="windowText" lastClr="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2" name="Line 45">
              <a:extLst>
                <a:ext uri="{FF2B5EF4-FFF2-40B4-BE49-F238E27FC236}">
                  <a16:creationId xmlns:a16="http://schemas.microsoft.com/office/drawing/2014/main" id="{493C1BE8-D92C-4947-8E70-28ED95E713A8}"/>
                </a:ext>
              </a:extLst>
            </p:cNvPr>
            <p:cNvSpPr>
              <a:spLocks noChangeShapeType="1"/>
            </p:cNvSpPr>
            <p:nvPr/>
          </p:nvSpPr>
          <p:spPr bwMode="auto">
            <a:xfrm flipV="1">
              <a:off x="4356100" y="3573463"/>
              <a:ext cx="1512888" cy="576262"/>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3" name="Line 46">
              <a:extLst>
                <a:ext uri="{FF2B5EF4-FFF2-40B4-BE49-F238E27FC236}">
                  <a16:creationId xmlns:a16="http://schemas.microsoft.com/office/drawing/2014/main" id="{F3C14204-C8EC-4371-B9CB-9B2D973DAE46}"/>
                </a:ext>
              </a:extLst>
            </p:cNvPr>
            <p:cNvSpPr>
              <a:spLocks noChangeShapeType="1"/>
            </p:cNvSpPr>
            <p:nvPr/>
          </p:nvSpPr>
          <p:spPr bwMode="auto">
            <a:xfrm>
              <a:off x="4356100" y="3284538"/>
              <a:ext cx="1512888" cy="288925"/>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24" name="Object 47">
              <a:extLst>
                <a:ext uri="{FF2B5EF4-FFF2-40B4-BE49-F238E27FC236}">
                  <a16:creationId xmlns:a16="http://schemas.microsoft.com/office/drawing/2014/main" id="{8AC0FD29-8E41-4838-A140-84CF55CD0F82}"/>
                </a:ext>
              </a:extLst>
            </p:cNvPr>
            <p:cNvGraphicFramePr>
              <a:graphicFrameLocks noChangeAspect="1"/>
            </p:cNvGraphicFramePr>
            <p:nvPr>
              <p:extLst>
                <p:ext uri="{D42A27DB-BD31-4B8C-83A1-F6EECF244321}">
                  <p14:modId xmlns:p14="http://schemas.microsoft.com/office/powerpoint/2010/main" val="1175770472"/>
                </p:ext>
              </p:extLst>
            </p:nvPr>
          </p:nvGraphicFramePr>
          <p:xfrm>
            <a:off x="3948113" y="5242124"/>
            <a:ext cx="263525" cy="311150"/>
          </p:xfrm>
          <a:graphic>
            <a:graphicData uri="http://schemas.openxmlformats.org/presentationml/2006/ole">
              <mc:AlternateContent xmlns:mc="http://schemas.openxmlformats.org/markup-compatibility/2006">
                <mc:Choice xmlns:v="urn:schemas-microsoft-com:vml" Requires="v">
                  <p:oleObj name="Equation" r:id="rId4" imgW="139680" imgH="164880" progId="Equation.DSMT4">
                    <p:embed/>
                  </p:oleObj>
                </mc:Choice>
                <mc:Fallback>
                  <p:oleObj name="Equation" r:id="rId4" imgW="139680" imgH="164880" progId="Equation.DSMT4">
                    <p:embed/>
                    <p:pic>
                      <p:nvPicPr>
                        <p:cNvPr id="125"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8113" y="5242124"/>
                          <a:ext cx="263525"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49">
              <a:extLst>
                <a:ext uri="{FF2B5EF4-FFF2-40B4-BE49-F238E27FC236}">
                  <a16:creationId xmlns:a16="http://schemas.microsoft.com/office/drawing/2014/main" id="{BF166765-AEC7-4778-8B0D-60AFE3CBBF23}"/>
                </a:ext>
              </a:extLst>
            </p:cNvPr>
            <p:cNvGraphicFramePr>
              <a:graphicFrameLocks noChangeAspect="1"/>
            </p:cNvGraphicFramePr>
            <p:nvPr>
              <p:extLst>
                <p:ext uri="{D42A27DB-BD31-4B8C-83A1-F6EECF244321}">
                  <p14:modId xmlns:p14="http://schemas.microsoft.com/office/powerpoint/2010/main" val="1125801828"/>
                </p:ext>
              </p:extLst>
            </p:nvPr>
          </p:nvGraphicFramePr>
          <p:xfrm>
            <a:off x="5364161" y="5949950"/>
            <a:ext cx="522281" cy="431800"/>
          </p:xfrm>
          <a:graphic>
            <a:graphicData uri="http://schemas.openxmlformats.org/presentationml/2006/ole">
              <mc:AlternateContent xmlns:mc="http://schemas.openxmlformats.org/markup-compatibility/2006">
                <mc:Choice xmlns:v="urn:schemas-microsoft-com:vml" Requires="v">
                  <p:oleObj name="Equation" r:id="rId6" imgW="177480" imgH="228600" progId="Equation.DSMT4">
                    <p:embed/>
                  </p:oleObj>
                </mc:Choice>
                <mc:Fallback>
                  <p:oleObj name="Equation" r:id="rId6" imgW="177480" imgH="228600" progId="Equation.DSMT4">
                    <p:embed/>
                    <p:pic>
                      <p:nvPicPr>
                        <p:cNvPr id="127" name="Object 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161" y="5949950"/>
                          <a:ext cx="522281" cy="431800"/>
                        </a:xfrm>
                        <a:prstGeom prst="rect">
                          <a:avLst/>
                        </a:prstGeom>
                        <a:noFill/>
                        <a:ln>
                          <a:noFill/>
                        </a:ln>
                        <a:effectLst/>
                      </p:spPr>
                    </p:pic>
                  </p:oleObj>
                </mc:Fallback>
              </mc:AlternateContent>
            </a:graphicData>
          </a:graphic>
        </p:graphicFrame>
        <p:sp>
          <p:nvSpPr>
            <p:cNvPr id="26" name="Oval 50">
              <a:extLst>
                <a:ext uri="{FF2B5EF4-FFF2-40B4-BE49-F238E27FC236}">
                  <a16:creationId xmlns:a16="http://schemas.microsoft.com/office/drawing/2014/main" id="{7358A6E3-EE01-47CB-8228-93A64FE6DDA9}"/>
                </a:ext>
              </a:extLst>
            </p:cNvPr>
            <p:cNvSpPr>
              <a:spLocks noChangeArrowheads="1"/>
            </p:cNvSpPr>
            <p:nvPr/>
          </p:nvSpPr>
          <p:spPr bwMode="auto">
            <a:xfrm flipH="1" flipV="1">
              <a:off x="5292725" y="6137275"/>
              <a:ext cx="69850" cy="69850"/>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7" name="Oval 51">
              <a:extLst>
                <a:ext uri="{FF2B5EF4-FFF2-40B4-BE49-F238E27FC236}">
                  <a16:creationId xmlns:a16="http://schemas.microsoft.com/office/drawing/2014/main" id="{7094178B-AF57-4949-B379-037CE1044EB6}"/>
                </a:ext>
              </a:extLst>
            </p:cNvPr>
            <p:cNvSpPr>
              <a:spLocks noChangeArrowheads="1"/>
            </p:cNvSpPr>
            <p:nvPr/>
          </p:nvSpPr>
          <p:spPr bwMode="auto">
            <a:xfrm flipH="1" flipV="1">
              <a:off x="5292725" y="1671638"/>
              <a:ext cx="69850" cy="69850"/>
            </a:xfrm>
            <a:prstGeom prst="ellipse">
              <a:avLst/>
            </a:prstGeom>
            <a:solidFill>
              <a:sysClr val="windowText" lastClr="000000"/>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28" name="Text Box 66">
              <a:extLst>
                <a:ext uri="{FF2B5EF4-FFF2-40B4-BE49-F238E27FC236}">
                  <a16:creationId xmlns:a16="http://schemas.microsoft.com/office/drawing/2014/main" id="{609FB7DD-F514-4D10-AF4B-9A3264C2C7EF}"/>
                </a:ext>
              </a:extLst>
            </p:cNvPr>
            <p:cNvSpPr txBox="1">
              <a:spLocks noChangeArrowheads="1"/>
            </p:cNvSpPr>
            <p:nvPr/>
          </p:nvSpPr>
          <p:spPr bwMode="auto">
            <a:xfrm>
              <a:off x="2895601" y="1916112"/>
              <a:ext cx="2158810" cy="542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066FF"/>
                  </a:solidFill>
                  <a:effectLst/>
                  <a:uLnTx/>
                  <a:uFillTx/>
                  <a:latin typeface="微软雅黑" panose="020B0503020204020204" pitchFamily="34" charset="-122"/>
                  <a:ea typeface="微软雅黑" panose="020B0503020204020204" pitchFamily="34" charset="-122"/>
                </a:rPr>
                <a:t>测星干涉仪</a:t>
              </a:r>
            </a:p>
          </p:txBody>
        </p:sp>
        <p:grpSp>
          <p:nvGrpSpPr>
            <p:cNvPr id="29" name="组合 28">
              <a:extLst>
                <a:ext uri="{FF2B5EF4-FFF2-40B4-BE49-F238E27FC236}">
                  <a16:creationId xmlns:a16="http://schemas.microsoft.com/office/drawing/2014/main" id="{4F9803DE-7BE1-4083-81AA-40C2AA54F707}"/>
                </a:ext>
              </a:extLst>
            </p:cNvPr>
            <p:cNvGrpSpPr/>
            <p:nvPr/>
          </p:nvGrpSpPr>
          <p:grpSpPr>
            <a:xfrm>
              <a:off x="179388" y="1484313"/>
              <a:ext cx="5689600" cy="4968875"/>
              <a:chOff x="179388" y="1484313"/>
              <a:chExt cx="5689600" cy="4968875"/>
            </a:xfrm>
          </p:grpSpPr>
          <p:sp>
            <p:nvSpPr>
              <p:cNvPr id="33" name="Line 6">
                <a:extLst>
                  <a:ext uri="{FF2B5EF4-FFF2-40B4-BE49-F238E27FC236}">
                    <a16:creationId xmlns:a16="http://schemas.microsoft.com/office/drawing/2014/main" id="{69A54E1C-006A-47D2-BC43-078E837D1841}"/>
                  </a:ext>
                </a:extLst>
              </p:cNvPr>
              <p:cNvSpPr>
                <a:spLocks noChangeShapeType="1"/>
              </p:cNvSpPr>
              <p:nvPr/>
            </p:nvSpPr>
            <p:spPr bwMode="auto">
              <a:xfrm flipH="1">
                <a:off x="1476375" y="5876925"/>
                <a:ext cx="576263" cy="576263"/>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4" name="Line 7">
                <a:extLst>
                  <a:ext uri="{FF2B5EF4-FFF2-40B4-BE49-F238E27FC236}">
                    <a16:creationId xmlns:a16="http://schemas.microsoft.com/office/drawing/2014/main" id="{9ACB379E-F39D-47D1-804D-2DFFD5C185BF}"/>
                  </a:ext>
                </a:extLst>
              </p:cNvPr>
              <p:cNvSpPr>
                <a:spLocks noChangeShapeType="1"/>
              </p:cNvSpPr>
              <p:nvPr/>
            </p:nvSpPr>
            <p:spPr bwMode="auto">
              <a:xfrm flipH="1" flipV="1">
                <a:off x="1620838" y="3357563"/>
                <a:ext cx="287337" cy="287337"/>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5" name="Line 8">
                <a:extLst>
                  <a:ext uri="{FF2B5EF4-FFF2-40B4-BE49-F238E27FC236}">
                    <a16:creationId xmlns:a16="http://schemas.microsoft.com/office/drawing/2014/main" id="{E4BB08DA-3964-4EED-84B2-4EB703584B33}"/>
                  </a:ext>
                </a:extLst>
              </p:cNvPr>
              <p:cNvSpPr>
                <a:spLocks noChangeShapeType="1"/>
              </p:cNvSpPr>
              <p:nvPr/>
            </p:nvSpPr>
            <p:spPr bwMode="auto">
              <a:xfrm>
                <a:off x="1547813" y="1484313"/>
                <a:ext cx="576262" cy="576262"/>
              </a:xfrm>
              <a:prstGeom prst="line">
                <a:avLst/>
              </a:prstGeom>
              <a:noFill/>
              <a:ln w="5715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6" name="Line 15">
                <a:extLst>
                  <a:ext uri="{FF2B5EF4-FFF2-40B4-BE49-F238E27FC236}">
                    <a16:creationId xmlns:a16="http://schemas.microsoft.com/office/drawing/2014/main" id="{79356CF9-84F0-4DC1-A469-1CB650EC37A9}"/>
                  </a:ext>
                </a:extLst>
              </p:cNvPr>
              <p:cNvSpPr>
                <a:spLocks noChangeShapeType="1"/>
              </p:cNvSpPr>
              <p:nvPr/>
            </p:nvSpPr>
            <p:spPr bwMode="auto">
              <a:xfrm>
                <a:off x="755650" y="3933825"/>
                <a:ext cx="5113338" cy="0"/>
              </a:xfrm>
              <a:prstGeom prst="line">
                <a:avLst/>
              </a:prstGeom>
              <a:noFill/>
              <a:ln w="9525">
                <a:solidFill>
                  <a:sysClr val="windowText" lastClr="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7" name="Line 22">
                <a:extLst>
                  <a:ext uri="{FF2B5EF4-FFF2-40B4-BE49-F238E27FC236}">
                    <a16:creationId xmlns:a16="http://schemas.microsoft.com/office/drawing/2014/main" id="{C744FDCF-793F-4B82-97F5-F8C861F6C254}"/>
                  </a:ext>
                </a:extLst>
              </p:cNvPr>
              <p:cNvSpPr>
                <a:spLocks noChangeShapeType="1"/>
              </p:cNvSpPr>
              <p:nvPr/>
            </p:nvSpPr>
            <p:spPr bwMode="auto">
              <a:xfrm flipV="1">
                <a:off x="1692275" y="1628775"/>
                <a:ext cx="0" cy="180022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8" name="Line 23">
                <a:extLst>
                  <a:ext uri="{FF2B5EF4-FFF2-40B4-BE49-F238E27FC236}">
                    <a16:creationId xmlns:a16="http://schemas.microsoft.com/office/drawing/2014/main" id="{FD566C0E-CE05-482F-B32F-5BE529F08CAC}"/>
                  </a:ext>
                </a:extLst>
              </p:cNvPr>
              <p:cNvSpPr>
                <a:spLocks noChangeShapeType="1"/>
              </p:cNvSpPr>
              <p:nvPr/>
            </p:nvSpPr>
            <p:spPr bwMode="auto">
              <a:xfrm flipV="1">
                <a:off x="1763713" y="1773238"/>
                <a:ext cx="73025" cy="1727200"/>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39" name="Line 25">
                <a:extLst>
                  <a:ext uri="{FF2B5EF4-FFF2-40B4-BE49-F238E27FC236}">
                    <a16:creationId xmlns:a16="http://schemas.microsoft.com/office/drawing/2014/main" id="{43441080-67FF-40EF-B113-9EEAF655BA8C}"/>
                  </a:ext>
                </a:extLst>
              </p:cNvPr>
              <p:cNvSpPr>
                <a:spLocks noChangeShapeType="1"/>
              </p:cNvSpPr>
              <p:nvPr/>
            </p:nvSpPr>
            <p:spPr bwMode="auto">
              <a:xfrm>
                <a:off x="1763713" y="4365625"/>
                <a:ext cx="73025" cy="1727200"/>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0" name="Line 26">
                <a:extLst>
                  <a:ext uri="{FF2B5EF4-FFF2-40B4-BE49-F238E27FC236}">
                    <a16:creationId xmlns:a16="http://schemas.microsoft.com/office/drawing/2014/main" id="{631716AD-6D8F-4016-A58A-8A07D6378265}"/>
                  </a:ext>
                </a:extLst>
              </p:cNvPr>
              <p:cNvSpPr>
                <a:spLocks noChangeShapeType="1"/>
              </p:cNvSpPr>
              <p:nvPr/>
            </p:nvSpPr>
            <p:spPr bwMode="auto">
              <a:xfrm flipH="1" flipV="1">
                <a:off x="1763713" y="4365625"/>
                <a:ext cx="1728787" cy="0"/>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1" name="Line 27">
                <a:extLst>
                  <a:ext uri="{FF2B5EF4-FFF2-40B4-BE49-F238E27FC236}">
                    <a16:creationId xmlns:a16="http://schemas.microsoft.com/office/drawing/2014/main" id="{B2CDBC1C-8CD7-441C-A6D7-4FF7DC3FEBC7}"/>
                  </a:ext>
                </a:extLst>
              </p:cNvPr>
              <p:cNvSpPr>
                <a:spLocks noChangeShapeType="1"/>
              </p:cNvSpPr>
              <p:nvPr/>
            </p:nvSpPr>
            <p:spPr bwMode="auto">
              <a:xfrm flipH="1">
                <a:off x="1692275" y="4365625"/>
                <a:ext cx="1800225" cy="71438"/>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2" name="Line 28">
                <a:extLst>
                  <a:ext uri="{FF2B5EF4-FFF2-40B4-BE49-F238E27FC236}">
                    <a16:creationId xmlns:a16="http://schemas.microsoft.com/office/drawing/2014/main" id="{95D37663-386F-4CE7-8DC9-A68580C8C792}"/>
                  </a:ext>
                </a:extLst>
              </p:cNvPr>
              <p:cNvSpPr>
                <a:spLocks noChangeShapeType="1"/>
              </p:cNvSpPr>
              <p:nvPr/>
            </p:nvSpPr>
            <p:spPr bwMode="auto">
              <a:xfrm flipH="1" flipV="1">
                <a:off x="323850" y="1600200"/>
                <a:ext cx="1368425" cy="2857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3" name="Line 29">
                <a:extLst>
                  <a:ext uri="{FF2B5EF4-FFF2-40B4-BE49-F238E27FC236}">
                    <a16:creationId xmlns:a16="http://schemas.microsoft.com/office/drawing/2014/main" id="{F9A7AD4D-FEFF-47FF-84CF-24C137A588F7}"/>
                  </a:ext>
                </a:extLst>
              </p:cNvPr>
              <p:cNvSpPr>
                <a:spLocks noChangeShapeType="1"/>
              </p:cNvSpPr>
              <p:nvPr/>
            </p:nvSpPr>
            <p:spPr bwMode="auto">
              <a:xfrm flipH="1">
                <a:off x="309562" y="1773236"/>
                <a:ext cx="1527175" cy="2857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4" name="Line 30">
                <a:extLst>
                  <a:ext uri="{FF2B5EF4-FFF2-40B4-BE49-F238E27FC236}">
                    <a16:creationId xmlns:a16="http://schemas.microsoft.com/office/drawing/2014/main" id="{E5D79021-8C13-44E9-8366-A0CCC92789F3}"/>
                  </a:ext>
                </a:extLst>
              </p:cNvPr>
              <p:cNvSpPr>
                <a:spLocks noChangeShapeType="1"/>
              </p:cNvSpPr>
              <p:nvPr/>
            </p:nvSpPr>
            <p:spPr bwMode="auto">
              <a:xfrm flipH="1">
                <a:off x="323850" y="6237288"/>
                <a:ext cx="1368425" cy="28575"/>
              </a:xfrm>
              <a:prstGeom prst="line">
                <a:avLst/>
              </a:prstGeom>
              <a:noFill/>
              <a:ln w="9525">
                <a:solidFill>
                  <a:srgbClr val="3333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5" name="Line 31">
                <a:extLst>
                  <a:ext uri="{FF2B5EF4-FFF2-40B4-BE49-F238E27FC236}">
                    <a16:creationId xmlns:a16="http://schemas.microsoft.com/office/drawing/2014/main" id="{CF715AF7-4C68-4C6D-89D7-2342D1B30DFB}"/>
                  </a:ext>
                </a:extLst>
              </p:cNvPr>
              <p:cNvSpPr>
                <a:spLocks noChangeShapeType="1"/>
              </p:cNvSpPr>
              <p:nvPr/>
            </p:nvSpPr>
            <p:spPr bwMode="auto">
              <a:xfrm flipH="1" flipV="1">
                <a:off x="338138" y="6064250"/>
                <a:ext cx="1498600" cy="28575"/>
              </a:xfrm>
              <a:prstGeom prst="line">
                <a:avLst/>
              </a:prstGeom>
              <a:noFill/>
              <a:ln w="952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6" name="Line 32">
                <a:extLst>
                  <a:ext uri="{FF2B5EF4-FFF2-40B4-BE49-F238E27FC236}">
                    <a16:creationId xmlns:a16="http://schemas.microsoft.com/office/drawing/2014/main" id="{CCF988E1-FDA0-431A-BD34-931290A809A8}"/>
                  </a:ext>
                </a:extLst>
              </p:cNvPr>
              <p:cNvSpPr>
                <a:spLocks noChangeShapeType="1"/>
              </p:cNvSpPr>
              <p:nvPr/>
            </p:nvSpPr>
            <p:spPr bwMode="auto">
              <a:xfrm flipH="1">
                <a:off x="180975" y="1700213"/>
                <a:ext cx="287338"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7" name="Line 33">
                <a:extLst>
                  <a:ext uri="{FF2B5EF4-FFF2-40B4-BE49-F238E27FC236}">
                    <a16:creationId xmlns:a16="http://schemas.microsoft.com/office/drawing/2014/main" id="{08DD820E-C962-4670-ABD7-28FF7E499454}"/>
                  </a:ext>
                </a:extLst>
              </p:cNvPr>
              <p:cNvSpPr>
                <a:spLocks noChangeShapeType="1"/>
              </p:cNvSpPr>
              <p:nvPr/>
            </p:nvSpPr>
            <p:spPr bwMode="auto">
              <a:xfrm flipH="1">
                <a:off x="179388" y="6165850"/>
                <a:ext cx="288925"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8" name="Arc 55">
                <a:extLst>
                  <a:ext uri="{FF2B5EF4-FFF2-40B4-BE49-F238E27FC236}">
                    <a16:creationId xmlns:a16="http://schemas.microsoft.com/office/drawing/2014/main" id="{ADFD3603-A74F-429A-9F9C-20385B7CC47D}"/>
                  </a:ext>
                </a:extLst>
              </p:cNvPr>
              <p:cNvSpPr>
                <a:spLocks/>
              </p:cNvSpPr>
              <p:nvPr/>
            </p:nvSpPr>
            <p:spPr bwMode="auto">
              <a:xfrm flipH="1">
                <a:off x="1112057" y="1603956"/>
                <a:ext cx="485775" cy="204787"/>
              </a:xfrm>
              <a:custGeom>
                <a:avLst/>
                <a:gdLst>
                  <a:gd name="G0" fmla="+- 0 0 0"/>
                  <a:gd name="G1" fmla="+- 4078 0 0"/>
                  <a:gd name="G2" fmla="+- 21600 0 0"/>
                  <a:gd name="T0" fmla="*/ 21212 w 21600"/>
                  <a:gd name="T1" fmla="*/ 0 h 9077"/>
                  <a:gd name="T2" fmla="*/ 21014 w 21600"/>
                  <a:gd name="T3" fmla="*/ 9077 h 9077"/>
                  <a:gd name="T4" fmla="*/ 0 w 21600"/>
                  <a:gd name="T5" fmla="*/ 4078 h 9077"/>
                </a:gdLst>
                <a:ahLst/>
                <a:cxnLst>
                  <a:cxn ang="0">
                    <a:pos x="T0" y="T1"/>
                  </a:cxn>
                  <a:cxn ang="0">
                    <a:pos x="T2" y="T3"/>
                  </a:cxn>
                  <a:cxn ang="0">
                    <a:pos x="T4" y="T5"/>
                  </a:cxn>
                </a:cxnLst>
                <a:rect l="0" t="0" r="r" b="b"/>
                <a:pathLst>
                  <a:path w="21600" h="9077" fill="none" extrusionOk="0">
                    <a:moveTo>
                      <a:pt x="21211" y="0"/>
                    </a:moveTo>
                    <a:cubicBezTo>
                      <a:pt x="21469" y="1344"/>
                      <a:pt x="21600" y="2709"/>
                      <a:pt x="21600" y="4078"/>
                    </a:cubicBezTo>
                    <a:cubicBezTo>
                      <a:pt x="21600" y="5761"/>
                      <a:pt x="21403" y="7439"/>
                      <a:pt x="21013" y="9076"/>
                    </a:cubicBezTo>
                  </a:path>
                  <a:path w="21600" h="9077" stroke="0" extrusionOk="0">
                    <a:moveTo>
                      <a:pt x="21211" y="0"/>
                    </a:moveTo>
                    <a:cubicBezTo>
                      <a:pt x="21469" y="1344"/>
                      <a:pt x="21600" y="2709"/>
                      <a:pt x="21600" y="4078"/>
                    </a:cubicBezTo>
                    <a:cubicBezTo>
                      <a:pt x="21600" y="5761"/>
                      <a:pt x="21403" y="7439"/>
                      <a:pt x="21013" y="9076"/>
                    </a:cubicBezTo>
                    <a:lnTo>
                      <a:pt x="0" y="4078"/>
                    </a:lnTo>
                    <a:close/>
                  </a:path>
                </a:pathLst>
              </a:cu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sp>
            <p:nvSpPr>
              <p:cNvPr id="49" name="Arc 56">
                <a:extLst>
                  <a:ext uri="{FF2B5EF4-FFF2-40B4-BE49-F238E27FC236}">
                    <a16:creationId xmlns:a16="http://schemas.microsoft.com/office/drawing/2014/main" id="{445C878F-1E74-4BB7-B7D5-8032C7E8C7DA}"/>
                  </a:ext>
                </a:extLst>
              </p:cNvPr>
              <p:cNvSpPr>
                <a:spLocks/>
              </p:cNvSpPr>
              <p:nvPr/>
            </p:nvSpPr>
            <p:spPr bwMode="auto">
              <a:xfrm flipH="1" flipV="1">
                <a:off x="1246229" y="6049963"/>
                <a:ext cx="485775" cy="204787"/>
              </a:xfrm>
              <a:custGeom>
                <a:avLst/>
                <a:gdLst>
                  <a:gd name="G0" fmla="+- 0 0 0"/>
                  <a:gd name="G1" fmla="+- 4078 0 0"/>
                  <a:gd name="G2" fmla="+- 21600 0 0"/>
                  <a:gd name="T0" fmla="*/ 21212 w 21600"/>
                  <a:gd name="T1" fmla="*/ 0 h 9077"/>
                  <a:gd name="T2" fmla="*/ 21014 w 21600"/>
                  <a:gd name="T3" fmla="*/ 9077 h 9077"/>
                  <a:gd name="T4" fmla="*/ 0 w 21600"/>
                  <a:gd name="T5" fmla="*/ 4078 h 9077"/>
                </a:gdLst>
                <a:ahLst/>
                <a:cxnLst>
                  <a:cxn ang="0">
                    <a:pos x="T0" y="T1"/>
                  </a:cxn>
                  <a:cxn ang="0">
                    <a:pos x="T2" y="T3"/>
                  </a:cxn>
                  <a:cxn ang="0">
                    <a:pos x="T4" y="T5"/>
                  </a:cxn>
                </a:cxnLst>
                <a:rect l="0" t="0" r="r" b="b"/>
                <a:pathLst>
                  <a:path w="21600" h="9077" fill="none" extrusionOk="0">
                    <a:moveTo>
                      <a:pt x="21211" y="0"/>
                    </a:moveTo>
                    <a:cubicBezTo>
                      <a:pt x="21469" y="1344"/>
                      <a:pt x="21600" y="2709"/>
                      <a:pt x="21600" y="4078"/>
                    </a:cubicBezTo>
                    <a:cubicBezTo>
                      <a:pt x="21600" y="5761"/>
                      <a:pt x="21403" y="7439"/>
                      <a:pt x="21013" y="9076"/>
                    </a:cubicBezTo>
                  </a:path>
                  <a:path w="21600" h="9077" stroke="0" extrusionOk="0">
                    <a:moveTo>
                      <a:pt x="21211" y="0"/>
                    </a:moveTo>
                    <a:cubicBezTo>
                      <a:pt x="21469" y="1344"/>
                      <a:pt x="21600" y="2709"/>
                      <a:pt x="21600" y="4078"/>
                    </a:cubicBezTo>
                    <a:cubicBezTo>
                      <a:pt x="21600" y="5761"/>
                      <a:pt x="21403" y="7439"/>
                      <a:pt x="21013" y="9076"/>
                    </a:cubicBezTo>
                    <a:lnTo>
                      <a:pt x="0" y="4078"/>
                    </a:lnTo>
                    <a:close/>
                  </a:path>
                </a:pathLst>
              </a:cu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50" name="Object 62">
                <a:extLst>
                  <a:ext uri="{FF2B5EF4-FFF2-40B4-BE49-F238E27FC236}">
                    <a16:creationId xmlns:a16="http://schemas.microsoft.com/office/drawing/2014/main" id="{107467EB-6148-4AC1-B483-F1553203EAEF}"/>
                  </a:ext>
                </a:extLst>
              </p:cNvPr>
              <p:cNvGraphicFramePr>
                <a:graphicFrameLocks noChangeAspect="1"/>
              </p:cNvGraphicFramePr>
              <p:nvPr>
                <p:extLst>
                  <p:ext uri="{D42A27DB-BD31-4B8C-83A1-F6EECF244321}">
                    <p14:modId xmlns:p14="http://schemas.microsoft.com/office/powerpoint/2010/main" val="3317593180"/>
                  </p:ext>
                </p:extLst>
              </p:nvPr>
            </p:nvGraphicFramePr>
            <p:xfrm>
              <a:off x="2720975" y="3717925"/>
              <a:ext cx="338138" cy="431800"/>
            </p:xfrm>
            <a:graphic>
              <a:graphicData uri="http://schemas.openxmlformats.org/presentationml/2006/ole">
                <mc:AlternateContent xmlns:mc="http://schemas.openxmlformats.org/markup-compatibility/2006">
                  <mc:Choice xmlns:v="urn:schemas-microsoft-com:vml" Requires="v">
                    <p:oleObj name="Equation" r:id="rId8" imgW="139680" imgH="177480" progId="Equation.DSMT4">
                      <p:embed/>
                    </p:oleObj>
                  </mc:Choice>
                  <mc:Fallback>
                    <p:oleObj name="Equation" r:id="rId8" imgW="139680" imgH="177480" progId="Equation.DSMT4">
                      <p:embed/>
                      <p:pic>
                        <p:nvPicPr>
                          <p:cNvPr id="134" name="Object 6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20975" y="3717925"/>
                            <a:ext cx="33813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51" name="直接箭头连接符 50">
                <a:extLst>
                  <a:ext uri="{FF2B5EF4-FFF2-40B4-BE49-F238E27FC236}">
                    <a16:creationId xmlns:a16="http://schemas.microsoft.com/office/drawing/2014/main" id="{7FCB214B-7A7A-42A5-A40C-BDB6FF7307FD}"/>
                  </a:ext>
                </a:extLst>
              </p:cNvPr>
              <p:cNvCxnSpPr/>
              <p:nvPr/>
            </p:nvCxnSpPr>
            <p:spPr>
              <a:xfrm>
                <a:off x="309563" y="5131931"/>
                <a:ext cx="1382712" cy="0"/>
              </a:xfrm>
              <a:prstGeom prst="straightConnector1">
                <a:avLst/>
              </a:prstGeom>
              <a:noFill/>
              <a:ln w="9525" cap="flat" cmpd="sng" algn="ctr">
                <a:solidFill>
                  <a:sysClr val="windowText" lastClr="000000"/>
                </a:solidFill>
                <a:prstDash val="solid"/>
                <a:headEnd type="triangle" w="med" len="med"/>
                <a:tailEnd type="triangle" w="med" len="med"/>
              </a:ln>
              <a:effectLst/>
            </p:spPr>
          </p:cxnSp>
        </p:grpSp>
        <p:cxnSp>
          <p:nvCxnSpPr>
            <p:cNvPr id="30" name="直接连接符 29">
              <a:extLst>
                <a:ext uri="{FF2B5EF4-FFF2-40B4-BE49-F238E27FC236}">
                  <a16:creationId xmlns:a16="http://schemas.microsoft.com/office/drawing/2014/main" id="{492965AC-BD80-48EE-936C-63308E207EEA}"/>
                </a:ext>
              </a:extLst>
            </p:cNvPr>
            <p:cNvCxnSpPr>
              <a:stCxn id="9" idx="4"/>
            </p:cNvCxnSpPr>
            <p:nvPr/>
          </p:nvCxnSpPr>
          <p:spPr>
            <a:xfrm flipH="1">
              <a:off x="4356100" y="5300663"/>
              <a:ext cx="1" cy="360585"/>
            </a:xfrm>
            <a:prstGeom prst="line">
              <a:avLst/>
            </a:prstGeom>
            <a:noFill/>
            <a:ln w="9525" cap="flat" cmpd="sng" algn="ctr">
              <a:solidFill>
                <a:srgbClr val="4F81BD">
                  <a:shade val="95000"/>
                  <a:satMod val="105000"/>
                </a:srgbClr>
              </a:solidFill>
              <a:prstDash val="solid"/>
            </a:ln>
            <a:effectLst/>
          </p:spPr>
        </p:cxnSp>
        <p:sp>
          <p:nvSpPr>
            <p:cNvPr id="31" name="Line 2">
              <a:extLst>
                <a:ext uri="{FF2B5EF4-FFF2-40B4-BE49-F238E27FC236}">
                  <a16:creationId xmlns:a16="http://schemas.microsoft.com/office/drawing/2014/main" id="{83B55127-8A4A-4648-B4F1-0C698F9CA83F}"/>
                </a:ext>
              </a:extLst>
            </p:cNvPr>
            <p:cNvSpPr>
              <a:spLocks noChangeShapeType="1"/>
            </p:cNvSpPr>
            <p:nvPr/>
          </p:nvSpPr>
          <p:spPr bwMode="auto">
            <a:xfrm flipH="1">
              <a:off x="4384381" y="5480955"/>
              <a:ext cx="1449916" cy="0"/>
            </a:xfrm>
            <a:prstGeom prst="line">
              <a:avLst/>
            </a:prstGeom>
            <a:noFill/>
            <a:ln w="9525">
              <a:solidFill>
                <a:sysClr val="windowText" lastClr="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a typeface="宋体" panose="02010600030101010101" pitchFamily="2" charset="-122"/>
              </a:endParaRPr>
            </a:p>
          </p:txBody>
        </p:sp>
        <p:graphicFrame>
          <p:nvGraphicFramePr>
            <p:cNvPr id="32" name="对象 31">
              <a:extLst>
                <a:ext uri="{FF2B5EF4-FFF2-40B4-BE49-F238E27FC236}">
                  <a16:creationId xmlns:a16="http://schemas.microsoft.com/office/drawing/2014/main" id="{EE185604-D5FF-45F6-BDFE-1EFAAA16EFE2}"/>
                </a:ext>
              </a:extLst>
            </p:cNvPr>
            <p:cNvGraphicFramePr>
              <a:graphicFrameLocks noChangeAspect="1"/>
            </p:cNvGraphicFramePr>
            <p:nvPr>
              <p:extLst>
                <p:ext uri="{D42A27DB-BD31-4B8C-83A1-F6EECF244321}">
                  <p14:modId xmlns:p14="http://schemas.microsoft.com/office/powerpoint/2010/main" val="2508084064"/>
                </p:ext>
              </p:extLst>
            </p:nvPr>
          </p:nvGraphicFramePr>
          <p:xfrm>
            <a:off x="4968875" y="5131931"/>
            <a:ext cx="287337" cy="384175"/>
          </p:xfrm>
          <a:graphic>
            <a:graphicData uri="http://schemas.openxmlformats.org/presentationml/2006/ole">
              <mc:AlternateContent xmlns:mc="http://schemas.openxmlformats.org/markup-compatibility/2006">
                <mc:Choice xmlns:v="urn:schemas-microsoft-com:vml" Requires="v">
                  <p:oleObj name="Equation" r:id="rId10" imgW="152280" imgH="203040" progId="Equation.DSMT4">
                    <p:embed/>
                  </p:oleObj>
                </mc:Choice>
                <mc:Fallback>
                  <p:oleObj name="Equation" r:id="rId10" imgW="152280" imgH="203040" progId="Equation.DSMT4">
                    <p:embed/>
                    <p:pic>
                      <p:nvPicPr>
                        <p:cNvPr id="140" name="对象 139"/>
                        <p:cNvPicPr>
                          <a:picLocks noChangeAspect="1" noChangeArrowheads="1"/>
                        </p:cNvPicPr>
                        <p:nvPr/>
                      </p:nvPicPr>
                      <p:blipFill>
                        <a:blip r:embed="rId11"/>
                        <a:srcRect/>
                        <a:stretch>
                          <a:fillRect/>
                        </a:stretch>
                      </p:blipFill>
                      <p:spPr bwMode="auto">
                        <a:xfrm>
                          <a:off x="4968875" y="5131931"/>
                          <a:ext cx="287337"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 name="Rectangle 2">
            <a:extLst>
              <a:ext uri="{FF2B5EF4-FFF2-40B4-BE49-F238E27FC236}">
                <a16:creationId xmlns:a16="http://schemas.microsoft.com/office/drawing/2014/main" id="{4810F5D8-65D0-46CC-AAD0-CA42CD0A7108}"/>
              </a:ext>
            </a:extLst>
          </p:cNvPr>
          <p:cNvSpPr>
            <a:spLocks noChangeArrowheads="1"/>
          </p:cNvSpPr>
          <p:nvPr/>
        </p:nvSpPr>
        <p:spPr bwMode="auto">
          <a:xfrm>
            <a:off x="5185177" y="972524"/>
            <a:ext cx="2556284" cy="509799"/>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defTabSz="914400"/>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设计的巧妙之处</a:t>
            </a:r>
          </a:p>
        </p:txBody>
      </p:sp>
      <p:sp>
        <p:nvSpPr>
          <p:cNvPr id="53" name="Rectangle 2">
            <a:extLst>
              <a:ext uri="{FF2B5EF4-FFF2-40B4-BE49-F238E27FC236}">
                <a16:creationId xmlns:a16="http://schemas.microsoft.com/office/drawing/2014/main" id="{9ECD8A9B-1291-4D90-BCCD-2AF2DB7EA67C}"/>
              </a:ext>
            </a:extLst>
          </p:cNvPr>
          <p:cNvSpPr>
            <a:spLocks noChangeArrowheads="1"/>
          </p:cNvSpPr>
          <p:nvPr/>
        </p:nvSpPr>
        <p:spPr bwMode="auto">
          <a:xfrm>
            <a:off x="4360146" y="1609285"/>
            <a:ext cx="4189518" cy="121198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defTabSz="914400"/>
            <a:r>
              <a:rPr lang="zh-CN" altLang="en-US" sz="2200" dirty="0">
                <a:solidFill>
                  <a:prstClr val="black"/>
                </a:solidFill>
                <a:latin typeface="微软雅黑" panose="020B0503020204020204" pitchFamily="34" charset="-122"/>
                <a:ea typeface="微软雅黑" panose="020B0503020204020204" pitchFamily="34" charset="-122"/>
              </a:rPr>
              <a:t>利用</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2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具有相同相干性的方法，分化难点</a:t>
            </a:r>
            <a:r>
              <a:rPr lang="zh-CN" altLang="en-US" sz="2200" dirty="0">
                <a:solidFill>
                  <a:prstClr val="black"/>
                </a:solidFill>
                <a:latin typeface="微软雅黑" panose="020B0503020204020204" pitchFamily="34" charset="-122"/>
                <a:ea typeface="微软雅黑" panose="020B0503020204020204" pitchFamily="34" charset="-122"/>
              </a:rPr>
              <a:t>解决测角精度和条纹宽间距之间的矛盾：</a:t>
            </a:r>
            <a:endParaRPr lang="zh-CN" altLang="en-US" sz="2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Rectangle 2">
            <a:extLst>
              <a:ext uri="{FF2B5EF4-FFF2-40B4-BE49-F238E27FC236}">
                <a16:creationId xmlns:a16="http://schemas.microsoft.com/office/drawing/2014/main" id="{0BD48B6F-E490-4C50-8A3B-DCE5D252617E}"/>
              </a:ext>
            </a:extLst>
          </p:cNvPr>
          <p:cNvSpPr>
            <a:spLocks noChangeArrowheads="1"/>
          </p:cNvSpPr>
          <p:nvPr/>
        </p:nvSpPr>
        <p:spPr bwMode="auto">
          <a:xfrm>
            <a:off x="4418815" y="3123864"/>
            <a:ext cx="4130849" cy="365257"/>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defTabSz="914400"/>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双孔（</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）短间隔 </a:t>
            </a:r>
            <a:r>
              <a:rPr lang="en-US" altLang="zh-CN" sz="2400" i="1"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400" dirty="0" err="1">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~mm</a:t>
            </a:r>
            <a:endPar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5" name="Rectangle 2">
            <a:extLst>
              <a:ext uri="{FF2B5EF4-FFF2-40B4-BE49-F238E27FC236}">
                <a16:creationId xmlns:a16="http://schemas.microsoft.com/office/drawing/2014/main" id="{6503B720-1B58-4CDA-A9D4-E62A0F7A7B68}"/>
              </a:ext>
            </a:extLst>
          </p:cNvPr>
          <p:cNvSpPr>
            <a:spLocks noChangeArrowheads="1"/>
          </p:cNvSpPr>
          <p:nvPr/>
        </p:nvSpPr>
        <p:spPr bwMode="auto">
          <a:xfrm>
            <a:off x="4915526" y="4002223"/>
            <a:ext cx="1324825" cy="389129"/>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defTabSz="914400"/>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条纹间距</a:t>
            </a:r>
          </a:p>
        </p:txBody>
      </p:sp>
      <p:graphicFrame>
        <p:nvGraphicFramePr>
          <p:cNvPr id="56" name="对象 55">
            <a:extLst>
              <a:ext uri="{FF2B5EF4-FFF2-40B4-BE49-F238E27FC236}">
                <a16:creationId xmlns:a16="http://schemas.microsoft.com/office/drawing/2014/main" id="{0CD83F4F-EB08-4A78-97D7-A9590677299F}"/>
              </a:ext>
            </a:extLst>
          </p:cNvPr>
          <p:cNvGraphicFramePr>
            <a:graphicFrameLocks noChangeAspect="1"/>
          </p:cNvGraphicFramePr>
          <p:nvPr>
            <p:extLst>
              <p:ext uri="{D42A27DB-BD31-4B8C-83A1-F6EECF244321}">
                <p14:modId xmlns:p14="http://schemas.microsoft.com/office/powerpoint/2010/main" val="2605055875"/>
              </p:ext>
            </p:extLst>
          </p:nvPr>
        </p:nvGraphicFramePr>
        <p:xfrm>
          <a:off x="6153998" y="3833093"/>
          <a:ext cx="1806743" cy="727390"/>
        </p:xfrm>
        <a:graphic>
          <a:graphicData uri="http://schemas.openxmlformats.org/presentationml/2006/ole">
            <mc:AlternateContent xmlns:mc="http://schemas.openxmlformats.org/markup-compatibility/2006">
              <mc:Choice xmlns:v="urn:schemas-microsoft-com:vml" Requires="v">
                <p:oleObj name="Equation" r:id="rId12" imgW="977760" imgH="393480" progId="Equation.DSMT4">
                  <p:embed/>
                </p:oleObj>
              </mc:Choice>
              <mc:Fallback>
                <p:oleObj name="Equation" r:id="rId12" imgW="977760" imgH="393480" progId="Equation.DSMT4">
                  <p:embed/>
                  <p:pic>
                    <p:nvPicPr>
                      <p:cNvPr id="10" name="对象 9"/>
                      <p:cNvPicPr/>
                      <p:nvPr/>
                    </p:nvPicPr>
                    <p:blipFill>
                      <a:blip r:embed="rId13"/>
                      <a:stretch>
                        <a:fillRect/>
                      </a:stretch>
                    </p:blipFill>
                    <p:spPr>
                      <a:xfrm>
                        <a:off x="6153998" y="3833093"/>
                        <a:ext cx="1806743" cy="727390"/>
                      </a:xfrm>
                      <a:prstGeom prst="rect">
                        <a:avLst/>
                      </a:prstGeom>
                    </p:spPr>
                  </p:pic>
                </p:oleObj>
              </mc:Fallback>
            </mc:AlternateContent>
          </a:graphicData>
        </a:graphic>
      </p:graphicFrame>
      <p:sp>
        <p:nvSpPr>
          <p:cNvPr id="57" name="下箭头 10">
            <a:extLst>
              <a:ext uri="{FF2B5EF4-FFF2-40B4-BE49-F238E27FC236}">
                <a16:creationId xmlns:a16="http://schemas.microsoft.com/office/drawing/2014/main" id="{9B128FA6-AA3C-4118-B9CC-C35225D45A3D}"/>
              </a:ext>
            </a:extLst>
          </p:cNvPr>
          <p:cNvSpPr/>
          <p:nvPr/>
        </p:nvSpPr>
        <p:spPr>
          <a:xfrm>
            <a:off x="6277617" y="3557449"/>
            <a:ext cx="206622" cy="412998"/>
          </a:xfrm>
          <a:prstGeom prst="downArrow">
            <a:avLst/>
          </a:prstGeom>
          <a:solidFill>
            <a:sysClr val="window" lastClr="FFFFFF"/>
          </a:solidFill>
          <a:ln w="952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graphicFrame>
        <p:nvGraphicFramePr>
          <p:cNvPr id="58" name="Object 62">
            <a:extLst>
              <a:ext uri="{FF2B5EF4-FFF2-40B4-BE49-F238E27FC236}">
                <a16:creationId xmlns:a16="http://schemas.microsoft.com/office/drawing/2014/main" id="{25B5ABD5-2D7D-49E4-BC61-846A2F0CF506}"/>
              </a:ext>
            </a:extLst>
          </p:cNvPr>
          <p:cNvGraphicFramePr>
            <a:graphicFrameLocks noChangeAspect="1"/>
          </p:cNvGraphicFramePr>
          <p:nvPr>
            <p:extLst>
              <p:ext uri="{D42A27DB-BD31-4B8C-83A1-F6EECF244321}">
                <p14:modId xmlns:p14="http://schemas.microsoft.com/office/powerpoint/2010/main" val="1660519326"/>
              </p:ext>
            </p:extLst>
          </p:nvPr>
        </p:nvGraphicFramePr>
        <p:xfrm>
          <a:off x="102312" y="3217534"/>
          <a:ext cx="214312" cy="412750"/>
        </p:xfrm>
        <a:graphic>
          <a:graphicData uri="http://schemas.openxmlformats.org/presentationml/2006/ole">
            <mc:AlternateContent xmlns:mc="http://schemas.openxmlformats.org/markup-compatibility/2006">
              <mc:Choice xmlns:v="urn:schemas-microsoft-com:vml" Requires="v">
                <p:oleObj name="Equation" r:id="rId14" imgW="126720" imgH="177480" progId="Equation.DSMT4">
                  <p:embed/>
                </p:oleObj>
              </mc:Choice>
              <mc:Fallback>
                <p:oleObj name="Equation" r:id="rId14" imgW="126720" imgH="177480" progId="Equation.DSMT4">
                  <p:embed/>
                  <p:pic>
                    <p:nvPicPr>
                      <p:cNvPr id="146" name="Object 62"/>
                      <p:cNvPicPr>
                        <a:picLocks noChangeAspect="1" noChangeArrowheads="1"/>
                      </p:cNvPicPr>
                      <p:nvPr/>
                    </p:nvPicPr>
                    <p:blipFill>
                      <a:blip r:embed="rId15"/>
                      <a:srcRect/>
                      <a:stretch>
                        <a:fillRect/>
                      </a:stretch>
                    </p:blipFill>
                    <p:spPr bwMode="auto">
                      <a:xfrm>
                        <a:off x="102312" y="3217534"/>
                        <a:ext cx="214312"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Rectangle 2">
            <a:extLst>
              <a:ext uri="{FF2B5EF4-FFF2-40B4-BE49-F238E27FC236}">
                <a16:creationId xmlns:a16="http://schemas.microsoft.com/office/drawing/2014/main" id="{134D12E9-15FC-4555-B7E2-22DCDF0749BB}"/>
              </a:ext>
            </a:extLst>
          </p:cNvPr>
          <p:cNvSpPr>
            <a:spLocks noChangeArrowheads="1"/>
          </p:cNvSpPr>
          <p:nvPr/>
        </p:nvSpPr>
        <p:spPr bwMode="auto">
          <a:xfrm>
            <a:off x="4333598" y="4863080"/>
            <a:ext cx="4433458" cy="28523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defTabSz="914400"/>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双像（</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aseline="-25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）长基线 </a:t>
            </a:r>
            <a:r>
              <a:rPr lang="en-US" altLang="zh-CN" sz="2400" i="1"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~10</a:t>
            </a:r>
            <a:r>
              <a:rPr lang="en-US" altLang="zh-CN" sz="2400" baseline="300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mm</a:t>
            </a:r>
            <a:endPar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0" name="下箭头 147">
            <a:extLst>
              <a:ext uri="{FF2B5EF4-FFF2-40B4-BE49-F238E27FC236}">
                <a16:creationId xmlns:a16="http://schemas.microsoft.com/office/drawing/2014/main" id="{F64F913A-8246-4214-B23E-F8B106C7E60B}"/>
              </a:ext>
            </a:extLst>
          </p:cNvPr>
          <p:cNvSpPr/>
          <p:nvPr/>
        </p:nvSpPr>
        <p:spPr>
          <a:xfrm>
            <a:off x="6277617" y="5248250"/>
            <a:ext cx="206622" cy="412998"/>
          </a:xfrm>
          <a:prstGeom prst="downArrow">
            <a:avLst/>
          </a:prstGeom>
          <a:solidFill>
            <a:sysClr val="window" lastClr="FFFFFF"/>
          </a:solidFill>
          <a:ln w="952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61" name="Rectangle 2">
            <a:extLst>
              <a:ext uri="{FF2B5EF4-FFF2-40B4-BE49-F238E27FC236}">
                <a16:creationId xmlns:a16="http://schemas.microsoft.com/office/drawing/2014/main" id="{1C6607BE-1111-4811-83B2-ADF12103D3A1}"/>
              </a:ext>
            </a:extLst>
          </p:cNvPr>
          <p:cNvSpPr>
            <a:spLocks noChangeArrowheads="1"/>
          </p:cNvSpPr>
          <p:nvPr/>
        </p:nvSpPr>
        <p:spPr bwMode="auto">
          <a:xfrm>
            <a:off x="4915525" y="5664970"/>
            <a:ext cx="1324825" cy="389129"/>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just" defTabSz="914400"/>
            <a:r>
              <a:rPr lang="zh-CN" altLang="en-US" sz="22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光源角径</a:t>
            </a:r>
          </a:p>
        </p:txBody>
      </p:sp>
      <p:graphicFrame>
        <p:nvGraphicFramePr>
          <p:cNvPr id="62" name="对象 61">
            <a:extLst>
              <a:ext uri="{FF2B5EF4-FFF2-40B4-BE49-F238E27FC236}">
                <a16:creationId xmlns:a16="http://schemas.microsoft.com/office/drawing/2014/main" id="{E2EF4B94-8A76-468D-8865-098C2D029636}"/>
              </a:ext>
            </a:extLst>
          </p:cNvPr>
          <p:cNvGraphicFramePr>
            <a:graphicFrameLocks noChangeAspect="1"/>
          </p:cNvGraphicFramePr>
          <p:nvPr>
            <p:extLst>
              <p:ext uri="{D42A27DB-BD31-4B8C-83A1-F6EECF244321}">
                <p14:modId xmlns:p14="http://schemas.microsoft.com/office/powerpoint/2010/main" val="2212862258"/>
              </p:ext>
            </p:extLst>
          </p:nvPr>
        </p:nvGraphicFramePr>
        <p:xfrm>
          <a:off x="6218238" y="5495925"/>
          <a:ext cx="1925637" cy="727075"/>
        </p:xfrm>
        <a:graphic>
          <a:graphicData uri="http://schemas.openxmlformats.org/presentationml/2006/ole">
            <mc:AlternateContent xmlns:mc="http://schemas.openxmlformats.org/markup-compatibility/2006">
              <mc:Choice xmlns:v="urn:schemas-microsoft-com:vml" Requires="v">
                <p:oleObj name="Equation" r:id="rId16" imgW="1041120" imgH="393480" progId="Equation.DSMT4">
                  <p:embed/>
                </p:oleObj>
              </mc:Choice>
              <mc:Fallback>
                <p:oleObj name="Equation" r:id="rId16" imgW="1041120" imgH="393480" progId="Equation.DSMT4">
                  <p:embed/>
                  <p:pic>
                    <p:nvPicPr>
                      <p:cNvPr id="150" name="对象 149"/>
                      <p:cNvPicPr/>
                      <p:nvPr/>
                    </p:nvPicPr>
                    <p:blipFill>
                      <a:blip r:embed="rId17"/>
                      <a:stretch>
                        <a:fillRect/>
                      </a:stretch>
                    </p:blipFill>
                    <p:spPr>
                      <a:xfrm>
                        <a:off x="6218238" y="5495925"/>
                        <a:ext cx="1925637" cy="727075"/>
                      </a:xfrm>
                      <a:prstGeom prst="rect">
                        <a:avLst/>
                      </a:prstGeom>
                    </p:spPr>
                  </p:pic>
                </p:oleObj>
              </mc:Fallback>
            </mc:AlternateContent>
          </a:graphicData>
        </a:graphic>
      </p:graphicFrame>
      <p:graphicFrame>
        <p:nvGraphicFramePr>
          <p:cNvPr id="63" name="Object 62">
            <a:extLst>
              <a:ext uri="{FF2B5EF4-FFF2-40B4-BE49-F238E27FC236}">
                <a16:creationId xmlns:a16="http://schemas.microsoft.com/office/drawing/2014/main" id="{5816F075-B033-4189-84CF-D9C5EA3661B4}"/>
              </a:ext>
            </a:extLst>
          </p:cNvPr>
          <p:cNvGraphicFramePr>
            <a:graphicFrameLocks noChangeAspect="1"/>
          </p:cNvGraphicFramePr>
          <p:nvPr>
            <p:extLst>
              <p:ext uri="{D42A27DB-BD31-4B8C-83A1-F6EECF244321}">
                <p14:modId xmlns:p14="http://schemas.microsoft.com/office/powerpoint/2010/main" val="3288668198"/>
              </p:ext>
            </p:extLst>
          </p:nvPr>
        </p:nvGraphicFramePr>
        <p:xfrm>
          <a:off x="1823197" y="2859969"/>
          <a:ext cx="168788" cy="323108"/>
        </p:xfrm>
        <a:graphic>
          <a:graphicData uri="http://schemas.openxmlformats.org/presentationml/2006/ole">
            <mc:AlternateContent xmlns:mc="http://schemas.openxmlformats.org/markup-compatibility/2006">
              <mc:Choice xmlns:v="urn:schemas-microsoft-com:vml" Requires="v">
                <p:oleObj name="Equation" r:id="rId18" imgW="164880" imgH="228600" progId="Equation.DSMT4">
                  <p:embed/>
                </p:oleObj>
              </mc:Choice>
              <mc:Fallback>
                <p:oleObj name="Equation" r:id="rId18" imgW="164880" imgH="228600" progId="Equation.DSMT4">
                  <p:embed/>
                  <p:pic>
                    <p:nvPicPr>
                      <p:cNvPr id="151" name="Object 62"/>
                      <p:cNvPicPr>
                        <a:picLocks noChangeAspect="1" noChangeArrowheads="1"/>
                      </p:cNvPicPr>
                      <p:nvPr/>
                    </p:nvPicPr>
                    <p:blipFill>
                      <a:blip r:embed="rId19"/>
                      <a:srcRect/>
                      <a:stretch>
                        <a:fillRect/>
                      </a:stretch>
                    </p:blipFill>
                    <p:spPr bwMode="auto">
                      <a:xfrm>
                        <a:off x="1823197" y="2859969"/>
                        <a:ext cx="168788" cy="323108"/>
                      </a:xfrm>
                      <a:prstGeom prst="rect">
                        <a:avLst/>
                      </a:prstGeom>
                      <a:noFill/>
                      <a:ln>
                        <a:noFill/>
                      </a:ln>
                      <a:effectLst/>
                    </p:spPr>
                  </p:pic>
                </p:oleObj>
              </mc:Fallback>
            </mc:AlternateContent>
          </a:graphicData>
        </a:graphic>
      </p:graphicFrame>
      <p:graphicFrame>
        <p:nvGraphicFramePr>
          <p:cNvPr id="64" name="Object 62">
            <a:extLst>
              <a:ext uri="{FF2B5EF4-FFF2-40B4-BE49-F238E27FC236}">
                <a16:creationId xmlns:a16="http://schemas.microsoft.com/office/drawing/2014/main" id="{6DFEA4CE-F398-42F0-8667-72E91EF81A68}"/>
              </a:ext>
            </a:extLst>
          </p:cNvPr>
          <p:cNvGraphicFramePr>
            <a:graphicFrameLocks noChangeAspect="1"/>
          </p:cNvGraphicFramePr>
          <p:nvPr>
            <p:extLst>
              <p:ext uri="{D42A27DB-BD31-4B8C-83A1-F6EECF244321}">
                <p14:modId xmlns:p14="http://schemas.microsoft.com/office/powerpoint/2010/main" val="1833559654"/>
              </p:ext>
            </p:extLst>
          </p:nvPr>
        </p:nvGraphicFramePr>
        <p:xfrm>
          <a:off x="1847850" y="3933825"/>
          <a:ext cx="180975" cy="322263"/>
        </p:xfrm>
        <a:graphic>
          <a:graphicData uri="http://schemas.openxmlformats.org/presentationml/2006/ole">
            <mc:AlternateContent xmlns:mc="http://schemas.openxmlformats.org/markup-compatibility/2006">
              <mc:Choice xmlns:v="urn:schemas-microsoft-com:vml" Requires="v">
                <p:oleObj name="Equation" r:id="rId20" imgW="177480" imgH="228600" progId="Equation.DSMT4">
                  <p:embed/>
                </p:oleObj>
              </mc:Choice>
              <mc:Fallback>
                <p:oleObj name="Equation" r:id="rId20" imgW="177480" imgH="228600" progId="Equation.DSMT4">
                  <p:embed/>
                  <p:pic>
                    <p:nvPicPr>
                      <p:cNvPr id="152" name="Object 62"/>
                      <p:cNvPicPr>
                        <a:picLocks noChangeAspect="1" noChangeArrowheads="1"/>
                      </p:cNvPicPr>
                      <p:nvPr/>
                    </p:nvPicPr>
                    <p:blipFill>
                      <a:blip r:embed="rId21"/>
                      <a:srcRect/>
                      <a:stretch>
                        <a:fillRect/>
                      </a:stretch>
                    </p:blipFill>
                    <p:spPr bwMode="auto">
                      <a:xfrm>
                        <a:off x="1847850" y="3933825"/>
                        <a:ext cx="180975" cy="322263"/>
                      </a:xfrm>
                      <a:prstGeom prst="rect">
                        <a:avLst/>
                      </a:prstGeom>
                      <a:noFill/>
                      <a:ln>
                        <a:noFill/>
                      </a:ln>
                      <a:effectLst/>
                    </p:spPr>
                  </p:pic>
                </p:oleObj>
              </mc:Fallback>
            </mc:AlternateContent>
          </a:graphicData>
        </a:graphic>
      </p:graphicFrame>
      <p:graphicFrame>
        <p:nvGraphicFramePr>
          <p:cNvPr id="65" name="Object 62">
            <a:extLst>
              <a:ext uri="{FF2B5EF4-FFF2-40B4-BE49-F238E27FC236}">
                <a16:creationId xmlns:a16="http://schemas.microsoft.com/office/drawing/2014/main" id="{1E7D9B8C-2DCB-49DE-8E73-966AF33D1FF4}"/>
              </a:ext>
            </a:extLst>
          </p:cNvPr>
          <p:cNvGraphicFramePr>
            <a:graphicFrameLocks noChangeAspect="1"/>
          </p:cNvGraphicFramePr>
          <p:nvPr>
            <p:extLst>
              <p:ext uri="{D42A27DB-BD31-4B8C-83A1-F6EECF244321}">
                <p14:modId xmlns:p14="http://schemas.microsoft.com/office/powerpoint/2010/main" val="944562737"/>
              </p:ext>
            </p:extLst>
          </p:nvPr>
        </p:nvGraphicFramePr>
        <p:xfrm>
          <a:off x="3217197" y="1538393"/>
          <a:ext cx="283034" cy="322262"/>
        </p:xfrm>
        <a:graphic>
          <a:graphicData uri="http://schemas.openxmlformats.org/presentationml/2006/ole">
            <mc:AlternateContent xmlns:mc="http://schemas.openxmlformats.org/markup-compatibility/2006">
              <mc:Choice xmlns:v="urn:schemas-microsoft-com:vml" Requires="v">
                <p:oleObj name="Equation" r:id="rId22" imgW="177480" imgH="228600" progId="Equation.DSMT4">
                  <p:embed/>
                </p:oleObj>
              </mc:Choice>
              <mc:Fallback>
                <p:oleObj name="Equation" r:id="rId22" imgW="177480" imgH="228600" progId="Equation.DSMT4">
                  <p:embed/>
                  <p:pic>
                    <p:nvPicPr>
                      <p:cNvPr id="153" name="Object 62"/>
                      <p:cNvPicPr>
                        <a:picLocks noChangeAspect="1" noChangeArrowheads="1"/>
                      </p:cNvPicPr>
                      <p:nvPr/>
                    </p:nvPicPr>
                    <p:blipFill>
                      <a:blip r:embed="rId23"/>
                      <a:srcRect/>
                      <a:stretch>
                        <a:fillRect/>
                      </a:stretch>
                    </p:blipFill>
                    <p:spPr bwMode="auto">
                      <a:xfrm>
                        <a:off x="3217197" y="1538393"/>
                        <a:ext cx="283034" cy="322262"/>
                      </a:xfrm>
                      <a:prstGeom prst="rect">
                        <a:avLst/>
                      </a:prstGeom>
                      <a:noFill/>
                      <a:ln>
                        <a:noFill/>
                      </a:ln>
                      <a:effectLst/>
                    </p:spPr>
                  </p:pic>
                </p:oleObj>
              </mc:Fallback>
            </mc:AlternateContent>
          </a:graphicData>
        </a:graphic>
      </p:graphicFrame>
      <p:graphicFrame>
        <p:nvGraphicFramePr>
          <p:cNvPr id="66" name="Object 49">
            <a:extLst>
              <a:ext uri="{FF2B5EF4-FFF2-40B4-BE49-F238E27FC236}">
                <a16:creationId xmlns:a16="http://schemas.microsoft.com/office/drawing/2014/main" id="{426CEC42-31BA-46C0-B719-18CB251A8D60}"/>
              </a:ext>
            </a:extLst>
          </p:cNvPr>
          <p:cNvGraphicFramePr>
            <a:graphicFrameLocks noChangeAspect="1"/>
          </p:cNvGraphicFramePr>
          <p:nvPr>
            <p:extLst>
              <p:ext uri="{D42A27DB-BD31-4B8C-83A1-F6EECF244321}">
                <p14:modId xmlns:p14="http://schemas.microsoft.com/office/powerpoint/2010/main" val="4045800977"/>
              </p:ext>
            </p:extLst>
          </p:nvPr>
        </p:nvGraphicFramePr>
        <p:xfrm>
          <a:off x="517276" y="5319263"/>
          <a:ext cx="192963" cy="220910"/>
        </p:xfrm>
        <a:graphic>
          <a:graphicData uri="http://schemas.openxmlformats.org/presentationml/2006/ole">
            <mc:AlternateContent xmlns:mc="http://schemas.openxmlformats.org/markup-compatibility/2006">
              <mc:Choice xmlns:v="urn:schemas-microsoft-com:vml" Requires="v">
                <p:oleObj name="Equation" r:id="rId24" imgW="139680" imgH="164880" progId="Equation.DSMT4">
                  <p:embed/>
                </p:oleObj>
              </mc:Choice>
              <mc:Fallback>
                <p:oleObj name="Equation" r:id="rId24" imgW="139680" imgH="164880" progId="Equation.DSMT4">
                  <p:embed/>
                  <p:pic>
                    <p:nvPicPr>
                      <p:cNvPr id="154" name="Object 49"/>
                      <p:cNvPicPr>
                        <a:picLocks noChangeAspect="1" noChangeArrowheads="1"/>
                      </p:cNvPicPr>
                      <p:nvPr/>
                    </p:nvPicPr>
                    <p:blipFill>
                      <a:blip r:embed="rId25"/>
                      <a:srcRect/>
                      <a:stretch>
                        <a:fillRect/>
                      </a:stretch>
                    </p:blipFill>
                    <p:spPr bwMode="auto">
                      <a:xfrm>
                        <a:off x="517276" y="5319263"/>
                        <a:ext cx="192963" cy="220910"/>
                      </a:xfrm>
                      <a:prstGeom prst="rect">
                        <a:avLst/>
                      </a:prstGeom>
                      <a:noFill/>
                      <a:ln>
                        <a:noFill/>
                      </a:ln>
                      <a:effectLst/>
                    </p:spPr>
                  </p:pic>
                </p:oleObj>
              </mc:Fallback>
            </mc:AlternateContent>
          </a:graphicData>
        </a:graphic>
      </p:graphicFrame>
      <p:graphicFrame>
        <p:nvGraphicFramePr>
          <p:cNvPr id="67" name="Object 49">
            <a:extLst>
              <a:ext uri="{FF2B5EF4-FFF2-40B4-BE49-F238E27FC236}">
                <a16:creationId xmlns:a16="http://schemas.microsoft.com/office/drawing/2014/main" id="{C256C468-C5AF-47C8-A46C-F702892C7D68}"/>
              </a:ext>
            </a:extLst>
          </p:cNvPr>
          <p:cNvGraphicFramePr>
            <a:graphicFrameLocks noChangeAspect="1"/>
          </p:cNvGraphicFramePr>
          <p:nvPr>
            <p:extLst>
              <p:ext uri="{D42A27DB-BD31-4B8C-83A1-F6EECF244321}">
                <p14:modId xmlns:p14="http://schemas.microsoft.com/office/powerpoint/2010/main" val="4056552530"/>
              </p:ext>
            </p:extLst>
          </p:nvPr>
        </p:nvGraphicFramePr>
        <p:xfrm>
          <a:off x="456859" y="1519676"/>
          <a:ext cx="192963" cy="220910"/>
        </p:xfrm>
        <a:graphic>
          <a:graphicData uri="http://schemas.openxmlformats.org/presentationml/2006/ole">
            <mc:AlternateContent xmlns:mc="http://schemas.openxmlformats.org/markup-compatibility/2006">
              <mc:Choice xmlns:v="urn:schemas-microsoft-com:vml" Requires="v">
                <p:oleObj name="Equation" r:id="rId26" imgW="139680" imgH="164880" progId="Equation.DSMT4">
                  <p:embed/>
                </p:oleObj>
              </mc:Choice>
              <mc:Fallback>
                <p:oleObj name="Equation" r:id="rId26" imgW="139680" imgH="164880" progId="Equation.DSMT4">
                  <p:embed/>
                  <p:pic>
                    <p:nvPicPr>
                      <p:cNvPr id="155" name="Object 49"/>
                      <p:cNvPicPr>
                        <a:picLocks noChangeAspect="1" noChangeArrowheads="1"/>
                      </p:cNvPicPr>
                      <p:nvPr/>
                    </p:nvPicPr>
                    <p:blipFill>
                      <a:blip r:embed="rId27"/>
                      <a:srcRect/>
                      <a:stretch>
                        <a:fillRect/>
                      </a:stretch>
                    </p:blipFill>
                    <p:spPr bwMode="auto">
                      <a:xfrm>
                        <a:off x="456859" y="1519676"/>
                        <a:ext cx="192963" cy="220910"/>
                      </a:xfrm>
                      <a:prstGeom prst="rect">
                        <a:avLst/>
                      </a:prstGeom>
                      <a:noFill/>
                      <a:ln>
                        <a:noFill/>
                      </a:ln>
                      <a:effectLst/>
                    </p:spPr>
                  </p:pic>
                </p:oleObj>
              </mc:Fallback>
            </mc:AlternateContent>
          </a:graphicData>
        </a:graphic>
      </p:graphicFrame>
      <p:sp>
        <p:nvSpPr>
          <p:cNvPr id="68" name="Rectangle 2">
            <a:extLst>
              <a:ext uri="{FF2B5EF4-FFF2-40B4-BE49-F238E27FC236}">
                <a16:creationId xmlns:a16="http://schemas.microsoft.com/office/drawing/2014/main" id="{C7A1CAF2-ECD3-40FD-9007-95172BA89749}"/>
              </a:ext>
            </a:extLst>
          </p:cNvPr>
          <p:cNvSpPr>
            <a:spLocks noChangeArrowheads="1"/>
          </p:cNvSpPr>
          <p:nvPr/>
        </p:nvSpPr>
        <p:spPr bwMode="auto">
          <a:xfrm>
            <a:off x="367503" y="347013"/>
            <a:ext cx="2610999" cy="46125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defTabSz="914400"/>
            <a:r>
              <a:rPr lang="zh-CN" altLang="en-US"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迈克尔逊测星仪</a:t>
            </a:r>
          </a:p>
        </p:txBody>
      </p:sp>
    </p:spTree>
    <p:extLst>
      <p:ext uri="{BB962C8B-B14F-4D97-AF65-F5344CB8AC3E}">
        <p14:creationId xmlns:p14="http://schemas.microsoft.com/office/powerpoint/2010/main" val="263438271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2787</TotalTime>
  <Words>2285</Words>
  <Application>Microsoft Office PowerPoint</Application>
  <PresentationFormat>全屏显示(4:3)</PresentationFormat>
  <Paragraphs>276</Paragraphs>
  <Slides>32</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7" baseType="lpstr">
      <vt:lpstr>Arial Unicode MS</vt:lpstr>
      <vt:lpstr>等线</vt:lpstr>
      <vt:lpstr>黑体</vt:lpstr>
      <vt:lpstr>宋体</vt:lpstr>
      <vt:lpstr>微软雅黑</vt:lpstr>
      <vt:lpstr>Arial</vt:lpstr>
      <vt:lpstr>Calibri</vt:lpstr>
      <vt:lpstr>Calibri Light</vt:lpstr>
      <vt:lpstr>Cambria Math</vt:lpstr>
      <vt:lpstr>Symbol</vt:lpstr>
      <vt:lpstr>Times New Roman</vt:lpstr>
      <vt:lpstr>Wingdings</vt:lpstr>
      <vt:lpstr>Office 主题​​</vt:lpstr>
      <vt:lpstr>Equation</vt:lpstr>
      <vt:lpstr>公式</vt:lpstr>
      <vt:lpstr>第三章 干涉装置 光场的时空相干性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干涉装置 光场的时空相干性</dc:title>
  <dc:creator>lenovo</dc:creator>
  <cp:lastModifiedBy>ZHANG</cp:lastModifiedBy>
  <cp:revision>92</cp:revision>
  <dcterms:created xsi:type="dcterms:W3CDTF">2022-11-05T00:18:07Z</dcterms:created>
  <dcterms:modified xsi:type="dcterms:W3CDTF">2025-10-30T01:23:34Z</dcterms:modified>
</cp:coreProperties>
</file>